
<file path=[Content_Types].xml><?xml version="1.0" encoding="utf-8"?>
<Types xmlns="http://schemas.openxmlformats.org/package/2006/content-types">
  <Default Extension="bin" ContentType="image/png"/>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2"/>
  </p:sldMasterIdLst>
  <p:notesMasterIdLst>
    <p:notesMasterId r:id="rId21"/>
  </p:notesMasterIdLst>
  <p:handoutMasterIdLst>
    <p:handoutMasterId r:id="rId22"/>
  </p:handoutMasterIdLst>
  <p:sldIdLst>
    <p:sldId id="256" r:id="rId3"/>
    <p:sldId id="323" r:id="rId4"/>
    <p:sldId id="308" r:id="rId5"/>
    <p:sldId id="309" r:id="rId6"/>
    <p:sldId id="311" r:id="rId7"/>
    <p:sldId id="312" r:id="rId8"/>
    <p:sldId id="313" r:id="rId9"/>
    <p:sldId id="314" r:id="rId10"/>
    <p:sldId id="315" r:id="rId11"/>
    <p:sldId id="316" r:id="rId12"/>
    <p:sldId id="317" r:id="rId13"/>
    <p:sldId id="318" r:id="rId14"/>
    <p:sldId id="322" r:id="rId15"/>
    <p:sldId id="320" r:id="rId16"/>
    <p:sldId id="321" r:id="rId17"/>
    <p:sldId id="319" r:id="rId18"/>
    <p:sldId id="306" r:id="rId19"/>
    <p:sldId id="307" r:id="rId20"/>
  </p:sldIdLst>
  <p:sldSz cx="10944225"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8B4"/>
    <a:srgbClr val="111111"/>
    <a:srgbClr val="4D4D4D"/>
    <a:srgbClr val="777777"/>
    <a:srgbClr val="FFFFF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3FFAA0-B281-4784-B1FD-B10C55AB1CDF}" v="593" dt="2025-10-02T19:41:40.746"/>
  </p1510:revLst>
</p1510:revInfo>
</file>

<file path=ppt/tableStyles.xml><?xml version="1.0" encoding="utf-8"?>
<a:tblStyleLst xmlns:a="http://schemas.openxmlformats.org/drawingml/2006/main" def="{5C22544A-7EE6-4342-B048-85BDC9FD1C3A}">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1" autoAdjust="0"/>
    <p:restoredTop sz="86780" autoAdjust="0"/>
  </p:normalViewPr>
  <p:slideViewPr>
    <p:cSldViewPr snapToGrid="0" showGuides="1">
      <p:cViewPr varScale="1">
        <p:scale>
          <a:sx n="83" d="100"/>
          <a:sy n="83" d="100"/>
        </p:scale>
        <p:origin x="1013" y="62"/>
      </p:cViewPr>
      <p:guideLst/>
    </p:cSldViewPr>
  </p:slideViewPr>
  <p:outlineViewPr>
    <p:cViewPr>
      <p:scale>
        <a:sx n="33" d="100"/>
        <a:sy n="33" d="100"/>
      </p:scale>
      <p:origin x="0" y="-10886"/>
    </p:cViewPr>
  </p:outlineViewPr>
  <p:notesTextViewPr>
    <p:cViewPr>
      <p:scale>
        <a:sx n="1" d="1"/>
        <a:sy n="1" d="1"/>
      </p:scale>
      <p:origin x="0" y="0"/>
    </p:cViewPr>
  </p:notesTextViewPr>
  <p:notesViewPr>
    <p:cSldViewPr snapToGrid="0" showGuides="1">
      <p:cViewPr varScale="1">
        <p:scale>
          <a:sx n="82" d="100"/>
          <a:sy n="82" d="100"/>
        </p:scale>
        <p:origin x="3876"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eisstanner David" userId="266fc2ed-3807-4c7d-8f60-d5f3ae3c0b34" providerId="ADAL" clId="{243FFAA0-B281-4784-B1FD-B10C55AB1CDF}"/>
    <pc:docChg chg="undo redo custSel addSld delSld modSld sldOrd">
      <pc:chgData name="Weisstanner David" userId="266fc2ed-3807-4c7d-8f60-d5f3ae3c0b34" providerId="ADAL" clId="{243FFAA0-B281-4784-B1FD-B10C55AB1CDF}" dt="2025-10-02T19:41:40.745" v="9609" actId="20577"/>
      <pc:docMkLst>
        <pc:docMk/>
      </pc:docMkLst>
      <pc:sldChg chg="modSp mod modNotesTx">
        <pc:chgData name="Weisstanner David" userId="266fc2ed-3807-4c7d-8f60-d5f3ae3c0b34" providerId="ADAL" clId="{243FFAA0-B281-4784-B1FD-B10C55AB1CDF}" dt="2025-09-28T20:07:36.642" v="9144" actId="20577"/>
        <pc:sldMkLst>
          <pc:docMk/>
          <pc:sldMk cId="880537261" sldId="256"/>
        </pc:sldMkLst>
        <pc:spChg chg="mod">
          <ac:chgData name="Weisstanner David" userId="266fc2ed-3807-4c7d-8f60-d5f3ae3c0b34" providerId="ADAL" clId="{243FFAA0-B281-4784-B1FD-B10C55AB1CDF}" dt="2025-09-28T20:03:42.957" v="8996" actId="790"/>
          <ac:spMkLst>
            <pc:docMk/>
            <pc:sldMk cId="880537261" sldId="256"/>
            <ac:spMk id="3" creationId="{1C813FDB-2757-6E2D-8B33-097B6E97B20B}"/>
          </ac:spMkLst>
        </pc:spChg>
      </pc:sldChg>
      <pc:sldChg chg="modSp mod">
        <pc:chgData name="Weisstanner David" userId="266fc2ed-3807-4c7d-8f60-d5f3ae3c0b34" providerId="ADAL" clId="{243FFAA0-B281-4784-B1FD-B10C55AB1CDF}" dt="2025-09-29T06:30:02.626" v="9379" actId="114"/>
        <pc:sldMkLst>
          <pc:docMk/>
          <pc:sldMk cId="3507746981" sldId="306"/>
        </pc:sldMkLst>
        <pc:spChg chg="mod">
          <ac:chgData name="Weisstanner David" userId="266fc2ed-3807-4c7d-8f60-d5f3ae3c0b34" providerId="ADAL" clId="{243FFAA0-B281-4784-B1FD-B10C55AB1CDF}" dt="2025-09-28T20:03:42.957" v="8996" actId="790"/>
          <ac:spMkLst>
            <pc:docMk/>
            <pc:sldMk cId="3507746981" sldId="306"/>
            <ac:spMk id="2" creationId="{EFB5E6B2-79C6-8921-4E1E-DB50CF512C41}"/>
          </ac:spMkLst>
        </pc:spChg>
        <pc:spChg chg="mod">
          <ac:chgData name="Weisstanner David" userId="266fc2ed-3807-4c7d-8f60-d5f3ae3c0b34" providerId="ADAL" clId="{243FFAA0-B281-4784-B1FD-B10C55AB1CDF}" dt="2025-09-28T20:03:42.957" v="8996" actId="790"/>
          <ac:spMkLst>
            <pc:docMk/>
            <pc:sldMk cId="3507746981" sldId="306"/>
            <ac:spMk id="3" creationId="{163632CE-87A4-FBDA-C335-1F02410E899D}"/>
          </ac:spMkLst>
        </pc:spChg>
        <pc:spChg chg="mod">
          <ac:chgData name="Weisstanner David" userId="266fc2ed-3807-4c7d-8f60-d5f3ae3c0b34" providerId="ADAL" clId="{243FFAA0-B281-4784-B1FD-B10C55AB1CDF}" dt="2025-09-29T06:30:02.626" v="9379" actId="114"/>
          <ac:spMkLst>
            <pc:docMk/>
            <pc:sldMk cId="3507746981" sldId="306"/>
            <ac:spMk id="4" creationId="{E46C947E-F350-568D-D0AA-539392C2712E}"/>
          </ac:spMkLst>
        </pc:spChg>
      </pc:sldChg>
      <pc:sldChg chg="modSp mod">
        <pc:chgData name="Weisstanner David" userId="266fc2ed-3807-4c7d-8f60-d5f3ae3c0b34" providerId="ADAL" clId="{243FFAA0-B281-4784-B1FD-B10C55AB1CDF}" dt="2025-09-28T20:03:42.957" v="8996" actId="790"/>
        <pc:sldMkLst>
          <pc:docMk/>
          <pc:sldMk cId="3111741107" sldId="307"/>
        </pc:sldMkLst>
        <pc:spChg chg="mod">
          <ac:chgData name="Weisstanner David" userId="266fc2ed-3807-4c7d-8f60-d5f3ae3c0b34" providerId="ADAL" clId="{243FFAA0-B281-4784-B1FD-B10C55AB1CDF}" dt="2025-09-28T20:03:42.957" v="8996" actId="790"/>
          <ac:spMkLst>
            <pc:docMk/>
            <pc:sldMk cId="3111741107" sldId="307"/>
            <ac:spMk id="2" creationId="{C3DD29B7-B65B-DED0-D6C8-C8C8DF4EF175}"/>
          </ac:spMkLst>
        </pc:spChg>
        <pc:spChg chg="mod">
          <ac:chgData name="Weisstanner David" userId="266fc2ed-3807-4c7d-8f60-d5f3ae3c0b34" providerId="ADAL" clId="{243FFAA0-B281-4784-B1FD-B10C55AB1CDF}" dt="2025-09-28T20:03:42.957" v="8996" actId="790"/>
          <ac:spMkLst>
            <pc:docMk/>
            <pc:sldMk cId="3111741107" sldId="307"/>
            <ac:spMk id="3" creationId="{AC92A160-F563-D402-3115-22953A7A9860}"/>
          </ac:spMkLst>
        </pc:spChg>
        <pc:spChg chg="mod">
          <ac:chgData name="Weisstanner David" userId="266fc2ed-3807-4c7d-8f60-d5f3ae3c0b34" providerId="ADAL" clId="{243FFAA0-B281-4784-B1FD-B10C55AB1CDF}" dt="2025-09-28T20:03:42.957" v="8996" actId="790"/>
          <ac:spMkLst>
            <pc:docMk/>
            <pc:sldMk cId="3111741107" sldId="307"/>
            <ac:spMk id="4" creationId="{C3C40011-4FED-A2D5-39BC-2B1AC94B5720}"/>
          </ac:spMkLst>
        </pc:spChg>
      </pc:sldChg>
      <pc:sldChg chg="addSp delSp modSp new mod modNotesTx">
        <pc:chgData name="Weisstanner David" userId="266fc2ed-3807-4c7d-8f60-d5f3ae3c0b34" providerId="ADAL" clId="{243FFAA0-B281-4784-B1FD-B10C55AB1CDF}" dt="2025-10-02T19:41:40.745" v="9609" actId="20577"/>
        <pc:sldMkLst>
          <pc:docMk/>
          <pc:sldMk cId="2813678566" sldId="308"/>
        </pc:sldMkLst>
        <pc:spChg chg="mod">
          <ac:chgData name="Weisstanner David" userId="266fc2ed-3807-4c7d-8f60-d5f3ae3c0b34" providerId="ADAL" clId="{243FFAA0-B281-4784-B1FD-B10C55AB1CDF}" dt="2025-09-28T20:03:42.957" v="8996" actId="790"/>
          <ac:spMkLst>
            <pc:docMk/>
            <pc:sldMk cId="2813678566" sldId="308"/>
            <ac:spMk id="2" creationId="{E00BC2F7-8249-9242-1343-6E18BFA676B2}"/>
          </ac:spMkLst>
        </pc:spChg>
        <pc:spChg chg="mod">
          <ac:chgData name="Weisstanner David" userId="266fc2ed-3807-4c7d-8f60-d5f3ae3c0b34" providerId="ADAL" clId="{243FFAA0-B281-4784-B1FD-B10C55AB1CDF}" dt="2025-09-28T20:03:42.957" v="8996" actId="790"/>
          <ac:spMkLst>
            <pc:docMk/>
            <pc:sldMk cId="2813678566" sldId="308"/>
            <ac:spMk id="3" creationId="{16E4D6A5-2401-F21F-C3C7-B4C2AA0A7B56}"/>
          </ac:spMkLst>
        </pc:spChg>
        <pc:spChg chg="mod">
          <ac:chgData name="Weisstanner David" userId="266fc2ed-3807-4c7d-8f60-d5f3ae3c0b34" providerId="ADAL" clId="{243FFAA0-B281-4784-B1FD-B10C55AB1CDF}" dt="2025-09-28T20:03:54.216" v="8998" actId="20577"/>
          <ac:spMkLst>
            <pc:docMk/>
            <pc:sldMk cId="2813678566" sldId="308"/>
            <ac:spMk id="6" creationId="{BC0C1C7F-944F-A2ED-01EC-BD56A2EDFA9C}"/>
          </ac:spMkLst>
        </pc:spChg>
        <pc:graphicFrameChg chg="add mod modGraphic">
          <ac:chgData name="Weisstanner David" userId="266fc2ed-3807-4c7d-8f60-d5f3ae3c0b34" providerId="ADAL" clId="{243FFAA0-B281-4784-B1FD-B10C55AB1CDF}" dt="2025-10-02T19:41:40.745" v="9609" actId="20577"/>
          <ac:graphicFrameMkLst>
            <pc:docMk/>
            <pc:sldMk cId="2813678566" sldId="308"/>
            <ac:graphicFrameMk id="5" creationId="{987F3A6C-5BA3-B38E-BBE8-C937446D2284}"/>
          </ac:graphicFrameMkLst>
        </pc:graphicFrameChg>
      </pc:sldChg>
      <pc:sldChg chg="del">
        <pc:chgData name="Weisstanner David" userId="266fc2ed-3807-4c7d-8f60-d5f3ae3c0b34" providerId="ADAL" clId="{243FFAA0-B281-4784-B1FD-B10C55AB1CDF}" dt="2025-09-22T05:56:28.251" v="20" actId="47"/>
        <pc:sldMkLst>
          <pc:docMk/>
          <pc:sldMk cId="3040494923" sldId="309"/>
        </pc:sldMkLst>
      </pc:sldChg>
      <pc:sldChg chg="modSp new mod modAnim">
        <pc:chgData name="Weisstanner David" userId="266fc2ed-3807-4c7d-8f60-d5f3ae3c0b34" providerId="ADAL" clId="{243FFAA0-B281-4784-B1FD-B10C55AB1CDF}" dt="2025-09-29T06:52:11.941" v="9431"/>
        <pc:sldMkLst>
          <pc:docMk/>
          <pc:sldMk cId="3112415853" sldId="309"/>
        </pc:sldMkLst>
        <pc:spChg chg="mod">
          <ac:chgData name="Weisstanner David" userId="266fc2ed-3807-4c7d-8f60-d5f3ae3c0b34" providerId="ADAL" clId="{243FFAA0-B281-4784-B1FD-B10C55AB1CDF}" dt="2025-09-28T20:03:42.957" v="8996" actId="790"/>
          <ac:spMkLst>
            <pc:docMk/>
            <pc:sldMk cId="3112415853" sldId="309"/>
            <ac:spMk id="2" creationId="{BAEEEC7C-854E-AEB0-BD6C-F39903CEBC8C}"/>
          </ac:spMkLst>
        </pc:spChg>
        <pc:spChg chg="mod">
          <ac:chgData name="Weisstanner David" userId="266fc2ed-3807-4c7d-8f60-d5f3ae3c0b34" providerId="ADAL" clId="{243FFAA0-B281-4784-B1FD-B10C55AB1CDF}" dt="2025-09-28T20:03:42.957" v="8996" actId="790"/>
          <ac:spMkLst>
            <pc:docMk/>
            <pc:sldMk cId="3112415853" sldId="309"/>
            <ac:spMk id="3" creationId="{DAC242E8-C3A4-A5E8-385D-4C1727EBCD9F}"/>
          </ac:spMkLst>
        </pc:spChg>
        <pc:spChg chg="mod">
          <ac:chgData name="Weisstanner David" userId="266fc2ed-3807-4c7d-8f60-d5f3ae3c0b34" providerId="ADAL" clId="{243FFAA0-B281-4784-B1FD-B10C55AB1CDF}" dt="2025-09-28T20:03:42.957" v="8996" actId="790"/>
          <ac:spMkLst>
            <pc:docMk/>
            <pc:sldMk cId="3112415853" sldId="309"/>
            <ac:spMk id="4" creationId="{44485FA8-CBAC-353E-A3FA-C9F864E0995A}"/>
          </ac:spMkLst>
        </pc:spChg>
        <pc:spChg chg="mod">
          <ac:chgData name="Weisstanner David" userId="266fc2ed-3807-4c7d-8f60-d5f3ae3c0b34" providerId="ADAL" clId="{243FFAA0-B281-4784-B1FD-B10C55AB1CDF}" dt="2025-09-28T20:03:42.957" v="8996" actId="790"/>
          <ac:spMkLst>
            <pc:docMk/>
            <pc:sldMk cId="3112415853" sldId="309"/>
            <ac:spMk id="5" creationId="{24F8A196-1B5B-212F-A5E4-AD0ACCC784B6}"/>
          </ac:spMkLst>
        </pc:spChg>
      </pc:sldChg>
      <pc:sldChg chg="modSp add del mod">
        <pc:chgData name="Weisstanner David" userId="266fc2ed-3807-4c7d-8f60-d5f3ae3c0b34" providerId="ADAL" clId="{243FFAA0-B281-4784-B1FD-B10C55AB1CDF}" dt="2025-09-26T20:07:46.556" v="1480" actId="47"/>
        <pc:sldMkLst>
          <pc:docMk/>
          <pc:sldMk cId="1930825531" sldId="310"/>
        </pc:sldMkLst>
      </pc:sldChg>
      <pc:sldChg chg="del">
        <pc:chgData name="Weisstanner David" userId="266fc2ed-3807-4c7d-8f60-d5f3ae3c0b34" providerId="ADAL" clId="{243FFAA0-B281-4784-B1FD-B10C55AB1CDF}" dt="2025-09-22T05:56:28.251" v="20" actId="47"/>
        <pc:sldMkLst>
          <pc:docMk/>
          <pc:sldMk cId="721960462" sldId="311"/>
        </pc:sldMkLst>
      </pc:sldChg>
      <pc:sldChg chg="addSp delSp modSp new mod modAnim">
        <pc:chgData name="Weisstanner David" userId="266fc2ed-3807-4c7d-8f60-d5f3ae3c0b34" providerId="ADAL" clId="{243FFAA0-B281-4784-B1FD-B10C55AB1CDF}" dt="2025-09-29T06:52:38.582" v="9436"/>
        <pc:sldMkLst>
          <pc:docMk/>
          <pc:sldMk cId="3323945662" sldId="311"/>
        </pc:sldMkLst>
        <pc:spChg chg="mod">
          <ac:chgData name="Weisstanner David" userId="266fc2ed-3807-4c7d-8f60-d5f3ae3c0b34" providerId="ADAL" clId="{243FFAA0-B281-4784-B1FD-B10C55AB1CDF}" dt="2025-09-28T20:03:42.957" v="8996" actId="790"/>
          <ac:spMkLst>
            <pc:docMk/>
            <pc:sldMk cId="3323945662" sldId="311"/>
            <ac:spMk id="2" creationId="{FFB52B68-6689-C30A-83A6-A0801734AE0D}"/>
          </ac:spMkLst>
        </pc:spChg>
        <pc:spChg chg="mod">
          <ac:chgData name="Weisstanner David" userId="266fc2ed-3807-4c7d-8f60-d5f3ae3c0b34" providerId="ADAL" clId="{243FFAA0-B281-4784-B1FD-B10C55AB1CDF}" dt="2025-09-28T20:03:42.957" v="8996" actId="790"/>
          <ac:spMkLst>
            <pc:docMk/>
            <pc:sldMk cId="3323945662" sldId="311"/>
            <ac:spMk id="3" creationId="{02A49734-A10C-A62A-8A36-154EE0784AC4}"/>
          </ac:spMkLst>
        </pc:spChg>
        <pc:spChg chg="mod">
          <ac:chgData name="Weisstanner David" userId="266fc2ed-3807-4c7d-8f60-d5f3ae3c0b34" providerId="ADAL" clId="{243FFAA0-B281-4784-B1FD-B10C55AB1CDF}" dt="2025-09-28T20:03:42.957" v="8996" actId="790"/>
          <ac:spMkLst>
            <pc:docMk/>
            <pc:sldMk cId="3323945662" sldId="311"/>
            <ac:spMk id="4" creationId="{93C5B117-CEA7-DF98-A882-3B2828028123}"/>
          </ac:spMkLst>
        </pc:spChg>
        <pc:spChg chg="add mod">
          <ac:chgData name="Weisstanner David" userId="266fc2ed-3807-4c7d-8f60-d5f3ae3c0b34" providerId="ADAL" clId="{243FFAA0-B281-4784-B1FD-B10C55AB1CDF}" dt="2025-09-28T20:03:42.957" v="8996" actId="790"/>
          <ac:spMkLst>
            <pc:docMk/>
            <pc:sldMk cId="3323945662" sldId="311"/>
            <ac:spMk id="27" creationId="{627E8C06-C601-DC68-5B99-151B6F30BB9A}"/>
          </ac:spMkLst>
        </pc:spChg>
        <pc:spChg chg="add mod">
          <ac:chgData name="Weisstanner David" userId="266fc2ed-3807-4c7d-8f60-d5f3ae3c0b34" providerId="ADAL" clId="{243FFAA0-B281-4784-B1FD-B10C55AB1CDF}" dt="2025-09-28T20:03:42.957" v="8996" actId="790"/>
          <ac:spMkLst>
            <pc:docMk/>
            <pc:sldMk cId="3323945662" sldId="311"/>
            <ac:spMk id="28" creationId="{20C7E448-B532-73C7-E1D7-AD211E635A5A}"/>
          </ac:spMkLst>
        </pc:spChg>
        <pc:picChg chg="add mod">
          <ac:chgData name="Weisstanner David" userId="266fc2ed-3807-4c7d-8f60-d5f3ae3c0b34" providerId="ADAL" clId="{243FFAA0-B281-4784-B1FD-B10C55AB1CDF}" dt="2025-09-26T20:41:12.748" v="2161"/>
          <ac:picMkLst>
            <pc:docMk/>
            <pc:sldMk cId="3323945662" sldId="311"/>
            <ac:picMk id="26" creationId="{0EB87B82-C07E-E471-EA04-C3B600723D57}"/>
          </ac:picMkLst>
        </pc:picChg>
      </pc:sldChg>
      <pc:sldChg chg="addSp delSp modSp new mod modNotesTx">
        <pc:chgData name="Weisstanner David" userId="266fc2ed-3807-4c7d-8f60-d5f3ae3c0b34" providerId="ADAL" clId="{243FFAA0-B281-4784-B1FD-B10C55AB1CDF}" dt="2025-09-28T20:03:42.957" v="8996" actId="790"/>
        <pc:sldMkLst>
          <pc:docMk/>
          <pc:sldMk cId="570314068" sldId="312"/>
        </pc:sldMkLst>
        <pc:spChg chg="mod">
          <ac:chgData name="Weisstanner David" userId="266fc2ed-3807-4c7d-8f60-d5f3ae3c0b34" providerId="ADAL" clId="{243FFAA0-B281-4784-B1FD-B10C55AB1CDF}" dt="2025-09-28T20:03:42.957" v="8996" actId="790"/>
          <ac:spMkLst>
            <pc:docMk/>
            <pc:sldMk cId="570314068" sldId="312"/>
            <ac:spMk id="2" creationId="{62EA9240-CA47-A82A-FC9E-827CAC4CA970}"/>
          </ac:spMkLst>
        </pc:spChg>
        <pc:spChg chg="mod">
          <ac:chgData name="Weisstanner David" userId="266fc2ed-3807-4c7d-8f60-d5f3ae3c0b34" providerId="ADAL" clId="{243FFAA0-B281-4784-B1FD-B10C55AB1CDF}" dt="2025-09-28T20:03:42.957" v="8996" actId="790"/>
          <ac:spMkLst>
            <pc:docMk/>
            <pc:sldMk cId="570314068" sldId="312"/>
            <ac:spMk id="3" creationId="{3D744888-65FB-5CBC-2FBA-55DB839DD370}"/>
          </ac:spMkLst>
        </pc:spChg>
        <pc:spChg chg="add mod">
          <ac:chgData name="Weisstanner David" userId="266fc2ed-3807-4c7d-8f60-d5f3ae3c0b34" providerId="ADAL" clId="{243FFAA0-B281-4784-B1FD-B10C55AB1CDF}" dt="2025-09-28T20:03:42.957" v="8996" actId="790"/>
          <ac:spMkLst>
            <pc:docMk/>
            <pc:sldMk cId="570314068" sldId="312"/>
            <ac:spMk id="10" creationId="{FCED90C7-7A37-D2A6-C389-620E01B3A0A5}"/>
          </ac:spMkLst>
        </pc:spChg>
        <pc:spChg chg="add mod">
          <ac:chgData name="Weisstanner David" userId="266fc2ed-3807-4c7d-8f60-d5f3ae3c0b34" providerId="ADAL" clId="{243FFAA0-B281-4784-B1FD-B10C55AB1CDF}" dt="2025-09-28T20:03:42.957" v="8996" actId="790"/>
          <ac:spMkLst>
            <pc:docMk/>
            <pc:sldMk cId="570314068" sldId="312"/>
            <ac:spMk id="11" creationId="{F00BDAB8-8FAB-61F1-6617-AADBDB2283D4}"/>
          </ac:spMkLst>
        </pc:spChg>
        <pc:picChg chg="add mod">
          <ac:chgData name="Weisstanner David" userId="266fc2ed-3807-4c7d-8f60-d5f3ae3c0b34" providerId="ADAL" clId="{243FFAA0-B281-4784-B1FD-B10C55AB1CDF}" dt="2025-09-26T20:21:03.824" v="1796" actId="14100"/>
          <ac:picMkLst>
            <pc:docMk/>
            <pc:sldMk cId="570314068" sldId="312"/>
            <ac:picMk id="6" creationId="{D0EE7661-5FA9-5B92-631F-0D2B235F7C57}"/>
          </ac:picMkLst>
        </pc:picChg>
        <pc:picChg chg="add mod">
          <ac:chgData name="Weisstanner David" userId="266fc2ed-3807-4c7d-8f60-d5f3ae3c0b34" providerId="ADAL" clId="{243FFAA0-B281-4784-B1FD-B10C55AB1CDF}" dt="2025-09-26T20:21:01.063" v="1795" actId="14100"/>
          <ac:picMkLst>
            <pc:docMk/>
            <pc:sldMk cId="570314068" sldId="312"/>
            <ac:picMk id="8" creationId="{D6C9E523-8BEC-95D4-773F-D51A7DF14A05}"/>
          </ac:picMkLst>
        </pc:picChg>
      </pc:sldChg>
      <pc:sldChg chg="del">
        <pc:chgData name="Weisstanner David" userId="266fc2ed-3807-4c7d-8f60-d5f3ae3c0b34" providerId="ADAL" clId="{243FFAA0-B281-4784-B1FD-B10C55AB1CDF}" dt="2025-09-22T05:56:28.251" v="20" actId="47"/>
        <pc:sldMkLst>
          <pc:docMk/>
          <pc:sldMk cId="1040129045" sldId="312"/>
        </pc:sldMkLst>
      </pc:sldChg>
      <pc:sldChg chg="del">
        <pc:chgData name="Weisstanner David" userId="266fc2ed-3807-4c7d-8f60-d5f3ae3c0b34" providerId="ADAL" clId="{243FFAA0-B281-4784-B1FD-B10C55AB1CDF}" dt="2025-09-22T05:56:28.251" v="20" actId="47"/>
        <pc:sldMkLst>
          <pc:docMk/>
          <pc:sldMk cId="1340528064" sldId="313"/>
        </pc:sldMkLst>
      </pc:sldChg>
      <pc:sldChg chg="addSp modSp add mod">
        <pc:chgData name="Weisstanner David" userId="266fc2ed-3807-4c7d-8f60-d5f3ae3c0b34" providerId="ADAL" clId="{243FFAA0-B281-4784-B1FD-B10C55AB1CDF}" dt="2025-09-28T20:03:42.957" v="8996" actId="790"/>
        <pc:sldMkLst>
          <pc:docMk/>
          <pc:sldMk cId="3919808122" sldId="313"/>
        </pc:sldMkLst>
        <pc:spChg chg="mod">
          <ac:chgData name="Weisstanner David" userId="266fc2ed-3807-4c7d-8f60-d5f3ae3c0b34" providerId="ADAL" clId="{243FFAA0-B281-4784-B1FD-B10C55AB1CDF}" dt="2025-09-28T20:03:42.957" v="8996" actId="790"/>
          <ac:spMkLst>
            <pc:docMk/>
            <pc:sldMk cId="3919808122" sldId="313"/>
            <ac:spMk id="2" creationId="{EE5FB6C6-5C14-B537-65DA-B9A12B20C9C3}"/>
          </ac:spMkLst>
        </pc:spChg>
        <pc:spChg chg="mod">
          <ac:chgData name="Weisstanner David" userId="266fc2ed-3807-4c7d-8f60-d5f3ae3c0b34" providerId="ADAL" clId="{243FFAA0-B281-4784-B1FD-B10C55AB1CDF}" dt="2025-09-28T20:03:42.957" v="8996" actId="790"/>
          <ac:spMkLst>
            <pc:docMk/>
            <pc:sldMk cId="3919808122" sldId="313"/>
            <ac:spMk id="3" creationId="{7C33820A-E856-0D10-727A-1D890EA0FAD2}"/>
          </ac:spMkLst>
        </pc:spChg>
        <pc:spChg chg="mod">
          <ac:chgData name="Weisstanner David" userId="266fc2ed-3807-4c7d-8f60-d5f3ae3c0b34" providerId="ADAL" clId="{243FFAA0-B281-4784-B1FD-B10C55AB1CDF}" dt="2025-09-28T20:03:42.957" v="8996" actId="790"/>
          <ac:spMkLst>
            <pc:docMk/>
            <pc:sldMk cId="3919808122" sldId="313"/>
            <ac:spMk id="4" creationId="{E88C3C3E-54E6-E5EE-EE58-82618791CB22}"/>
          </ac:spMkLst>
        </pc:spChg>
        <pc:spChg chg="mod">
          <ac:chgData name="Weisstanner David" userId="266fc2ed-3807-4c7d-8f60-d5f3ae3c0b34" providerId="ADAL" clId="{243FFAA0-B281-4784-B1FD-B10C55AB1CDF}" dt="2025-09-28T20:03:42.957" v="8996" actId="790"/>
          <ac:spMkLst>
            <pc:docMk/>
            <pc:sldMk cId="3919808122" sldId="313"/>
            <ac:spMk id="6" creationId="{2CC2F230-D9F7-A81E-190D-6D0F6B15742E}"/>
          </ac:spMkLst>
        </pc:spChg>
        <pc:spChg chg="mod">
          <ac:chgData name="Weisstanner David" userId="266fc2ed-3807-4c7d-8f60-d5f3ae3c0b34" providerId="ADAL" clId="{243FFAA0-B281-4784-B1FD-B10C55AB1CDF}" dt="2025-09-28T20:03:42.957" v="8996" actId="790"/>
          <ac:spMkLst>
            <pc:docMk/>
            <pc:sldMk cId="3919808122" sldId="313"/>
            <ac:spMk id="7" creationId="{C8843D0D-73F1-97C8-E071-5E1592C8ED74}"/>
          </ac:spMkLst>
        </pc:spChg>
        <pc:spChg chg="mod">
          <ac:chgData name="Weisstanner David" userId="266fc2ed-3807-4c7d-8f60-d5f3ae3c0b34" providerId="ADAL" clId="{243FFAA0-B281-4784-B1FD-B10C55AB1CDF}" dt="2025-09-28T20:03:42.957" v="8996" actId="790"/>
          <ac:spMkLst>
            <pc:docMk/>
            <pc:sldMk cId="3919808122" sldId="313"/>
            <ac:spMk id="8" creationId="{E7A5E420-885F-E514-0395-91FC239D5BBC}"/>
          </ac:spMkLst>
        </pc:spChg>
        <pc:spChg chg="add mod">
          <ac:chgData name="Weisstanner David" userId="266fc2ed-3807-4c7d-8f60-d5f3ae3c0b34" providerId="ADAL" clId="{243FFAA0-B281-4784-B1FD-B10C55AB1CDF}" dt="2025-09-28T20:03:42.957" v="8996" actId="790"/>
          <ac:spMkLst>
            <pc:docMk/>
            <pc:sldMk cId="3919808122" sldId="313"/>
            <ac:spMk id="12" creationId="{C4C228E3-9F63-8D60-4589-58AD87DCBBBA}"/>
          </ac:spMkLst>
        </pc:spChg>
        <pc:spChg chg="mod">
          <ac:chgData name="Weisstanner David" userId="266fc2ed-3807-4c7d-8f60-d5f3ae3c0b34" providerId="ADAL" clId="{243FFAA0-B281-4784-B1FD-B10C55AB1CDF}" dt="2025-09-28T20:03:42.957" v="8996" actId="790"/>
          <ac:spMkLst>
            <pc:docMk/>
            <pc:sldMk cId="3919808122" sldId="313"/>
            <ac:spMk id="19" creationId="{C6004BD9-B10C-454B-8BFB-0A2AC9C4FCCB}"/>
          </ac:spMkLst>
        </pc:spChg>
        <pc:spChg chg="mod">
          <ac:chgData name="Weisstanner David" userId="266fc2ed-3807-4c7d-8f60-d5f3ae3c0b34" providerId="ADAL" clId="{243FFAA0-B281-4784-B1FD-B10C55AB1CDF}" dt="2025-09-28T20:03:42.957" v="8996" actId="790"/>
          <ac:spMkLst>
            <pc:docMk/>
            <pc:sldMk cId="3919808122" sldId="313"/>
            <ac:spMk id="20" creationId="{2C213BE0-A7C3-82FA-0399-1E93CE93898A}"/>
          </ac:spMkLst>
        </pc:spChg>
        <pc:spChg chg="mod">
          <ac:chgData name="Weisstanner David" userId="266fc2ed-3807-4c7d-8f60-d5f3ae3c0b34" providerId="ADAL" clId="{243FFAA0-B281-4784-B1FD-B10C55AB1CDF}" dt="2025-09-27T19:56:10.655" v="3130" actId="790"/>
          <ac:spMkLst>
            <pc:docMk/>
            <pc:sldMk cId="3919808122" sldId="313"/>
            <ac:spMk id="23" creationId="{E42D2206-0DDC-32D1-59F1-6FA9D414A348}"/>
          </ac:spMkLst>
        </pc:spChg>
        <pc:spChg chg="mod">
          <ac:chgData name="Weisstanner David" userId="266fc2ed-3807-4c7d-8f60-d5f3ae3c0b34" providerId="ADAL" clId="{243FFAA0-B281-4784-B1FD-B10C55AB1CDF}" dt="2025-09-28T20:03:42.957" v="8996" actId="790"/>
          <ac:spMkLst>
            <pc:docMk/>
            <pc:sldMk cId="3919808122" sldId="313"/>
            <ac:spMk id="25" creationId="{F2EAC20E-9E7E-0E0A-188E-859F6CC7EF65}"/>
          </ac:spMkLst>
        </pc:spChg>
      </pc:sldChg>
      <pc:sldChg chg="del">
        <pc:chgData name="Weisstanner David" userId="266fc2ed-3807-4c7d-8f60-d5f3ae3c0b34" providerId="ADAL" clId="{243FFAA0-B281-4784-B1FD-B10C55AB1CDF}" dt="2025-09-22T05:56:28.251" v="20" actId="47"/>
        <pc:sldMkLst>
          <pc:docMk/>
          <pc:sldMk cId="2983629808" sldId="314"/>
        </pc:sldMkLst>
      </pc:sldChg>
      <pc:sldChg chg="addSp delSp modSp new mod">
        <pc:chgData name="Weisstanner David" userId="266fc2ed-3807-4c7d-8f60-d5f3ae3c0b34" providerId="ADAL" clId="{243FFAA0-B281-4784-B1FD-B10C55AB1CDF}" dt="2025-09-28T20:03:42.957" v="8996" actId="790"/>
        <pc:sldMkLst>
          <pc:docMk/>
          <pc:sldMk cId="3373980219" sldId="314"/>
        </pc:sldMkLst>
        <pc:spChg chg="mod">
          <ac:chgData name="Weisstanner David" userId="266fc2ed-3807-4c7d-8f60-d5f3ae3c0b34" providerId="ADAL" clId="{243FFAA0-B281-4784-B1FD-B10C55AB1CDF}" dt="2025-09-28T20:03:42.957" v="8996" actId="790"/>
          <ac:spMkLst>
            <pc:docMk/>
            <pc:sldMk cId="3373980219" sldId="314"/>
            <ac:spMk id="2" creationId="{9AEF5C70-E3DA-5861-62E4-7010584741C2}"/>
          </ac:spMkLst>
        </pc:spChg>
        <pc:spChg chg="mod">
          <ac:chgData name="Weisstanner David" userId="266fc2ed-3807-4c7d-8f60-d5f3ae3c0b34" providerId="ADAL" clId="{243FFAA0-B281-4784-B1FD-B10C55AB1CDF}" dt="2025-09-28T20:03:42.957" v="8996" actId="790"/>
          <ac:spMkLst>
            <pc:docMk/>
            <pc:sldMk cId="3373980219" sldId="314"/>
            <ac:spMk id="3" creationId="{AF9CA9B3-EF98-A5F2-7467-51FC437F094C}"/>
          </ac:spMkLst>
        </pc:spChg>
        <pc:spChg chg="mod">
          <ac:chgData name="Weisstanner David" userId="266fc2ed-3807-4c7d-8f60-d5f3ae3c0b34" providerId="ADAL" clId="{243FFAA0-B281-4784-B1FD-B10C55AB1CDF}" dt="2025-09-28T20:03:42.957" v="8996" actId="790"/>
          <ac:spMkLst>
            <pc:docMk/>
            <pc:sldMk cId="3373980219" sldId="314"/>
            <ac:spMk id="4" creationId="{74F42D88-C865-E8E1-82D4-51FD6AAEA07B}"/>
          </ac:spMkLst>
        </pc:spChg>
        <pc:spChg chg="add mod">
          <ac:chgData name="Weisstanner David" userId="266fc2ed-3807-4c7d-8f60-d5f3ae3c0b34" providerId="ADAL" clId="{243FFAA0-B281-4784-B1FD-B10C55AB1CDF}" dt="2025-09-28T20:03:42.957" v="8996" actId="790"/>
          <ac:spMkLst>
            <pc:docMk/>
            <pc:sldMk cId="3373980219" sldId="314"/>
            <ac:spMk id="5" creationId="{9678087E-7774-E742-6E06-D8D80D9749CC}"/>
          </ac:spMkLst>
        </pc:spChg>
        <pc:spChg chg="add mod">
          <ac:chgData name="Weisstanner David" userId="266fc2ed-3807-4c7d-8f60-d5f3ae3c0b34" providerId="ADAL" clId="{243FFAA0-B281-4784-B1FD-B10C55AB1CDF}" dt="2025-09-28T20:03:42.957" v="8996" actId="790"/>
          <ac:spMkLst>
            <pc:docMk/>
            <pc:sldMk cId="3373980219" sldId="314"/>
            <ac:spMk id="9" creationId="{61BBC6B2-433D-758A-0BF7-C0695DB1BDF5}"/>
          </ac:spMkLst>
        </pc:spChg>
        <pc:graphicFrameChg chg="add mod modGraphic">
          <ac:chgData name="Weisstanner David" userId="266fc2ed-3807-4c7d-8f60-d5f3ae3c0b34" providerId="ADAL" clId="{243FFAA0-B281-4784-B1FD-B10C55AB1CDF}" dt="2025-09-28T20:03:42.957" v="8996" actId="790"/>
          <ac:graphicFrameMkLst>
            <pc:docMk/>
            <pc:sldMk cId="3373980219" sldId="314"/>
            <ac:graphicFrameMk id="6" creationId="{40E06467-6623-21F3-FA79-CDEDF434C119}"/>
          </ac:graphicFrameMkLst>
        </pc:graphicFrameChg>
        <pc:picChg chg="add mod">
          <ac:chgData name="Weisstanner David" userId="266fc2ed-3807-4c7d-8f60-d5f3ae3c0b34" providerId="ADAL" clId="{243FFAA0-B281-4784-B1FD-B10C55AB1CDF}" dt="2025-09-27T19:26:27.299" v="2433" actId="1076"/>
          <ac:picMkLst>
            <pc:docMk/>
            <pc:sldMk cId="3373980219" sldId="314"/>
            <ac:picMk id="1026" creationId="{ED4F2E0B-70BB-B217-AE8E-49799BF116B5}"/>
          </ac:picMkLst>
        </pc:picChg>
      </pc:sldChg>
      <pc:sldChg chg="addSp delSp modSp new mod">
        <pc:chgData name="Weisstanner David" userId="266fc2ed-3807-4c7d-8f60-d5f3ae3c0b34" providerId="ADAL" clId="{243FFAA0-B281-4784-B1FD-B10C55AB1CDF}" dt="2025-09-28T20:03:42.957" v="8996" actId="790"/>
        <pc:sldMkLst>
          <pc:docMk/>
          <pc:sldMk cId="217465847" sldId="315"/>
        </pc:sldMkLst>
        <pc:spChg chg="mod">
          <ac:chgData name="Weisstanner David" userId="266fc2ed-3807-4c7d-8f60-d5f3ae3c0b34" providerId="ADAL" clId="{243FFAA0-B281-4784-B1FD-B10C55AB1CDF}" dt="2025-09-28T20:03:42.957" v="8996" actId="790"/>
          <ac:spMkLst>
            <pc:docMk/>
            <pc:sldMk cId="217465847" sldId="315"/>
            <ac:spMk id="2" creationId="{4024BE71-58DB-DEF1-4C91-DB6C7A9B5FF5}"/>
          </ac:spMkLst>
        </pc:spChg>
        <pc:spChg chg="mod">
          <ac:chgData name="Weisstanner David" userId="266fc2ed-3807-4c7d-8f60-d5f3ae3c0b34" providerId="ADAL" clId="{243FFAA0-B281-4784-B1FD-B10C55AB1CDF}" dt="2025-09-28T20:03:42.957" v="8996" actId="790"/>
          <ac:spMkLst>
            <pc:docMk/>
            <pc:sldMk cId="217465847" sldId="315"/>
            <ac:spMk id="3" creationId="{26603BB7-F2FA-7847-D61D-147EB75137D2}"/>
          </ac:spMkLst>
        </pc:spChg>
        <pc:spChg chg="mod">
          <ac:chgData name="Weisstanner David" userId="266fc2ed-3807-4c7d-8f60-d5f3ae3c0b34" providerId="ADAL" clId="{243FFAA0-B281-4784-B1FD-B10C55AB1CDF}" dt="2025-09-28T20:03:42.957" v="8996" actId="790"/>
          <ac:spMkLst>
            <pc:docMk/>
            <pc:sldMk cId="217465847" sldId="315"/>
            <ac:spMk id="4" creationId="{9E61B25E-B72F-17D7-7252-91AA042A10F2}"/>
          </ac:spMkLst>
        </pc:spChg>
        <pc:spChg chg="add mod">
          <ac:chgData name="Weisstanner David" userId="266fc2ed-3807-4c7d-8f60-d5f3ae3c0b34" providerId="ADAL" clId="{243FFAA0-B281-4784-B1FD-B10C55AB1CDF}" dt="2025-09-28T20:03:42.957" v="8996" actId="790"/>
          <ac:spMkLst>
            <pc:docMk/>
            <pc:sldMk cId="217465847" sldId="315"/>
            <ac:spMk id="6" creationId="{6C257943-7B90-7755-3BF2-B21BD8463E33}"/>
          </ac:spMkLst>
        </pc:spChg>
        <pc:spChg chg="add mod">
          <ac:chgData name="Weisstanner David" userId="266fc2ed-3807-4c7d-8f60-d5f3ae3c0b34" providerId="ADAL" clId="{243FFAA0-B281-4784-B1FD-B10C55AB1CDF}" dt="2025-09-28T20:03:42.957" v="8996" actId="790"/>
          <ac:spMkLst>
            <pc:docMk/>
            <pc:sldMk cId="217465847" sldId="315"/>
            <ac:spMk id="7" creationId="{E099DC04-B68C-C4A2-883D-6A9605C67E06}"/>
          </ac:spMkLst>
        </pc:spChg>
        <pc:spChg chg="add mod">
          <ac:chgData name="Weisstanner David" userId="266fc2ed-3807-4c7d-8f60-d5f3ae3c0b34" providerId="ADAL" clId="{243FFAA0-B281-4784-B1FD-B10C55AB1CDF}" dt="2025-09-28T20:03:42.957" v="8996" actId="790"/>
          <ac:spMkLst>
            <pc:docMk/>
            <pc:sldMk cId="217465847" sldId="315"/>
            <ac:spMk id="8" creationId="{EB73AA5C-AE7D-2E0C-5FD0-113CDD7969A6}"/>
          </ac:spMkLst>
        </pc:spChg>
        <pc:spChg chg="add mod">
          <ac:chgData name="Weisstanner David" userId="266fc2ed-3807-4c7d-8f60-d5f3ae3c0b34" providerId="ADAL" clId="{243FFAA0-B281-4784-B1FD-B10C55AB1CDF}" dt="2025-09-28T20:03:42.957" v="8996" actId="790"/>
          <ac:spMkLst>
            <pc:docMk/>
            <pc:sldMk cId="217465847" sldId="315"/>
            <ac:spMk id="10" creationId="{46732F05-935A-5B0B-BD8F-608F2093EBB0}"/>
          </ac:spMkLst>
        </pc:spChg>
        <pc:spChg chg="add mod">
          <ac:chgData name="Weisstanner David" userId="266fc2ed-3807-4c7d-8f60-d5f3ae3c0b34" providerId="ADAL" clId="{243FFAA0-B281-4784-B1FD-B10C55AB1CDF}" dt="2025-09-28T20:03:42.957" v="8996" actId="790"/>
          <ac:spMkLst>
            <pc:docMk/>
            <pc:sldMk cId="217465847" sldId="315"/>
            <ac:spMk id="12" creationId="{54429CAC-95D7-5125-CBB7-4926345F228F}"/>
          </ac:spMkLst>
        </pc:spChg>
        <pc:graphicFrameChg chg="add mod modGraphic">
          <ac:chgData name="Weisstanner David" userId="266fc2ed-3807-4c7d-8f60-d5f3ae3c0b34" providerId="ADAL" clId="{243FFAA0-B281-4784-B1FD-B10C55AB1CDF}" dt="2025-09-28T20:03:42.957" v="8996" actId="790"/>
          <ac:graphicFrameMkLst>
            <pc:docMk/>
            <pc:sldMk cId="217465847" sldId="315"/>
            <ac:graphicFrameMk id="11" creationId="{AFF2B16F-0A2E-F898-9B14-78338226650E}"/>
          </ac:graphicFrameMkLst>
        </pc:graphicFrameChg>
      </pc:sldChg>
      <pc:sldChg chg="addSp modSp new mod modAnim">
        <pc:chgData name="Weisstanner David" userId="266fc2ed-3807-4c7d-8f60-d5f3ae3c0b34" providerId="ADAL" clId="{243FFAA0-B281-4784-B1FD-B10C55AB1CDF}" dt="2025-09-29T06:53:44.435" v="9437"/>
        <pc:sldMkLst>
          <pc:docMk/>
          <pc:sldMk cId="3070472194" sldId="316"/>
        </pc:sldMkLst>
        <pc:spChg chg="mod">
          <ac:chgData name="Weisstanner David" userId="266fc2ed-3807-4c7d-8f60-d5f3ae3c0b34" providerId="ADAL" clId="{243FFAA0-B281-4784-B1FD-B10C55AB1CDF}" dt="2025-09-28T20:03:42.957" v="8996" actId="790"/>
          <ac:spMkLst>
            <pc:docMk/>
            <pc:sldMk cId="3070472194" sldId="316"/>
            <ac:spMk id="2" creationId="{1041059C-1755-68DF-387C-8CAD863F7C49}"/>
          </ac:spMkLst>
        </pc:spChg>
        <pc:spChg chg="mod">
          <ac:chgData name="Weisstanner David" userId="266fc2ed-3807-4c7d-8f60-d5f3ae3c0b34" providerId="ADAL" clId="{243FFAA0-B281-4784-B1FD-B10C55AB1CDF}" dt="2025-09-28T20:03:42.957" v="8996" actId="790"/>
          <ac:spMkLst>
            <pc:docMk/>
            <pc:sldMk cId="3070472194" sldId="316"/>
            <ac:spMk id="3" creationId="{B0DC63B2-75E6-7E8A-4427-F1C70910F3EB}"/>
          </ac:spMkLst>
        </pc:spChg>
        <pc:spChg chg="mod">
          <ac:chgData name="Weisstanner David" userId="266fc2ed-3807-4c7d-8f60-d5f3ae3c0b34" providerId="ADAL" clId="{243FFAA0-B281-4784-B1FD-B10C55AB1CDF}" dt="2025-09-28T20:03:42.957" v="8996" actId="790"/>
          <ac:spMkLst>
            <pc:docMk/>
            <pc:sldMk cId="3070472194" sldId="316"/>
            <ac:spMk id="4" creationId="{F9AE3554-5B37-68DD-B6CD-20BFFC86CFD8}"/>
          </ac:spMkLst>
        </pc:spChg>
        <pc:spChg chg="add mod">
          <ac:chgData name="Weisstanner David" userId="266fc2ed-3807-4c7d-8f60-d5f3ae3c0b34" providerId="ADAL" clId="{243FFAA0-B281-4784-B1FD-B10C55AB1CDF}" dt="2025-09-28T20:03:42.957" v="8996" actId="790"/>
          <ac:spMkLst>
            <pc:docMk/>
            <pc:sldMk cId="3070472194" sldId="316"/>
            <ac:spMk id="6" creationId="{3607B6B4-3DDF-1217-EFE5-14521AB66EF0}"/>
          </ac:spMkLst>
        </pc:spChg>
        <pc:picChg chg="add mod">
          <ac:chgData name="Weisstanner David" userId="266fc2ed-3807-4c7d-8f60-d5f3ae3c0b34" providerId="ADAL" clId="{243FFAA0-B281-4784-B1FD-B10C55AB1CDF}" dt="2025-09-27T20:18:56.833" v="3533" actId="14100"/>
          <ac:picMkLst>
            <pc:docMk/>
            <pc:sldMk cId="3070472194" sldId="316"/>
            <ac:picMk id="5" creationId="{3C7D11B8-8A74-F869-CEB8-0F7FDEB63FF1}"/>
          </ac:picMkLst>
        </pc:picChg>
      </pc:sldChg>
      <pc:sldChg chg="del">
        <pc:chgData name="Weisstanner David" userId="266fc2ed-3807-4c7d-8f60-d5f3ae3c0b34" providerId="ADAL" clId="{243FFAA0-B281-4784-B1FD-B10C55AB1CDF}" dt="2025-09-22T05:56:28.251" v="20" actId="47"/>
        <pc:sldMkLst>
          <pc:docMk/>
          <pc:sldMk cId="3532065009" sldId="316"/>
        </pc:sldMkLst>
      </pc:sldChg>
      <pc:sldChg chg="del">
        <pc:chgData name="Weisstanner David" userId="266fc2ed-3807-4c7d-8f60-d5f3ae3c0b34" providerId="ADAL" clId="{243FFAA0-B281-4784-B1FD-B10C55AB1CDF}" dt="2025-09-22T05:56:28.251" v="20" actId="47"/>
        <pc:sldMkLst>
          <pc:docMk/>
          <pc:sldMk cId="1938711572" sldId="317"/>
        </pc:sldMkLst>
      </pc:sldChg>
      <pc:sldChg chg="addSp modSp new mod modAnim modNotesTx">
        <pc:chgData name="Weisstanner David" userId="266fc2ed-3807-4c7d-8f60-d5f3ae3c0b34" providerId="ADAL" clId="{243FFAA0-B281-4784-B1FD-B10C55AB1CDF}" dt="2025-09-29T06:54:16.835" v="9443"/>
        <pc:sldMkLst>
          <pc:docMk/>
          <pc:sldMk cId="3979188647" sldId="317"/>
        </pc:sldMkLst>
        <pc:spChg chg="mod">
          <ac:chgData name="Weisstanner David" userId="266fc2ed-3807-4c7d-8f60-d5f3ae3c0b34" providerId="ADAL" clId="{243FFAA0-B281-4784-B1FD-B10C55AB1CDF}" dt="2025-09-28T20:03:42.957" v="8996" actId="790"/>
          <ac:spMkLst>
            <pc:docMk/>
            <pc:sldMk cId="3979188647" sldId="317"/>
            <ac:spMk id="2" creationId="{B5DC5296-B9DC-5290-7A4A-7C325BC1265A}"/>
          </ac:spMkLst>
        </pc:spChg>
        <pc:spChg chg="mod">
          <ac:chgData name="Weisstanner David" userId="266fc2ed-3807-4c7d-8f60-d5f3ae3c0b34" providerId="ADAL" clId="{243FFAA0-B281-4784-B1FD-B10C55AB1CDF}" dt="2025-09-28T20:03:42.957" v="8996" actId="790"/>
          <ac:spMkLst>
            <pc:docMk/>
            <pc:sldMk cId="3979188647" sldId="317"/>
            <ac:spMk id="3" creationId="{D636F6E3-74DA-CD2A-2E77-C300465C79B4}"/>
          </ac:spMkLst>
        </pc:spChg>
        <pc:spChg chg="mod">
          <ac:chgData name="Weisstanner David" userId="266fc2ed-3807-4c7d-8f60-d5f3ae3c0b34" providerId="ADAL" clId="{243FFAA0-B281-4784-B1FD-B10C55AB1CDF}" dt="2025-09-28T20:03:42.957" v="8996" actId="790"/>
          <ac:spMkLst>
            <pc:docMk/>
            <pc:sldMk cId="3979188647" sldId="317"/>
            <ac:spMk id="4" creationId="{E443F86A-4BA1-4621-9832-26AD08422E43}"/>
          </ac:spMkLst>
        </pc:spChg>
        <pc:spChg chg="add mod">
          <ac:chgData name="Weisstanner David" userId="266fc2ed-3807-4c7d-8f60-d5f3ae3c0b34" providerId="ADAL" clId="{243FFAA0-B281-4784-B1FD-B10C55AB1CDF}" dt="2025-09-28T20:03:42.957" v="8996" actId="790"/>
          <ac:spMkLst>
            <pc:docMk/>
            <pc:sldMk cId="3979188647" sldId="317"/>
            <ac:spMk id="5" creationId="{58DEF6CC-364E-647E-2527-FFBF733FBB04}"/>
          </ac:spMkLst>
        </pc:spChg>
      </pc:sldChg>
      <pc:sldChg chg="addSp delSp modSp new mod">
        <pc:chgData name="Weisstanner David" userId="266fc2ed-3807-4c7d-8f60-d5f3ae3c0b34" providerId="ADAL" clId="{243FFAA0-B281-4784-B1FD-B10C55AB1CDF}" dt="2025-09-29T07:00:37.894" v="9457" actId="1038"/>
        <pc:sldMkLst>
          <pc:docMk/>
          <pc:sldMk cId="1220101325" sldId="318"/>
        </pc:sldMkLst>
        <pc:spChg chg="mod">
          <ac:chgData name="Weisstanner David" userId="266fc2ed-3807-4c7d-8f60-d5f3ae3c0b34" providerId="ADAL" clId="{243FFAA0-B281-4784-B1FD-B10C55AB1CDF}" dt="2025-09-28T20:03:42.957" v="8996" actId="790"/>
          <ac:spMkLst>
            <pc:docMk/>
            <pc:sldMk cId="1220101325" sldId="318"/>
            <ac:spMk id="2" creationId="{DD287CF6-26D6-63E2-5033-3948E6FF249A}"/>
          </ac:spMkLst>
        </pc:spChg>
        <pc:spChg chg="mod">
          <ac:chgData name="Weisstanner David" userId="266fc2ed-3807-4c7d-8f60-d5f3ae3c0b34" providerId="ADAL" clId="{243FFAA0-B281-4784-B1FD-B10C55AB1CDF}" dt="2025-09-28T20:03:42.957" v="8996" actId="790"/>
          <ac:spMkLst>
            <pc:docMk/>
            <pc:sldMk cId="1220101325" sldId="318"/>
            <ac:spMk id="3" creationId="{1AF13479-8E6A-D410-0639-2C9DF527BE23}"/>
          </ac:spMkLst>
        </pc:spChg>
        <pc:spChg chg="mod">
          <ac:chgData name="Weisstanner David" userId="266fc2ed-3807-4c7d-8f60-d5f3ae3c0b34" providerId="ADAL" clId="{243FFAA0-B281-4784-B1FD-B10C55AB1CDF}" dt="2025-09-28T20:03:42.957" v="8996" actId="790"/>
          <ac:spMkLst>
            <pc:docMk/>
            <pc:sldMk cId="1220101325" sldId="318"/>
            <ac:spMk id="4" creationId="{4F235E01-17C7-4920-A36C-3E7966BEB1CC}"/>
          </ac:spMkLst>
        </pc:spChg>
        <pc:spChg chg="add mod">
          <ac:chgData name="Weisstanner David" userId="266fc2ed-3807-4c7d-8f60-d5f3ae3c0b34" providerId="ADAL" clId="{243FFAA0-B281-4784-B1FD-B10C55AB1CDF}" dt="2025-09-28T20:03:42.957" v="8996" actId="790"/>
          <ac:spMkLst>
            <pc:docMk/>
            <pc:sldMk cId="1220101325" sldId="318"/>
            <ac:spMk id="8" creationId="{8A791BEC-E0E0-362C-85BC-9B6ED6719BA5}"/>
          </ac:spMkLst>
        </pc:spChg>
        <pc:spChg chg="add mod">
          <ac:chgData name="Weisstanner David" userId="266fc2ed-3807-4c7d-8f60-d5f3ae3c0b34" providerId="ADAL" clId="{243FFAA0-B281-4784-B1FD-B10C55AB1CDF}" dt="2025-09-29T07:00:32.098" v="9447" actId="20577"/>
          <ac:spMkLst>
            <pc:docMk/>
            <pc:sldMk cId="1220101325" sldId="318"/>
            <ac:spMk id="11" creationId="{390665E1-8242-2B4C-A7CB-D02FE027B110}"/>
          </ac:spMkLst>
        </pc:spChg>
        <pc:picChg chg="add mod">
          <ac:chgData name="Weisstanner David" userId="266fc2ed-3807-4c7d-8f60-d5f3ae3c0b34" providerId="ADAL" clId="{243FFAA0-B281-4784-B1FD-B10C55AB1CDF}" dt="2025-09-28T19:03:40.635" v="6462" actId="1076"/>
          <ac:picMkLst>
            <pc:docMk/>
            <pc:sldMk cId="1220101325" sldId="318"/>
            <ac:picMk id="10" creationId="{F6244527-1750-EA05-70C8-F187A801E13F}"/>
          </ac:picMkLst>
        </pc:picChg>
        <pc:picChg chg="add mod">
          <ac:chgData name="Weisstanner David" userId="266fc2ed-3807-4c7d-8f60-d5f3ae3c0b34" providerId="ADAL" clId="{243FFAA0-B281-4784-B1FD-B10C55AB1CDF}" dt="2025-09-29T07:00:37.894" v="9457" actId="1038"/>
          <ac:picMkLst>
            <pc:docMk/>
            <pc:sldMk cId="1220101325" sldId="318"/>
            <ac:picMk id="2050" creationId="{FDF4098E-5EEA-9871-B158-A5360777B791}"/>
          </ac:picMkLst>
        </pc:picChg>
      </pc:sldChg>
      <pc:sldChg chg="modSp new mod">
        <pc:chgData name="Weisstanner David" userId="266fc2ed-3807-4c7d-8f60-d5f3ae3c0b34" providerId="ADAL" clId="{243FFAA0-B281-4784-B1FD-B10C55AB1CDF}" dt="2025-09-29T06:54:45.864" v="9444" actId="114"/>
        <pc:sldMkLst>
          <pc:docMk/>
          <pc:sldMk cId="979486445" sldId="319"/>
        </pc:sldMkLst>
        <pc:spChg chg="mod">
          <ac:chgData name="Weisstanner David" userId="266fc2ed-3807-4c7d-8f60-d5f3ae3c0b34" providerId="ADAL" clId="{243FFAA0-B281-4784-B1FD-B10C55AB1CDF}" dt="2025-09-28T20:03:42.957" v="8996" actId="790"/>
          <ac:spMkLst>
            <pc:docMk/>
            <pc:sldMk cId="979486445" sldId="319"/>
            <ac:spMk id="2" creationId="{53D75825-827E-ADD3-B30E-44771FBBD8D7}"/>
          </ac:spMkLst>
        </pc:spChg>
        <pc:spChg chg="mod">
          <ac:chgData name="Weisstanner David" userId="266fc2ed-3807-4c7d-8f60-d5f3ae3c0b34" providerId="ADAL" clId="{243FFAA0-B281-4784-B1FD-B10C55AB1CDF}" dt="2025-09-28T20:03:42.957" v="8996" actId="790"/>
          <ac:spMkLst>
            <pc:docMk/>
            <pc:sldMk cId="979486445" sldId="319"/>
            <ac:spMk id="3" creationId="{560E0C0E-D67C-7BDE-2481-A78CA75FF919}"/>
          </ac:spMkLst>
        </pc:spChg>
        <pc:spChg chg="mod">
          <ac:chgData name="Weisstanner David" userId="266fc2ed-3807-4c7d-8f60-d5f3ae3c0b34" providerId="ADAL" clId="{243FFAA0-B281-4784-B1FD-B10C55AB1CDF}" dt="2025-09-29T06:54:45.864" v="9444" actId="114"/>
          <ac:spMkLst>
            <pc:docMk/>
            <pc:sldMk cId="979486445" sldId="319"/>
            <ac:spMk id="4" creationId="{7F3C7652-A0DD-9DB6-9DD7-A3C134125406}"/>
          </ac:spMkLst>
        </pc:spChg>
      </pc:sldChg>
      <pc:sldChg chg="modSp new mod">
        <pc:chgData name="Weisstanner David" userId="266fc2ed-3807-4c7d-8f60-d5f3ae3c0b34" providerId="ADAL" clId="{243FFAA0-B281-4784-B1FD-B10C55AB1CDF}" dt="2025-09-28T20:03:42.957" v="8996" actId="790"/>
        <pc:sldMkLst>
          <pc:docMk/>
          <pc:sldMk cId="2463802401" sldId="320"/>
        </pc:sldMkLst>
        <pc:spChg chg="mod">
          <ac:chgData name="Weisstanner David" userId="266fc2ed-3807-4c7d-8f60-d5f3ae3c0b34" providerId="ADAL" clId="{243FFAA0-B281-4784-B1FD-B10C55AB1CDF}" dt="2025-09-28T20:03:42.957" v="8996" actId="790"/>
          <ac:spMkLst>
            <pc:docMk/>
            <pc:sldMk cId="2463802401" sldId="320"/>
            <ac:spMk id="2" creationId="{0EFDB0E6-5D50-88BC-973E-111D1B119727}"/>
          </ac:spMkLst>
        </pc:spChg>
        <pc:spChg chg="mod">
          <ac:chgData name="Weisstanner David" userId="266fc2ed-3807-4c7d-8f60-d5f3ae3c0b34" providerId="ADAL" clId="{243FFAA0-B281-4784-B1FD-B10C55AB1CDF}" dt="2025-09-28T20:03:42.957" v="8996" actId="790"/>
          <ac:spMkLst>
            <pc:docMk/>
            <pc:sldMk cId="2463802401" sldId="320"/>
            <ac:spMk id="3" creationId="{59725AD3-4898-CFF7-81A2-133748FC446E}"/>
          </ac:spMkLst>
        </pc:spChg>
        <pc:spChg chg="mod">
          <ac:chgData name="Weisstanner David" userId="266fc2ed-3807-4c7d-8f60-d5f3ae3c0b34" providerId="ADAL" clId="{243FFAA0-B281-4784-B1FD-B10C55AB1CDF}" dt="2025-09-28T20:03:42.957" v="8996" actId="790"/>
          <ac:spMkLst>
            <pc:docMk/>
            <pc:sldMk cId="2463802401" sldId="320"/>
            <ac:spMk id="4" creationId="{91120B91-564B-3E32-4495-80FE0554C9AF}"/>
          </ac:spMkLst>
        </pc:spChg>
      </pc:sldChg>
      <pc:sldChg chg="del">
        <pc:chgData name="Weisstanner David" userId="266fc2ed-3807-4c7d-8f60-d5f3ae3c0b34" providerId="ADAL" clId="{243FFAA0-B281-4784-B1FD-B10C55AB1CDF}" dt="2025-09-22T05:56:28.251" v="20" actId="47"/>
        <pc:sldMkLst>
          <pc:docMk/>
          <pc:sldMk cId="3458947387" sldId="320"/>
        </pc:sldMkLst>
      </pc:sldChg>
      <pc:sldChg chg="del">
        <pc:chgData name="Weisstanner David" userId="266fc2ed-3807-4c7d-8f60-d5f3ae3c0b34" providerId="ADAL" clId="{243FFAA0-B281-4784-B1FD-B10C55AB1CDF}" dt="2025-09-22T05:56:28.251" v="20" actId="47"/>
        <pc:sldMkLst>
          <pc:docMk/>
          <pc:sldMk cId="707244258" sldId="321"/>
        </pc:sldMkLst>
      </pc:sldChg>
      <pc:sldChg chg="addSp modSp new mod">
        <pc:chgData name="Weisstanner David" userId="266fc2ed-3807-4c7d-8f60-d5f3ae3c0b34" providerId="ADAL" clId="{243FFAA0-B281-4784-B1FD-B10C55AB1CDF}" dt="2025-09-28T20:03:42.957" v="8996" actId="790"/>
        <pc:sldMkLst>
          <pc:docMk/>
          <pc:sldMk cId="1497820951" sldId="321"/>
        </pc:sldMkLst>
        <pc:spChg chg="mod">
          <ac:chgData name="Weisstanner David" userId="266fc2ed-3807-4c7d-8f60-d5f3ae3c0b34" providerId="ADAL" clId="{243FFAA0-B281-4784-B1FD-B10C55AB1CDF}" dt="2025-09-28T20:03:42.957" v="8996" actId="790"/>
          <ac:spMkLst>
            <pc:docMk/>
            <pc:sldMk cId="1497820951" sldId="321"/>
            <ac:spMk id="2" creationId="{F94AA8E3-B99A-B1DC-2F5C-9C03E91C0003}"/>
          </ac:spMkLst>
        </pc:spChg>
        <pc:spChg chg="mod">
          <ac:chgData name="Weisstanner David" userId="266fc2ed-3807-4c7d-8f60-d5f3ae3c0b34" providerId="ADAL" clId="{243FFAA0-B281-4784-B1FD-B10C55AB1CDF}" dt="2025-09-28T20:03:42.957" v="8996" actId="790"/>
          <ac:spMkLst>
            <pc:docMk/>
            <pc:sldMk cId="1497820951" sldId="321"/>
            <ac:spMk id="3" creationId="{1A40E38A-500C-E5E3-8A4E-E6C6D9B6F255}"/>
          </ac:spMkLst>
        </pc:spChg>
        <pc:spChg chg="mod">
          <ac:chgData name="Weisstanner David" userId="266fc2ed-3807-4c7d-8f60-d5f3ae3c0b34" providerId="ADAL" clId="{243FFAA0-B281-4784-B1FD-B10C55AB1CDF}" dt="2025-09-28T20:03:42.957" v="8996" actId="790"/>
          <ac:spMkLst>
            <pc:docMk/>
            <pc:sldMk cId="1497820951" sldId="321"/>
            <ac:spMk id="4" creationId="{484BE224-AA43-9BC3-CE88-8C42FBC4C24E}"/>
          </ac:spMkLst>
        </pc:spChg>
        <pc:spChg chg="add mod">
          <ac:chgData name="Weisstanner David" userId="266fc2ed-3807-4c7d-8f60-d5f3ae3c0b34" providerId="ADAL" clId="{243FFAA0-B281-4784-B1FD-B10C55AB1CDF}" dt="2025-09-28T20:03:42.957" v="8996" actId="790"/>
          <ac:spMkLst>
            <pc:docMk/>
            <pc:sldMk cId="1497820951" sldId="321"/>
            <ac:spMk id="5" creationId="{69CACCD9-1380-B72D-EE24-28C413C585F4}"/>
          </ac:spMkLst>
        </pc:spChg>
        <pc:spChg chg="add mod">
          <ac:chgData name="Weisstanner David" userId="266fc2ed-3807-4c7d-8f60-d5f3ae3c0b34" providerId="ADAL" clId="{243FFAA0-B281-4784-B1FD-B10C55AB1CDF}" dt="2025-09-28T20:03:42.957" v="8996" actId="790"/>
          <ac:spMkLst>
            <pc:docMk/>
            <pc:sldMk cId="1497820951" sldId="321"/>
            <ac:spMk id="6" creationId="{E00D380E-6D31-A649-5944-DE2B82897154}"/>
          </ac:spMkLst>
        </pc:spChg>
      </pc:sldChg>
      <pc:sldChg chg="new del">
        <pc:chgData name="Weisstanner David" userId="266fc2ed-3807-4c7d-8f60-d5f3ae3c0b34" providerId="ADAL" clId="{243FFAA0-B281-4784-B1FD-B10C55AB1CDF}" dt="2025-09-28T19:40:18.958" v="7997" actId="47"/>
        <pc:sldMkLst>
          <pc:docMk/>
          <pc:sldMk cId="3359554168" sldId="321"/>
        </pc:sldMkLst>
      </pc:sldChg>
      <pc:sldChg chg="addSp delSp modSp new mod ord">
        <pc:chgData name="Weisstanner David" userId="266fc2ed-3807-4c7d-8f60-d5f3ae3c0b34" providerId="ADAL" clId="{243FFAA0-B281-4784-B1FD-B10C55AB1CDF}" dt="2025-09-29T06:30:31.290" v="9385"/>
        <pc:sldMkLst>
          <pc:docMk/>
          <pc:sldMk cId="856258649" sldId="322"/>
        </pc:sldMkLst>
        <pc:spChg chg="mod">
          <ac:chgData name="Weisstanner David" userId="266fc2ed-3807-4c7d-8f60-d5f3ae3c0b34" providerId="ADAL" clId="{243FFAA0-B281-4784-B1FD-B10C55AB1CDF}" dt="2025-09-28T20:03:42.957" v="8996" actId="790"/>
          <ac:spMkLst>
            <pc:docMk/>
            <pc:sldMk cId="856258649" sldId="322"/>
            <ac:spMk id="2" creationId="{5BFEFBF3-909B-5941-3B4D-6FDE8528D30C}"/>
          </ac:spMkLst>
        </pc:spChg>
        <pc:spChg chg="mod">
          <ac:chgData name="Weisstanner David" userId="266fc2ed-3807-4c7d-8f60-d5f3ae3c0b34" providerId="ADAL" clId="{243FFAA0-B281-4784-B1FD-B10C55AB1CDF}" dt="2025-09-28T20:03:42.957" v="8996" actId="790"/>
          <ac:spMkLst>
            <pc:docMk/>
            <pc:sldMk cId="856258649" sldId="322"/>
            <ac:spMk id="3" creationId="{BD5F43EF-BC58-4E5C-4861-97DF544F189B}"/>
          </ac:spMkLst>
        </pc:spChg>
        <pc:spChg chg="mod">
          <ac:chgData name="Weisstanner David" userId="266fc2ed-3807-4c7d-8f60-d5f3ae3c0b34" providerId="ADAL" clId="{243FFAA0-B281-4784-B1FD-B10C55AB1CDF}" dt="2025-09-28T20:03:42.957" v="8996" actId="790"/>
          <ac:spMkLst>
            <pc:docMk/>
            <pc:sldMk cId="856258649" sldId="322"/>
            <ac:spMk id="4" creationId="{4A646CB3-C80C-F9F4-D0CB-08340562EFA3}"/>
          </ac:spMkLst>
        </pc:spChg>
      </pc:sldChg>
      <pc:sldChg chg="del">
        <pc:chgData name="Weisstanner David" userId="266fc2ed-3807-4c7d-8f60-d5f3ae3c0b34" providerId="ADAL" clId="{243FFAA0-B281-4784-B1FD-B10C55AB1CDF}" dt="2025-09-22T05:56:28.251" v="20" actId="47"/>
        <pc:sldMkLst>
          <pc:docMk/>
          <pc:sldMk cId="2457242238" sldId="322"/>
        </pc:sldMkLst>
      </pc:sldChg>
      <pc:sldChg chg="new del">
        <pc:chgData name="Weisstanner David" userId="266fc2ed-3807-4c7d-8f60-d5f3ae3c0b34" providerId="ADAL" clId="{243FFAA0-B281-4784-B1FD-B10C55AB1CDF}" dt="2025-09-28T19:59:20.055" v="8888" actId="47"/>
        <pc:sldMkLst>
          <pc:docMk/>
          <pc:sldMk cId="3584074792" sldId="322"/>
        </pc:sldMkLst>
      </pc:sldChg>
      <pc:sldChg chg="addSp delSp modSp new mod">
        <pc:chgData name="Weisstanner David" userId="266fc2ed-3807-4c7d-8f60-d5f3ae3c0b34" providerId="ADAL" clId="{243FFAA0-B281-4784-B1FD-B10C55AB1CDF}" dt="2025-09-29T06:51:37.109" v="9428" actId="1076"/>
        <pc:sldMkLst>
          <pc:docMk/>
          <pc:sldMk cId="187001486" sldId="323"/>
        </pc:sldMkLst>
        <pc:spChg chg="mod">
          <ac:chgData name="Weisstanner David" userId="266fc2ed-3807-4c7d-8f60-d5f3ae3c0b34" providerId="ADAL" clId="{243FFAA0-B281-4784-B1FD-B10C55AB1CDF}" dt="2025-09-29T06:47:28.170" v="9400" actId="20577"/>
          <ac:spMkLst>
            <pc:docMk/>
            <pc:sldMk cId="187001486" sldId="323"/>
            <ac:spMk id="2" creationId="{11F1AC7C-2418-72E0-1EA5-8E0864D85184}"/>
          </ac:spMkLst>
        </pc:spChg>
        <pc:spChg chg="add mod">
          <ac:chgData name="Weisstanner David" userId="266fc2ed-3807-4c7d-8f60-d5f3ae3c0b34" providerId="ADAL" clId="{243FFAA0-B281-4784-B1FD-B10C55AB1CDF}" dt="2025-09-29T06:50:28.130" v="9411" actId="20577"/>
          <ac:spMkLst>
            <pc:docMk/>
            <pc:sldMk cId="187001486" sldId="323"/>
            <ac:spMk id="10" creationId="{F0E7125E-FE98-4460-A3F6-2D7810C2486F}"/>
          </ac:spMkLst>
        </pc:spChg>
        <pc:spChg chg="add mod">
          <ac:chgData name="Weisstanner David" userId="266fc2ed-3807-4c7d-8f60-d5f3ae3c0b34" providerId="ADAL" clId="{243FFAA0-B281-4784-B1FD-B10C55AB1CDF}" dt="2025-09-29T06:51:37.109" v="9428" actId="1076"/>
          <ac:spMkLst>
            <pc:docMk/>
            <pc:sldMk cId="187001486" sldId="323"/>
            <ac:spMk id="16" creationId="{02ABF419-DFF9-7226-DE77-DB9D83DB42F2}"/>
          </ac:spMkLst>
        </pc:spChg>
        <pc:picChg chg="add mod">
          <ac:chgData name="Weisstanner David" userId="266fc2ed-3807-4c7d-8f60-d5f3ae3c0b34" providerId="ADAL" clId="{243FFAA0-B281-4784-B1FD-B10C55AB1CDF}" dt="2025-09-29T06:50:33.936" v="9413" actId="1076"/>
          <ac:picMkLst>
            <pc:docMk/>
            <pc:sldMk cId="187001486" sldId="323"/>
            <ac:picMk id="6" creationId="{D4D921A7-8A56-839C-2CD3-050673266EDD}"/>
          </ac:picMkLst>
        </pc:picChg>
        <pc:picChg chg="add mod">
          <ac:chgData name="Weisstanner David" userId="266fc2ed-3807-4c7d-8f60-d5f3ae3c0b34" providerId="ADAL" clId="{243FFAA0-B281-4784-B1FD-B10C55AB1CDF}" dt="2025-09-29T06:51:07.056" v="9418" actId="1076"/>
          <ac:picMkLst>
            <pc:docMk/>
            <pc:sldMk cId="187001486" sldId="323"/>
            <ac:picMk id="12" creationId="{7688FEDC-7F34-BE90-8802-F106350C1F6D}"/>
          </ac:picMkLst>
        </pc:picChg>
      </pc:sldChg>
      <pc:sldChg chg="del">
        <pc:chgData name="Weisstanner David" userId="266fc2ed-3807-4c7d-8f60-d5f3ae3c0b34" providerId="ADAL" clId="{243FFAA0-B281-4784-B1FD-B10C55AB1CDF}" dt="2025-09-22T05:56:28.251" v="20" actId="47"/>
        <pc:sldMkLst>
          <pc:docMk/>
          <pc:sldMk cId="3718674560" sldId="323"/>
        </pc:sldMkLst>
      </pc:sldChg>
      <pc:sldChg chg="del">
        <pc:chgData name="Weisstanner David" userId="266fc2ed-3807-4c7d-8f60-d5f3ae3c0b34" providerId="ADAL" clId="{243FFAA0-B281-4784-B1FD-B10C55AB1CDF}" dt="2025-09-22T05:56:28.251" v="20" actId="47"/>
        <pc:sldMkLst>
          <pc:docMk/>
          <pc:sldMk cId="1857522467" sldId="324"/>
        </pc:sldMkLst>
      </pc:sldChg>
      <pc:sldChg chg="del">
        <pc:chgData name="Weisstanner David" userId="266fc2ed-3807-4c7d-8f60-d5f3ae3c0b34" providerId="ADAL" clId="{243FFAA0-B281-4784-B1FD-B10C55AB1CDF}" dt="2025-09-22T05:56:28.251" v="20" actId="47"/>
        <pc:sldMkLst>
          <pc:docMk/>
          <pc:sldMk cId="2660734836" sldId="325"/>
        </pc:sldMkLst>
      </pc:sldChg>
      <pc:sldChg chg="del">
        <pc:chgData name="Weisstanner David" userId="266fc2ed-3807-4c7d-8f60-d5f3ae3c0b34" providerId="ADAL" clId="{243FFAA0-B281-4784-B1FD-B10C55AB1CDF}" dt="2025-09-22T05:56:28.251" v="20" actId="47"/>
        <pc:sldMkLst>
          <pc:docMk/>
          <pc:sldMk cId="3598599061" sldId="326"/>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30AD1D6-E4A9-4FC7-A9D2-A0B620C57B7D}" type="doc">
      <dgm:prSet loTypeId="urn:microsoft.com/office/officeart/2005/8/layout/list1" loCatId="list" qsTypeId="urn:microsoft.com/office/officeart/2005/8/quickstyle/simple1" qsCatId="simple" csTypeId="urn:microsoft.com/office/officeart/2005/8/colors/accent4_2" csCatId="accent4" phldr="1"/>
      <dgm:spPr/>
      <dgm:t>
        <a:bodyPr/>
        <a:lstStyle/>
        <a:p>
          <a:endParaRPr lang="de-CH"/>
        </a:p>
      </dgm:t>
    </dgm:pt>
    <dgm:pt modelId="{D7CA12A9-C9EF-4B26-83B7-81C37AD02594}">
      <dgm:prSet phldrT="[Text]"/>
      <dgm:spPr/>
      <dgm:t>
        <a:bodyPr/>
        <a:lstStyle/>
        <a:p>
          <a:r>
            <a:rPr lang="en-GB" noProof="0" dirty="0"/>
            <a:t>Behavioural explanations</a:t>
          </a:r>
        </a:p>
      </dgm:t>
    </dgm:pt>
    <dgm:pt modelId="{2A9DE87B-91FF-48D9-BA4C-FC2B32C2781E}" type="parTrans" cxnId="{D9292EBD-5554-4796-BB92-1C3079CC029C}">
      <dgm:prSet/>
      <dgm:spPr/>
      <dgm:t>
        <a:bodyPr/>
        <a:lstStyle/>
        <a:p>
          <a:endParaRPr lang="de-CH"/>
        </a:p>
      </dgm:t>
    </dgm:pt>
    <dgm:pt modelId="{88E43269-C30D-4EA4-8507-4565E1327D84}" type="sibTrans" cxnId="{D9292EBD-5554-4796-BB92-1C3079CC029C}">
      <dgm:prSet/>
      <dgm:spPr/>
      <dgm:t>
        <a:bodyPr/>
        <a:lstStyle/>
        <a:p>
          <a:endParaRPr lang="de-CH"/>
        </a:p>
      </dgm:t>
    </dgm:pt>
    <dgm:pt modelId="{4BBC8AD4-7C5D-4CA9-96B9-D08C7D0E99FF}">
      <dgm:prSet phldrT="[Text]"/>
      <dgm:spPr/>
      <dgm:t>
        <a:bodyPr/>
        <a:lstStyle/>
        <a:p>
          <a:r>
            <a:rPr lang="en-GB" noProof="0" dirty="0"/>
            <a:t>Material explanations</a:t>
          </a:r>
        </a:p>
      </dgm:t>
    </dgm:pt>
    <dgm:pt modelId="{4E1A937F-B098-4CC4-925F-6B30F35553FC}" type="parTrans" cxnId="{0A5E1D38-7669-456E-A865-2B941C829912}">
      <dgm:prSet/>
      <dgm:spPr/>
      <dgm:t>
        <a:bodyPr/>
        <a:lstStyle/>
        <a:p>
          <a:endParaRPr lang="de-CH"/>
        </a:p>
      </dgm:t>
    </dgm:pt>
    <dgm:pt modelId="{10A43B93-D05D-4CB2-BE02-331AEB72A753}" type="sibTrans" cxnId="{0A5E1D38-7669-456E-A865-2B941C829912}">
      <dgm:prSet/>
      <dgm:spPr/>
      <dgm:t>
        <a:bodyPr/>
        <a:lstStyle/>
        <a:p>
          <a:endParaRPr lang="de-CH"/>
        </a:p>
      </dgm:t>
    </dgm:pt>
    <dgm:pt modelId="{3FFB52EF-49CB-436E-9E54-22871308EB75}">
      <dgm:prSet phldrT="[Text]"/>
      <dgm:spPr/>
      <dgm:t>
        <a:bodyPr/>
        <a:lstStyle/>
        <a:p>
          <a:r>
            <a:rPr lang="en-GB" noProof="0" dirty="0"/>
            <a:t>Psychosocial explanations</a:t>
          </a:r>
        </a:p>
      </dgm:t>
    </dgm:pt>
    <dgm:pt modelId="{4A25E853-5A07-4705-B85F-3723423C6DBF}" type="parTrans" cxnId="{BEEC25AF-F1CF-45DF-A836-6A05431907B3}">
      <dgm:prSet/>
      <dgm:spPr/>
      <dgm:t>
        <a:bodyPr/>
        <a:lstStyle/>
        <a:p>
          <a:endParaRPr lang="de-CH"/>
        </a:p>
      </dgm:t>
    </dgm:pt>
    <dgm:pt modelId="{AF2149FF-6CE3-48D8-9D2E-13BE59113FF0}" type="sibTrans" cxnId="{BEEC25AF-F1CF-45DF-A836-6A05431907B3}">
      <dgm:prSet/>
      <dgm:spPr/>
      <dgm:t>
        <a:bodyPr/>
        <a:lstStyle/>
        <a:p>
          <a:endParaRPr lang="de-CH"/>
        </a:p>
      </dgm:t>
    </dgm:pt>
    <dgm:pt modelId="{70F9CE91-1156-4332-89BA-0627A9E11537}" type="pres">
      <dgm:prSet presAssocID="{730AD1D6-E4A9-4FC7-A9D2-A0B620C57B7D}" presName="linear" presStyleCnt="0">
        <dgm:presLayoutVars>
          <dgm:dir/>
          <dgm:animLvl val="lvl"/>
          <dgm:resizeHandles val="exact"/>
        </dgm:presLayoutVars>
      </dgm:prSet>
      <dgm:spPr/>
    </dgm:pt>
    <dgm:pt modelId="{20A64AF6-C98C-4580-BD02-AC87136D80D3}" type="pres">
      <dgm:prSet presAssocID="{D7CA12A9-C9EF-4B26-83B7-81C37AD02594}" presName="parentLin" presStyleCnt="0"/>
      <dgm:spPr/>
    </dgm:pt>
    <dgm:pt modelId="{DB6551C2-72EE-4A9F-8546-42CFA822D9A0}" type="pres">
      <dgm:prSet presAssocID="{D7CA12A9-C9EF-4B26-83B7-81C37AD02594}" presName="parentLeftMargin" presStyleLbl="node1" presStyleIdx="0" presStyleCnt="3"/>
      <dgm:spPr/>
    </dgm:pt>
    <dgm:pt modelId="{D68F4B28-E9AF-4B93-9CBE-817350F7D0CC}" type="pres">
      <dgm:prSet presAssocID="{D7CA12A9-C9EF-4B26-83B7-81C37AD02594}" presName="parentText" presStyleLbl="node1" presStyleIdx="0" presStyleCnt="3">
        <dgm:presLayoutVars>
          <dgm:chMax val="0"/>
          <dgm:bulletEnabled val="1"/>
        </dgm:presLayoutVars>
      </dgm:prSet>
      <dgm:spPr/>
    </dgm:pt>
    <dgm:pt modelId="{11FDE127-9EA3-45DA-A20E-9726AADF533F}" type="pres">
      <dgm:prSet presAssocID="{D7CA12A9-C9EF-4B26-83B7-81C37AD02594}" presName="negativeSpace" presStyleCnt="0"/>
      <dgm:spPr/>
    </dgm:pt>
    <dgm:pt modelId="{E3395DC8-9D24-4A30-AA55-28C50A38145E}" type="pres">
      <dgm:prSet presAssocID="{D7CA12A9-C9EF-4B26-83B7-81C37AD02594}" presName="childText" presStyleLbl="conFgAcc1" presStyleIdx="0" presStyleCnt="3">
        <dgm:presLayoutVars>
          <dgm:bulletEnabled val="1"/>
        </dgm:presLayoutVars>
      </dgm:prSet>
      <dgm:spPr/>
    </dgm:pt>
    <dgm:pt modelId="{DE6F49D7-AE90-460C-B2FF-74E113AB5BAF}" type="pres">
      <dgm:prSet presAssocID="{88E43269-C30D-4EA4-8507-4565E1327D84}" presName="spaceBetweenRectangles" presStyleCnt="0"/>
      <dgm:spPr/>
    </dgm:pt>
    <dgm:pt modelId="{AA61E8C9-69C5-4F49-B220-B6E3AEA04979}" type="pres">
      <dgm:prSet presAssocID="{4BBC8AD4-7C5D-4CA9-96B9-D08C7D0E99FF}" presName="parentLin" presStyleCnt="0"/>
      <dgm:spPr/>
    </dgm:pt>
    <dgm:pt modelId="{082CF92E-6F38-4070-AA2D-3DBDE60CBB52}" type="pres">
      <dgm:prSet presAssocID="{4BBC8AD4-7C5D-4CA9-96B9-D08C7D0E99FF}" presName="parentLeftMargin" presStyleLbl="node1" presStyleIdx="0" presStyleCnt="3"/>
      <dgm:spPr/>
    </dgm:pt>
    <dgm:pt modelId="{A096F0EC-4A41-4952-9228-2F61A238C1BB}" type="pres">
      <dgm:prSet presAssocID="{4BBC8AD4-7C5D-4CA9-96B9-D08C7D0E99FF}" presName="parentText" presStyleLbl="node1" presStyleIdx="1" presStyleCnt="3">
        <dgm:presLayoutVars>
          <dgm:chMax val="0"/>
          <dgm:bulletEnabled val="1"/>
        </dgm:presLayoutVars>
      </dgm:prSet>
      <dgm:spPr/>
    </dgm:pt>
    <dgm:pt modelId="{25201F62-DDF3-4594-A74D-A5E157F7E926}" type="pres">
      <dgm:prSet presAssocID="{4BBC8AD4-7C5D-4CA9-96B9-D08C7D0E99FF}" presName="negativeSpace" presStyleCnt="0"/>
      <dgm:spPr/>
    </dgm:pt>
    <dgm:pt modelId="{90D5E7FD-61B5-424A-BB46-EC6EF62A97EE}" type="pres">
      <dgm:prSet presAssocID="{4BBC8AD4-7C5D-4CA9-96B9-D08C7D0E99FF}" presName="childText" presStyleLbl="conFgAcc1" presStyleIdx="1" presStyleCnt="3">
        <dgm:presLayoutVars>
          <dgm:bulletEnabled val="1"/>
        </dgm:presLayoutVars>
      </dgm:prSet>
      <dgm:spPr/>
    </dgm:pt>
    <dgm:pt modelId="{62207103-07AC-4FFF-9BD5-88DC2E279A13}" type="pres">
      <dgm:prSet presAssocID="{10A43B93-D05D-4CB2-BE02-331AEB72A753}" presName="spaceBetweenRectangles" presStyleCnt="0"/>
      <dgm:spPr/>
    </dgm:pt>
    <dgm:pt modelId="{D56482D9-037C-45D4-820F-20ED27739487}" type="pres">
      <dgm:prSet presAssocID="{3FFB52EF-49CB-436E-9E54-22871308EB75}" presName="parentLin" presStyleCnt="0"/>
      <dgm:spPr/>
    </dgm:pt>
    <dgm:pt modelId="{44B5C9ED-392F-4005-9412-B94EE68527E0}" type="pres">
      <dgm:prSet presAssocID="{3FFB52EF-49CB-436E-9E54-22871308EB75}" presName="parentLeftMargin" presStyleLbl="node1" presStyleIdx="1" presStyleCnt="3"/>
      <dgm:spPr/>
    </dgm:pt>
    <dgm:pt modelId="{8529CBDD-2FB1-4A29-8DBA-5A3B7657612B}" type="pres">
      <dgm:prSet presAssocID="{3FFB52EF-49CB-436E-9E54-22871308EB75}" presName="parentText" presStyleLbl="node1" presStyleIdx="2" presStyleCnt="3">
        <dgm:presLayoutVars>
          <dgm:chMax val="0"/>
          <dgm:bulletEnabled val="1"/>
        </dgm:presLayoutVars>
      </dgm:prSet>
      <dgm:spPr/>
    </dgm:pt>
    <dgm:pt modelId="{59FA6525-E764-40EC-8460-CC1D35EFB5CA}" type="pres">
      <dgm:prSet presAssocID="{3FFB52EF-49CB-436E-9E54-22871308EB75}" presName="negativeSpace" presStyleCnt="0"/>
      <dgm:spPr/>
    </dgm:pt>
    <dgm:pt modelId="{D5DF6CEF-43A3-4308-9FB1-61C64A662C9C}" type="pres">
      <dgm:prSet presAssocID="{3FFB52EF-49CB-436E-9E54-22871308EB75}" presName="childText" presStyleLbl="conFgAcc1" presStyleIdx="2" presStyleCnt="3">
        <dgm:presLayoutVars>
          <dgm:bulletEnabled val="1"/>
        </dgm:presLayoutVars>
      </dgm:prSet>
      <dgm:spPr/>
    </dgm:pt>
  </dgm:ptLst>
  <dgm:cxnLst>
    <dgm:cxn modelId="{D4344922-3831-4269-8E81-D4C951FC1434}" type="presOf" srcId="{3FFB52EF-49CB-436E-9E54-22871308EB75}" destId="{8529CBDD-2FB1-4A29-8DBA-5A3B7657612B}" srcOrd="1" destOrd="0" presId="urn:microsoft.com/office/officeart/2005/8/layout/list1"/>
    <dgm:cxn modelId="{0A5E1D38-7669-456E-A865-2B941C829912}" srcId="{730AD1D6-E4A9-4FC7-A9D2-A0B620C57B7D}" destId="{4BBC8AD4-7C5D-4CA9-96B9-D08C7D0E99FF}" srcOrd="1" destOrd="0" parTransId="{4E1A937F-B098-4CC4-925F-6B30F35553FC}" sibTransId="{10A43B93-D05D-4CB2-BE02-331AEB72A753}"/>
    <dgm:cxn modelId="{51EF3340-EFB0-4ECB-9254-329DB4E17D29}" type="presOf" srcId="{730AD1D6-E4A9-4FC7-A9D2-A0B620C57B7D}" destId="{70F9CE91-1156-4332-89BA-0627A9E11537}" srcOrd="0" destOrd="0" presId="urn:microsoft.com/office/officeart/2005/8/layout/list1"/>
    <dgm:cxn modelId="{CCA7106A-68F9-4B75-9AAF-AA2CFBC9B53A}" type="presOf" srcId="{D7CA12A9-C9EF-4B26-83B7-81C37AD02594}" destId="{DB6551C2-72EE-4A9F-8546-42CFA822D9A0}" srcOrd="0" destOrd="0" presId="urn:microsoft.com/office/officeart/2005/8/layout/list1"/>
    <dgm:cxn modelId="{D1838E6B-A558-4E7D-AD7F-1C2D61498DEA}" type="presOf" srcId="{4BBC8AD4-7C5D-4CA9-96B9-D08C7D0E99FF}" destId="{A096F0EC-4A41-4952-9228-2F61A238C1BB}" srcOrd="1" destOrd="0" presId="urn:microsoft.com/office/officeart/2005/8/layout/list1"/>
    <dgm:cxn modelId="{79961181-B825-41C7-9A8B-A8A025EFD6A4}" type="presOf" srcId="{3FFB52EF-49CB-436E-9E54-22871308EB75}" destId="{44B5C9ED-392F-4005-9412-B94EE68527E0}" srcOrd="0" destOrd="0" presId="urn:microsoft.com/office/officeart/2005/8/layout/list1"/>
    <dgm:cxn modelId="{1EC4BF9E-B9F0-4147-98B1-1AC0C8E717A5}" type="presOf" srcId="{4BBC8AD4-7C5D-4CA9-96B9-D08C7D0E99FF}" destId="{082CF92E-6F38-4070-AA2D-3DBDE60CBB52}" srcOrd="0" destOrd="0" presId="urn:microsoft.com/office/officeart/2005/8/layout/list1"/>
    <dgm:cxn modelId="{BEEC25AF-F1CF-45DF-A836-6A05431907B3}" srcId="{730AD1D6-E4A9-4FC7-A9D2-A0B620C57B7D}" destId="{3FFB52EF-49CB-436E-9E54-22871308EB75}" srcOrd="2" destOrd="0" parTransId="{4A25E853-5A07-4705-B85F-3723423C6DBF}" sibTransId="{AF2149FF-6CE3-48D8-9D2E-13BE59113FF0}"/>
    <dgm:cxn modelId="{D9292EBD-5554-4796-BB92-1C3079CC029C}" srcId="{730AD1D6-E4A9-4FC7-A9D2-A0B620C57B7D}" destId="{D7CA12A9-C9EF-4B26-83B7-81C37AD02594}" srcOrd="0" destOrd="0" parTransId="{2A9DE87B-91FF-48D9-BA4C-FC2B32C2781E}" sibTransId="{88E43269-C30D-4EA4-8507-4565E1327D84}"/>
    <dgm:cxn modelId="{01632FCF-AA2A-455A-8D68-CC2CFBADD1F7}" type="presOf" srcId="{D7CA12A9-C9EF-4B26-83B7-81C37AD02594}" destId="{D68F4B28-E9AF-4B93-9CBE-817350F7D0CC}" srcOrd="1" destOrd="0" presId="urn:microsoft.com/office/officeart/2005/8/layout/list1"/>
    <dgm:cxn modelId="{64672EBD-E79C-4D93-8866-424C1C4A360A}" type="presParOf" srcId="{70F9CE91-1156-4332-89BA-0627A9E11537}" destId="{20A64AF6-C98C-4580-BD02-AC87136D80D3}" srcOrd="0" destOrd="0" presId="urn:microsoft.com/office/officeart/2005/8/layout/list1"/>
    <dgm:cxn modelId="{F8697568-C9B6-4346-A04B-57DD8696C592}" type="presParOf" srcId="{20A64AF6-C98C-4580-BD02-AC87136D80D3}" destId="{DB6551C2-72EE-4A9F-8546-42CFA822D9A0}" srcOrd="0" destOrd="0" presId="urn:microsoft.com/office/officeart/2005/8/layout/list1"/>
    <dgm:cxn modelId="{AD2B9F33-7EAF-44EC-AA3C-9716BCD744B2}" type="presParOf" srcId="{20A64AF6-C98C-4580-BD02-AC87136D80D3}" destId="{D68F4B28-E9AF-4B93-9CBE-817350F7D0CC}" srcOrd="1" destOrd="0" presId="urn:microsoft.com/office/officeart/2005/8/layout/list1"/>
    <dgm:cxn modelId="{FF5F996E-1520-459F-BA7E-91637CB1B190}" type="presParOf" srcId="{70F9CE91-1156-4332-89BA-0627A9E11537}" destId="{11FDE127-9EA3-45DA-A20E-9726AADF533F}" srcOrd="1" destOrd="0" presId="urn:microsoft.com/office/officeart/2005/8/layout/list1"/>
    <dgm:cxn modelId="{16F0609E-309F-481A-BAB1-5CD7FDFDC993}" type="presParOf" srcId="{70F9CE91-1156-4332-89BA-0627A9E11537}" destId="{E3395DC8-9D24-4A30-AA55-28C50A38145E}" srcOrd="2" destOrd="0" presId="urn:microsoft.com/office/officeart/2005/8/layout/list1"/>
    <dgm:cxn modelId="{37C1D124-714D-473A-A38A-7BF8564112F1}" type="presParOf" srcId="{70F9CE91-1156-4332-89BA-0627A9E11537}" destId="{DE6F49D7-AE90-460C-B2FF-74E113AB5BAF}" srcOrd="3" destOrd="0" presId="urn:microsoft.com/office/officeart/2005/8/layout/list1"/>
    <dgm:cxn modelId="{0AB0F31A-D48C-4080-9F34-95CDDCCD75BC}" type="presParOf" srcId="{70F9CE91-1156-4332-89BA-0627A9E11537}" destId="{AA61E8C9-69C5-4F49-B220-B6E3AEA04979}" srcOrd="4" destOrd="0" presId="urn:microsoft.com/office/officeart/2005/8/layout/list1"/>
    <dgm:cxn modelId="{F3E9AED0-4BE9-42DD-9764-3636569F9BEF}" type="presParOf" srcId="{AA61E8C9-69C5-4F49-B220-B6E3AEA04979}" destId="{082CF92E-6F38-4070-AA2D-3DBDE60CBB52}" srcOrd="0" destOrd="0" presId="urn:microsoft.com/office/officeart/2005/8/layout/list1"/>
    <dgm:cxn modelId="{8D5EC6D1-E6FB-477D-BD6D-F4FC3305AE26}" type="presParOf" srcId="{AA61E8C9-69C5-4F49-B220-B6E3AEA04979}" destId="{A096F0EC-4A41-4952-9228-2F61A238C1BB}" srcOrd="1" destOrd="0" presId="urn:microsoft.com/office/officeart/2005/8/layout/list1"/>
    <dgm:cxn modelId="{49E965BD-4D17-4DB0-A709-62008D87566D}" type="presParOf" srcId="{70F9CE91-1156-4332-89BA-0627A9E11537}" destId="{25201F62-DDF3-4594-A74D-A5E157F7E926}" srcOrd="5" destOrd="0" presId="urn:microsoft.com/office/officeart/2005/8/layout/list1"/>
    <dgm:cxn modelId="{565DF12E-3A08-4151-BCC7-A4F8928B8079}" type="presParOf" srcId="{70F9CE91-1156-4332-89BA-0627A9E11537}" destId="{90D5E7FD-61B5-424A-BB46-EC6EF62A97EE}" srcOrd="6" destOrd="0" presId="urn:microsoft.com/office/officeart/2005/8/layout/list1"/>
    <dgm:cxn modelId="{994F0467-9EA9-416F-9CA0-AA4DEE2CE62A}" type="presParOf" srcId="{70F9CE91-1156-4332-89BA-0627A9E11537}" destId="{62207103-07AC-4FFF-9BD5-88DC2E279A13}" srcOrd="7" destOrd="0" presId="urn:microsoft.com/office/officeart/2005/8/layout/list1"/>
    <dgm:cxn modelId="{6CCF4F0B-9C48-4029-BBC1-7436D01EE7E2}" type="presParOf" srcId="{70F9CE91-1156-4332-89BA-0627A9E11537}" destId="{D56482D9-037C-45D4-820F-20ED27739487}" srcOrd="8" destOrd="0" presId="urn:microsoft.com/office/officeart/2005/8/layout/list1"/>
    <dgm:cxn modelId="{1866DF94-906B-4E1A-8200-36E7CA98A12D}" type="presParOf" srcId="{D56482D9-037C-45D4-820F-20ED27739487}" destId="{44B5C9ED-392F-4005-9412-B94EE68527E0}" srcOrd="0" destOrd="0" presId="urn:microsoft.com/office/officeart/2005/8/layout/list1"/>
    <dgm:cxn modelId="{D4B6B0BA-5C30-4801-B6EB-2B47CBB5DE1A}" type="presParOf" srcId="{D56482D9-037C-45D4-820F-20ED27739487}" destId="{8529CBDD-2FB1-4A29-8DBA-5A3B7657612B}" srcOrd="1" destOrd="0" presId="urn:microsoft.com/office/officeart/2005/8/layout/list1"/>
    <dgm:cxn modelId="{34D7BC54-AD96-472B-896B-40CA62276945}" type="presParOf" srcId="{70F9CE91-1156-4332-89BA-0627A9E11537}" destId="{59FA6525-E764-40EC-8460-CC1D35EFB5CA}" srcOrd="9" destOrd="0" presId="urn:microsoft.com/office/officeart/2005/8/layout/list1"/>
    <dgm:cxn modelId="{06B40E4A-310E-4C80-9AC8-DFF8797CAE1D}" type="presParOf" srcId="{70F9CE91-1156-4332-89BA-0627A9E11537}" destId="{D5DF6CEF-43A3-4308-9FB1-61C64A662C9C}"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83970BF-A441-46B2-A866-9AC083A74431}" type="doc">
      <dgm:prSet loTypeId="urn:microsoft.com/office/officeart/2005/8/layout/process1" loCatId="process" qsTypeId="urn:microsoft.com/office/officeart/2005/8/quickstyle/simple1" qsCatId="simple" csTypeId="urn:microsoft.com/office/officeart/2005/8/colors/accent4_2" csCatId="accent4" phldr="1"/>
      <dgm:spPr/>
    </dgm:pt>
    <dgm:pt modelId="{5635CE7B-64C2-448D-BB96-022B8FDC7B02}">
      <dgm:prSet phldrT="[Text]" custT="1"/>
      <dgm:spPr/>
      <dgm:t>
        <a:bodyPr/>
        <a:lstStyle/>
        <a:p>
          <a:r>
            <a:rPr lang="en-GB" sz="1800" noProof="0" dirty="0"/>
            <a:t>Social class </a:t>
          </a:r>
          <a:r>
            <a:rPr lang="en-GB" sz="1600" noProof="0" dirty="0"/>
            <a:t>(social position) / </a:t>
          </a:r>
          <a:r>
            <a:rPr lang="en-GB" sz="1800" noProof="0" dirty="0"/>
            <a:t>Social structure</a:t>
          </a:r>
        </a:p>
      </dgm:t>
    </dgm:pt>
    <dgm:pt modelId="{1DB59015-900C-4781-8184-6942F071BD0D}" type="parTrans" cxnId="{9E6BEF97-BD58-464C-944A-8DF294C51161}">
      <dgm:prSet/>
      <dgm:spPr/>
      <dgm:t>
        <a:bodyPr/>
        <a:lstStyle/>
        <a:p>
          <a:endParaRPr lang="de-CH" sz="2000"/>
        </a:p>
      </dgm:t>
    </dgm:pt>
    <dgm:pt modelId="{24E0166D-B56B-45A8-8381-B9057B6C644A}" type="sibTrans" cxnId="{9E6BEF97-BD58-464C-944A-8DF294C51161}">
      <dgm:prSet custT="1"/>
      <dgm:spPr/>
      <dgm:t>
        <a:bodyPr/>
        <a:lstStyle/>
        <a:p>
          <a:endParaRPr lang="en-GB" sz="1400" noProof="0" dirty="0"/>
        </a:p>
      </dgm:t>
    </dgm:pt>
    <dgm:pt modelId="{EBD06CFA-EC39-4BED-B46A-27E7B1277B47}">
      <dgm:prSet phldrT="[Text]" custT="1"/>
      <dgm:spPr>
        <a:solidFill>
          <a:srgbClr val="0068B4"/>
        </a:solidFill>
      </dgm:spPr>
      <dgm:t>
        <a:bodyPr/>
        <a:lstStyle/>
        <a:p>
          <a:r>
            <a:rPr lang="en-GB" sz="1800" b="1" noProof="0" dirty="0">
              <a:latin typeface="+mj-lt"/>
            </a:rPr>
            <a:t>Material conditions (income/ poverty, work, housing/ environment)</a:t>
          </a:r>
        </a:p>
      </dgm:t>
    </dgm:pt>
    <dgm:pt modelId="{F73E1DF1-3273-46B2-8D76-97F41A301AA9}" type="parTrans" cxnId="{E0766431-7F06-4E36-B509-8E0AA3BB12E7}">
      <dgm:prSet/>
      <dgm:spPr/>
      <dgm:t>
        <a:bodyPr/>
        <a:lstStyle/>
        <a:p>
          <a:endParaRPr lang="de-CH" sz="2000"/>
        </a:p>
      </dgm:t>
    </dgm:pt>
    <dgm:pt modelId="{A03FDCA8-4371-4A2B-BF29-FC9E433F67B7}" type="sibTrans" cxnId="{E0766431-7F06-4E36-B509-8E0AA3BB12E7}">
      <dgm:prSet custT="1"/>
      <dgm:spPr/>
      <dgm:t>
        <a:bodyPr/>
        <a:lstStyle/>
        <a:p>
          <a:endParaRPr lang="en-GB" sz="1400" noProof="0" dirty="0"/>
        </a:p>
      </dgm:t>
    </dgm:pt>
    <dgm:pt modelId="{C402A790-204A-4610-8B62-7FDC2B85ABB1}">
      <dgm:prSet phldrT="[Text]" custT="1"/>
      <dgm:spPr/>
      <dgm:t>
        <a:bodyPr/>
        <a:lstStyle/>
        <a:p>
          <a:r>
            <a:rPr lang="en-GB" sz="1800" noProof="0" dirty="0"/>
            <a:t>Health risks</a:t>
          </a:r>
        </a:p>
      </dgm:t>
    </dgm:pt>
    <dgm:pt modelId="{1EE9838B-3458-40FB-8D1F-F9DA3A4EFA88}" type="parTrans" cxnId="{5B97B583-A301-4102-B0AA-E603C63B7E21}">
      <dgm:prSet/>
      <dgm:spPr/>
      <dgm:t>
        <a:bodyPr/>
        <a:lstStyle/>
        <a:p>
          <a:endParaRPr lang="de-CH" sz="2000"/>
        </a:p>
      </dgm:t>
    </dgm:pt>
    <dgm:pt modelId="{BCBB22BC-5C5C-47DF-B1AB-047A88E318DB}" type="sibTrans" cxnId="{5B97B583-A301-4102-B0AA-E603C63B7E21}">
      <dgm:prSet custT="1"/>
      <dgm:spPr/>
      <dgm:t>
        <a:bodyPr/>
        <a:lstStyle/>
        <a:p>
          <a:endParaRPr lang="en-GB" sz="1400" noProof="0" dirty="0"/>
        </a:p>
      </dgm:t>
    </dgm:pt>
    <dgm:pt modelId="{C0203770-186F-45F3-A79C-E3DF359D08FD}">
      <dgm:prSet phldrT="[Text]" custT="1"/>
      <dgm:spPr/>
      <dgm:t>
        <a:bodyPr/>
        <a:lstStyle/>
        <a:p>
          <a:r>
            <a:rPr lang="en-GB" sz="1800" noProof="0" dirty="0"/>
            <a:t>Inequalities that persist across the whole gradient</a:t>
          </a:r>
        </a:p>
      </dgm:t>
    </dgm:pt>
    <dgm:pt modelId="{6DBEFE04-A73E-47E4-A6B7-47ECFD808ED8}" type="parTrans" cxnId="{236B9BEE-96A5-4EF9-861B-1B7AF1A51B98}">
      <dgm:prSet/>
      <dgm:spPr/>
      <dgm:t>
        <a:bodyPr/>
        <a:lstStyle/>
        <a:p>
          <a:endParaRPr lang="de-CH" sz="2000"/>
        </a:p>
      </dgm:t>
    </dgm:pt>
    <dgm:pt modelId="{4BE5F260-09DC-4FB2-9CE0-F7C580FDA58F}" type="sibTrans" cxnId="{236B9BEE-96A5-4EF9-861B-1B7AF1A51B98}">
      <dgm:prSet/>
      <dgm:spPr/>
      <dgm:t>
        <a:bodyPr/>
        <a:lstStyle/>
        <a:p>
          <a:endParaRPr lang="de-CH" sz="2000"/>
        </a:p>
      </dgm:t>
    </dgm:pt>
    <dgm:pt modelId="{F1AF29B4-E443-41AC-8416-B6F2A50D894E}" type="pres">
      <dgm:prSet presAssocID="{183970BF-A441-46B2-A866-9AC083A74431}" presName="Name0" presStyleCnt="0">
        <dgm:presLayoutVars>
          <dgm:dir/>
          <dgm:resizeHandles val="exact"/>
        </dgm:presLayoutVars>
      </dgm:prSet>
      <dgm:spPr/>
    </dgm:pt>
    <dgm:pt modelId="{CF154FC5-E7CC-416A-9251-C80D49132B11}" type="pres">
      <dgm:prSet presAssocID="{5635CE7B-64C2-448D-BB96-022B8FDC7B02}" presName="node" presStyleLbl="node1" presStyleIdx="0" presStyleCnt="4">
        <dgm:presLayoutVars>
          <dgm:bulletEnabled val="1"/>
        </dgm:presLayoutVars>
      </dgm:prSet>
      <dgm:spPr/>
    </dgm:pt>
    <dgm:pt modelId="{187225BB-9EA3-4C8C-968D-E1788B568662}" type="pres">
      <dgm:prSet presAssocID="{24E0166D-B56B-45A8-8381-B9057B6C644A}" presName="sibTrans" presStyleLbl="sibTrans2D1" presStyleIdx="0" presStyleCnt="3"/>
      <dgm:spPr/>
    </dgm:pt>
    <dgm:pt modelId="{9221A246-11F3-488D-8641-3DCBCE18A2E3}" type="pres">
      <dgm:prSet presAssocID="{24E0166D-B56B-45A8-8381-B9057B6C644A}" presName="connectorText" presStyleLbl="sibTrans2D1" presStyleIdx="0" presStyleCnt="3"/>
      <dgm:spPr/>
    </dgm:pt>
    <dgm:pt modelId="{9017BB62-CDCD-4A49-A537-5C4139D6ECD0}" type="pres">
      <dgm:prSet presAssocID="{EBD06CFA-EC39-4BED-B46A-27E7B1277B47}" presName="node" presStyleLbl="node1" presStyleIdx="1" presStyleCnt="4">
        <dgm:presLayoutVars>
          <dgm:bulletEnabled val="1"/>
        </dgm:presLayoutVars>
      </dgm:prSet>
      <dgm:spPr/>
    </dgm:pt>
    <dgm:pt modelId="{EF4B101B-A6C8-45BE-9854-6DAE594636D7}" type="pres">
      <dgm:prSet presAssocID="{A03FDCA8-4371-4A2B-BF29-FC9E433F67B7}" presName="sibTrans" presStyleLbl="sibTrans2D1" presStyleIdx="1" presStyleCnt="3"/>
      <dgm:spPr/>
    </dgm:pt>
    <dgm:pt modelId="{42FD4AA0-0EDA-4449-AAC0-B9250C43B0D4}" type="pres">
      <dgm:prSet presAssocID="{A03FDCA8-4371-4A2B-BF29-FC9E433F67B7}" presName="connectorText" presStyleLbl="sibTrans2D1" presStyleIdx="1" presStyleCnt="3"/>
      <dgm:spPr/>
    </dgm:pt>
    <dgm:pt modelId="{8A5ACCDA-249C-49B6-B22F-41E6E8EDAF4B}" type="pres">
      <dgm:prSet presAssocID="{C402A790-204A-4610-8B62-7FDC2B85ABB1}" presName="node" presStyleLbl="node1" presStyleIdx="2" presStyleCnt="4">
        <dgm:presLayoutVars>
          <dgm:bulletEnabled val="1"/>
        </dgm:presLayoutVars>
      </dgm:prSet>
      <dgm:spPr/>
    </dgm:pt>
    <dgm:pt modelId="{C7ACE098-C137-454B-8EA0-63F5778EE8E8}" type="pres">
      <dgm:prSet presAssocID="{BCBB22BC-5C5C-47DF-B1AB-047A88E318DB}" presName="sibTrans" presStyleLbl="sibTrans2D1" presStyleIdx="2" presStyleCnt="3"/>
      <dgm:spPr/>
    </dgm:pt>
    <dgm:pt modelId="{3FD483BC-2086-441E-99AA-9BBBACCFF605}" type="pres">
      <dgm:prSet presAssocID="{BCBB22BC-5C5C-47DF-B1AB-047A88E318DB}" presName="connectorText" presStyleLbl="sibTrans2D1" presStyleIdx="2" presStyleCnt="3"/>
      <dgm:spPr/>
    </dgm:pt>
    <dgm:pt modelId="{22AB919E-4442-4823-9E5A-F3D9C714EE6A}" type="pres">
      <dgm:prSet presAssocID="{C0203770-186F-45F3-A79C-E3DF359D08FD}" presName="node" presStyleLbl="node1" presStyleIdx="3" presStyleCnt="4">
        <dgm:presLayoutVars>
          <dgm:bulletEnabled val="1"/>
        </dgm:presLayoutVars>
      </dgm:prSet>
      <dgm:spPr/>
    </dgm:pt>
  </dgm:ptLst>
  <dgm:cxnLst>
    <dgm:cxn modelId="{DB95D204-36FA-4232-B845-0476164CB259}" type="presOf" srcId="{C402A790-204A-4610-8B62-7FDC2B85ABB1}" destId="{8A5ACCDA-249C-49B6-B22F-41E6E8EDAF4B}" srcOrd="0" destOrd="0" presId="urn:microsoft.com/office/officeart/2005/8/layout/process1"/>
    <dgm:cxn modelId="{087B860B-832B-4BF5-82B7-F7762A00024B}" type="presOf" srcId="{24E0166D-B56B-45A8-8381-B9057B6C644A}" destId="{187225BB-9EA3-4C8C-968D-E1788B568662}" srcOrd="0" destOrd="0" presId="urn:microsoft.com/office/officeart/2005/8/layout/process1"/>
    <dgm:cxn modelId="{E0E2182E-F616-4B32-B884-3A7B53273580}" type="presOf" srcId="{A03FDCA8-4371-4A2B-BF29-FC9E433F67B7}" destId="{42FD4AA0-0EDA-4449-AAC0-B9250C43B0D4}" srcOrd="1" destOrd="0" presId="urn:microsoft.com/office/officeart/2005/8/layout/process1"/>
    <dgm:cxn modelId="{E0766431-7F06-4E36-B509-8E0AA3BB12E7}" srcId="{183970BF-A441-46B2-A866-9AC083A74431}" destId="{EBD06CFA-EC39-4BED-B46A-27E7B1277B47}" srcOrd="1" destOrd="0" parTransId="{F73E1DF1-3273-46B2-8D76-97F41A301AA9}" sibTransId="{A03FDCA8-4371-4A2B-BF29-FC9E433F67B7}"/>
    <dgm:cxn modelId="{7324DB61-2FF3-4600-9934-9645F3EAF2F8}" type="presOf" srcId="{183970BF-A441-46B2-A866-9AC083A74431}" destId="{F1AF29B4-E443-41AC-8416-B6F2A50D894E}" srcOrd="0" destOrd="0" presId="urn:microsoft.com/office/officeart/2005/8/layout/process1"/>
    <dgm:cxn modelId="{6349E973-CD38-4D3B-BC09-CB71D6E5218F}" type="presOf" srcId="{EBD06CFA-EC39-4BED-B46A-27E7B1277B47}" destId="{9017BB62-CDCD-4A49-A537-5C4139D6ECD0}" srcOrd="0" destOrd="0" presId="urn:microsoft.com/office/officeart/2005/8/layout/process1"/>
    <dgm:cxn modelId="{05490974-6AC5-4EE3-866E-1E1AF93E835A}" type="presOf" srcId="{BCBB22BC-5C5C-47DF-B1AB-047A88E318DB}" destId="{C7ACE098-C137-454B-8EA0-63F5778EE8E8}" srcOrd="0" destOrd="0" presId="urn:microsoft.com/office/officeart/2005/8/layout/process1"/>
    <dgm:cxn modelId="{5B97B583-A301-4102-B0AA-E603C63B7E21}" srcId="{183970BF-A441-46B2-A866-9AC083A74431}" destId="{C402A790-204A-4610-8B62-7FDC2B85ABB1}" srcOrd="2" destOrd="0" parTransId="{1EE9838B-3458-40FB-8D1F-F9DA3A4EFA88}" sibTransId="{BCBB22BC-5C5C-47DF-B1AB-047A88E318DB}"/>
    <dgm:cxn modelId="{E6A7D084-DAAC-498A-A8FF-D9382CF52948}" type="presOf" srcId="{5635CE7B-64C2-448D-BB96-022B8FDC7B02}" destId="{CF154FC5-E7CC-416A-9251-C80D49132B11}" srcOrd="0" destOrd="0" presId="urn:microsoft.com/office/officeart/2005/8/layout/process1"/>
    <dgm:cxn modelId="{9FBF2A86-ADDC-4820-9EB1-EA97045B927B}" type="presOf" srcId="{24E0166D-B56B-45A8-8381-B9057B6C644A}" destId="{9221A246-11F3-488D-8641-3DCBCE18A2E3}" srcOrd="1" destOrd="0" presId="urn:microsoft.com/office/officeart/2005/8/layout/process1"/>
    <dgm:cxn modelId="{D492408F-914F-4279-8DAD-8007ACD2AD08}" type="presOf" srcId="{BCBB22BC-5C5C-47DF-B1AB-047A88E318DB}" destId="{3FD483BC-2086-441E-99AA-9BBBACCFF605}" srcOrd="1" destOrd="0" presId="urn:microsoft.com/office/officeart/2005/8/layout/process1"/>
    <dgm:cxn modelId="{9E6BEF97-BD58-464C-944A-8DF294C51161}" srcId="{183970BF-A441-46B2-A866-9AC083A74431}" destId="{5635CE7B-64C2-448D-BB96-022B8FDC7B02}" srcOrd="0" destOrd="0" parTransId="{1DB59015-900C-4781-8184-6942F071BD0D}" sibTransId="{24E0166D-B56B-45A8-8381-B9057B6C644A}"/>
    <dgm:cxn modelId="{22F21DAA-D381-4055-B814-F66037E1C4A1}" type="presOf" srcId="{C0203770-186F-45F3-A79C-E3DF359D08FD}" destId="{22AB919E-4442-4823-9E5A-F3D9C714EE6A}" srcOrd="0" destOrd="0" presId="urn:microsoft.com/office/officeart/2005/8/layout/process1"/>
    <dgm:cxn modelId="{CADFCEB3-4830-4EC2-8327-B8EA132878B7}" type="presOf" srcId="{A03FDCA8-4371-4A2B-BF29-FC9E433F67B7}" destId="{EF4B101B-A6C8-45BE-9854-6DAE594636D7}" srcOrd="0" destOrd="0" presId="urn:microsoft.com/office/officeart/2005/8/layout/process1"/>
    <dgm:cxn modelId="{236B9BEE-96A5-4EF9-861B-1B7AF1A51B98}" srcId="{183970BF-A441-46B2-A866-9AC083A74431}" destId="{C0203770-186F-45F3-A79C-E3DF359D08FD}" srcOrd="3" destOrd="0" parTransId="{6DBEFE04-A73E-47E4-A6B7-47ECFD808ED8}" sibTransId="{4BE5F260-09DC-4FB2-9CE0-F7C580FDA58F}"/>
    <dgm:cxn modelId="{5C977FB1-2BFB-4F2D-A39E-13E4E8BAB9E2}" type="presParOf" srcId="{F1AF29B4-E443-41AC-8416-B6F2A50D894E}" destId="{CF154FC5-E7CC-416A-9251-C80D49132B11}" srcOrd="0" destOrd="0" presId="urn:microsoft.com/office/officeart/2005/8/layout/process1"/>
    <dgm:cxn modelId="{F0871484-AA9E-442E-9FB3-FB37726FF3EF}" type="presParOf" srcId="{F1AF29B4-E443-41AC-8416-B6F2A50D894E}" destId="{187225BB-9EA3-4C8C-968D-E1788B568662}" srcOrd="1" destOrd="0" presId="urn:microsoft.com/office/officeart/2005/8/layout/process1"/>
    <dgm:cxn modelId="{D7442808-23C0-4768-9FC0-8D7C3E1A30ED}" type="presParOf" srcId="{187225BB-9EA3-4C8C-968D-E1788B568662}" destId="{9221A246-11F3-488D-8641-3DCBCE18A2E3}" srcOrd="0" destOrd="0" presId="urn:microsoft.com/office/officeart/2005/8/layout/process1"/>
    <dgm:cxn modelId="{2BBFF376-2766-4AD2-8962-ADFCD0E5DFB7}" type="presParOf" srcId="{F1AF29B4-E443-41AC-8416-B6F2A50D894E}" destId="{9017BB62-CDCD-4A49-A537-5C4139D6ECD0}" srcOrd="2" destOrd="0" presId="urn:microsoft.com/office/officeart/2005/8/layout/process1"/>
    <dgm:cxn modelId="{BB9462B0-3CB9-4DEB-B549-0F43337074E8}" type="presParOf" srcId="{F1AF29B4-E443-41AC-8416-B6F2A50D894E}" destId="{EF4B101B-A6C8-45BE-9854-6DAE594636D7}" srcOrd="3" destOrd="0" presId="urn:microsoft.com/office/officeart/2005/8/layout/process1"/>
    <dgm:cxn modelId="{C82ABE2C-F4EF-4705-A314-5E7B53EAF868}" type="presParOf" srcId="{EF4B101B-A6C8-45BE-9854-6DAE594636D7}" destId="{42FD4AA0-0EDA-4449-AAC0-B9250C43B0D4}" srcOrd="0" destOrd="0" presId="urn:microsoft.com/office/officeart/2005/8/layout/process1"/>
    <dgm:cxn modelId="{5FC0B3C7-A30E-4236-9A6F-08D8C137963E}" type="presParOf" srcId="{F1AF29B4-E443-41AC-8416-B6F2A50D894E}" destId="{8A5ACCDA-249C-49B6-B22F-41E6E8EDAF4B}" srcOrd="4" destOrd="0" presId="urn:microsoft.com/office/officeart/2005/8/layout/process1"/>
    <dgm:cxn modelId="{5B1402D3-05BD-4C3A-9037-E29A2E632779}" type="presParOf" srcId="{F1AF29B4-E443-41AC-8416-B6F2A50D894E}" destId="{C7ACE098-C137-454B-8EA0-63F5778EE8E8}" srcOrd="5" destOrd="0" presId="urn:microsoft.com/office/officeart/2005/8/layout/process1"/>
    <dgm:cxn modelId="{AA987885-783A-4C64-9A6B-ED88FA91BD4C}" type="presParOf" srcId="{C7ACE098-C137-454B-8EA0-63F5778EE8E8}" destId="{3FD483BC-2086-441E-99AA-9BBBACCFF605}" srcOrd="0" destOrd="0" presId="urn:microsoft.com/office/officeart/2005/8/layout/process1"/>
    <dgm:cxn modelId="{9B58EBDE-D28F-4BE0-9CF8-67D9E9D35FB2}" type="presParOf" srcId="{F1AF29B4-E443-41AC-8416-B6F2A50D894E}" destId="{22AB919E-4442-4823-9E5A-F3D9C714EE6A}"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83970BF-A441-46B2-A866-9AC083A74431}" type="doc">
      <dgm:prSet loTypeId="urn:microsoft.com/office/officeart/2005/8/layout/process1" loCatId="process" qsTypeId="urn:microsoft.com/office/officeart/2005/8/quickstyle/simple1" qsCatId="simple" csTypeId="urn:microsoft.com/office/officeart/2005/8/colors/accent4_2" csCatId="accent4" phldr="1"/>
      <dgm:spPr/>
    </dgm:pt>
    <dgm:pt modelId="{5635CE7B-64C2-448D-BB96-022B8FDC7B02}">
      <dgm:prSet phldrT="[Text]" custT="1"/>
      <dgm:spPr/>
      <dgm:t>
        <a:bodyPr/>
        <a:lstStyle/>
        <a:p>
          <a:r>
            <a:rPr lang="en-GB" sz="1000" noProof="0" dirty="0"/>
            <a:t>Social class </a:t>
          </a:r>
          <a:r>
            <a:rPr lang="en-GB" sz="900" noProof="0" dirty="0"/>
            <a:t>(social position) / </a:t>
          </a:r>
          <a:r>
            <a:rPr lang="en-GB" sz="1000" noProof="0" dirty="0"/>
            <a:t>Social structure</a:t>
          </a:r>
        </a:p>
      </dgm:t>
    </dgm:pt>
    <dgm:pt modelId="{1DB59015-900C-4781-8184-6942F071BD0D}" type="parTrans" cxnId="{9E6BEF97-BD58-464C-944A-8DF294C51161}">
      <dgm:prSet/>
      <dgm:spPr/>
      <dgm:t>
        <a:bodyPr/>
        <a:lstStyle/>
        <a:p>
          <a:endParaRPr lang="de-CH" sz="1050"/>
        </a:p>
      </dgm:t>
    </dgm:pt>
    <dgm:pt modelId="{24E0166D-B56B-45A8-8381-B9057B6C644A}" type="sibTrans" cxnId="{9E6BEF97-BD58-464C-944A-8DF294C51161}">
      <dgm:prSet custT="1"/>
      <dgm:spPr/>
      <dgm:t>
        <a:bodyPr/>
        <a:lstStyle/>
        <a:p>
          <a:endParaRPr lang="en-GB" sz="800" noProof="0" dirty="0"/>
        </a:p>
      </dgm:t>
    </dgm:pt>
    <dgm:pt modelId="{EBD06CFA-EC39-4BED-B46A-27E7B1277B47}">
      <dgm:prSet phldrT="[Text]" custT="1"/>
      <dgm:spPr>
        <a:solidFill>
          <a:srgbClr val="0068B4"/>
        </a:solidFill>
      </dgm:spPr>
      <dgm:t>
        <a:bodyPr/>
        <a:lstStyle/>
        <a:p>
          <a:r>
            <a:rPr lang="en-GB" sz="1000" b="1" noProof="0" dirty="0">
              <a:latin typeface="+mj-lt"/>
            </a:rPr>
            <a:t>Material conditions (income/ poverty, work, housing/ environment)</a:t>
          </a:r>
        </a:p>
      </dgm:t>
    </dgm:pt>
    <dgm:pt modelId="{F73E1DF1-3273-46B2-8D76-97F41A301AA9}" type="parTrans" cxnId="{E0766431-7F06-4E36-B509-8E0AA3BB12E7}">
      <dgm:prSet/>
      <dgm:spPr/>
      <dgm:t>
        <a:bodyPr/>
        <a:lstStyle/>
        <a:p>
          <a:endParaRPr lang="de-CH" sz="1050"/>
        </a:p>
      </dgm:t>
    </dgm:pt>
    <dgm:pt modelId="{A03FDCA8-4371-4A2B-BF29-FC9E433F67B7}" type="sibTrans" cxnId="{E0766431-7F06-4E36-B509-8E0AA3BB12E7}">
      <dgm:prSet custT="1"/>
      <dgm:spPr/>
      <dgm:t>
        <a:bodyPr/>
        <a:lstStyle/>
        <a:p>
          <a:endParaRPr lang="en-GB" sz="800" noProof="0" dirty="0"/>
        </a:p>
      </dgm:t>
    </dgm:pt>
    <dgm:pt modelId="{C402A790-204A-4610-8B62-7FDC2B85ABB1}">
      <dgm:prSet phldrT="[Text]" custT="1"/>
      <dgm:spPr/>
      <dgm:t>
        <a:bodyPr/>
        <a:lstStyle/>
        <a:p>
          <a:r>
            <a:rPr lang="en-GB" sz="1000" noProof="0" dirty="0"/>
            <a:t>Health risks</a:t>
          </a:r>
        </a:p>
      </dgm:t>
    </dgm:pt>
    <dgm:pt modelId="{1EE9838B-3458-40FB-8D1F-F9DA3A4EFA88}" type="parTrans" cxnId="{5B97B583-A301-4102-B0AA-E603C63B7E21}">
      <dgm:prSet/>
      <dgm:spPr/>
      <dgm:t>
        <a:bodyPr/>
        <a:lstStyle/>
        <a:p>
          <a:endParaRPr lang="de-CH" sz="1050"/>
        </a:p>
      </dgm:t>
    </dgm:pt>
    <dgm:pt modelId="{BCBB22BC-5C5C-47DF-B1AB-047A88E318DB}" type="sibTrans" cxnId="{5B97B583-A301-4102-B0AA-E603C63B7E21}">
      <dgm:prSet custT="1"/>
      <dgm:spPr/>
      <dgm:t>
        <a:bodyPr/>
        <a:lstStyle/>
        <a:p>
          <a:endParaRPr lang="en-GB" sz="800" noProof="0" dirty="0"/>
        </a:p>
      </dgm:t>
    </dgm:pt>
    <dgm:pt modelId="{C0203770-186F-45F3-A79C-E3DF359D08FD}">
      <dgm:prSet phldrT="[Text]" custT="1"/>
      <dgm:spPr/>
      <dgm:t>
        <a:bodyPr/>
        <a:lstStyle/>
        <a:p>
          <a:r>
            <a:rPr lang="en-GB" sz="1000" noProof="0" dirty="0"/>
            <a:t>Inequalities that persist across the whole gradient</a:t>
          </a:r>
        </a:p>
      </dgm:t>
    </dgm:pt>
    <dgm:pt modelId="{6DBEFE04-A73E-47E4-A6B7-47ECFD808ED8}" type="parTrans" cxnId="{236B9BEE-96A5-4EF9-861B-1B7AF1A51B98}">
      <dgm:prSet/>
      <dgm:spPr/>
      <dgm:t>
        <a:bodyPr/>
        <a:lstStyle/>
        <a:p>
          <a:endParaRPr lang="de-CH" sz="1050"/>
        </a:p>
      </dgm:t>
    </dgm:pt>
    <dgm:pt modelId="{4BE5F260-09DC-4FB2-9CE0-F7C580FDA58F}" type="sibTrans" cxnId="{236B9BEE-96A5-4EF9-861B-1B7AF1A51B98}">
      <dgm:prSet/>
      <dgm:spPr/>
      <dgm:t>
        <a:bodyPr/>
        <a:lstStyle/>
        <a:p>
          <a:endParaRPr lang="de-CH" sz="1050"/>
        </a:p>
      </dgm:t>
    </dgm:pt>
    <dgm:pt modelId="{F1AF29B4-E443-41AC-8416-B6F2A50D894E}" type="pres">
      <dgm:prSet presAssocID="{183970BF-A441-46B2-A866-9AC083A74431}" presName="Name0" presStyleCnt="0">
        <dgm:presLayoutVars>
          <dgm:dir/>
          <dgm:resizeHandles val="exact"/>
        </dgm:presLayoutVars>
      </dgm:prSet>
      <dgm:spPr/>
    </dgm:pt>
    <dgm:pt modelId="{CF154FC5-E7CC-416A-9251-C80D49132B11}" type="pres">
      <dgm:prSet presAssocID="{5635CE7B-64C2-448D-BB96-022B8FDC7B02}" presName="node" presStyleLbl="node1" presStyleIdx="0" presStyleCnt="4">
        <dgm:presLayoutVars>
          <dgm:bulletEnabled val="1"/>
        </dgm:presLayoutVars>
      </dgm:prSet>
      <dgm:spPr/>
    </dgm:pt>
    <dgm:pt modelId="{187225BB-9EA3-4C8C-968D-E1788B568662}" type="pres">
      <dgm:prSet presAssocID="{24E0166D-B56B-45A8-8381-B9057B6C644A}" presName="sibTrans" presStyleLbl="sibTrans2D1" presStyleIdx="0" presStyleCnt="3"/>
      <dgm:spPr/>
    </dgm:pt>
    <dgm:pt modelId="{9221A246-11F3-488D-8641-3DCBCE18A2E3}" type="pres">
      <dgm:prSet presAssocID="{24E0166D-B56B-45A8-8381-B9057B6C644A}" presName="connectorText" presStyleLbl="sibTrans2D1" presStyleIdx="0" presStyleCnt="3"/>
      <dgm:spPr/>
    </dgm:pt>
    <dgm:pt modelId="{9017BB62-CDCD-4A49-A537-5C4139D6ECD0}" type="pres">
      <dgm:prSet presAssocID="{EBD06CFA-EC39-4BED-B46A-27E7B1277B47}" presName="node" presStyleLbl="node1" presStyleIdx="1" presStyleCnt="4">
        <dgm:presLayoutVars>
          <dgm:bulletEnabled val="1"/>
        </dgm:presLayoutVars>
      </dgm:prSet>
      <dgm:spPr/>
    </dgm:pt>
    <dgm:pt modelId="{EF4B101B-A6C8-45BE-9854-6DAE594636D7}" type="pres">
      <dgm:prSet presAssocID="{A03FDCA8-4371-4A2B-BF29-FC9E433F67B7}" presName="sibTrans" presStyleLbl="sibTrans2D1" presStyleIdx="1" presStyleCnt="3"/>
      <dgm:spPr/>
    </dgm:pt>
    <dgm:pt modelId="{42FD4AA0-0EDA-4449-AAC0-B9250C43B0D4}" type="pres">
      <dgm:prSet presAssocID="{A03FDCA8-4371-4A2B-BF29-FC9E433F67B7}" presName="connectorText" presStyleLbl="sibTrans2D1" presStyleIdx="1" presStyleCnt="3"/>
      <dgm:spPr/>
    </dgm:pt>
    <dgm:pt modelId="{8A5ACCDA-249C-49B6-B22F-41E6E8EDAF4B}" type="pres">
      <dgm:prSet presAssocID="{C402A790-204A-4610-8B62-7FDC2B85ABB1}" presName="node" presStyleLbl="node1" presStyleIdx="2" presStyleCnt="4">
        <dgm:presLayoutVars>
          <dgm:bulletEnabled val="1"/>
        </dgm:presLayoutVars>
      </dgm:prSet>
      <dgm:spPr/>
    </dgm:pt>
    <dgm:pt modelId="{C7ACE098-C137-454B-8EA0-63F5778EE8E8}" type="pres">
      <dgm:prSet presAssocID="{BCBB22BC-5C5C-47DF-B1AB-047A88E318DB}" presName="sibTrans" presStyleLbl="sibTrans2D1" presStyleIdx="2" presStyleCnt="3"/>
      <dgm:spPr/>
    </dgm:pt>
    <dgm:pt modelId="{3FD483BC-2086-441E-99AA-9BBBACCFF605}" type="pres">
      <dgm:prSet presAssocID="{BCBB22BC-5C5C-47DF-B1AB-047A88E318DB}" presName="connectorText" presStyleLbl="sibTrans2D1" presStyleIdx="2" presStyleCnt="3"/>
      <dgm:spPr/>
    </dgm:pt>
    <dgm:pt modelId="{22AB919E-4442-4823-9E5A-F3D9C714EE6A}" type="pres">
      <dgm:prSet presAssocID="{C0203770-186F-45F3-A79C-E3DF359D08FD}" presName="node" presStyleLbl="node1" presStyleIdx="3" presStyleCnt="4">
        <dgm:presLayoutVars>
          <dgm:bulletEnabled val="1"/>
        </dgm:presLayoutVars>
      </dgm:prSet>
      <dgm:spPr/>
    </dgm:pt>
  </dgm:ptLst>
  <dgm:cxnLst>
    <dgm:cxn modelId="{DB95D204-36FA-4232-B845-0476164CB259}" type="presOf" srcId="{C402A790-204A-4610-8B62-7FDC2B85ABB1}" destId="{8A5ACCDA-249C-49B6-B22F-41E6E8EDAF4B}" srcOrd="0" destOrd="0" presId="urn:microsoft.com/office/officeart/2005/8/layout/process1"/>
    <dgm:cxn modelId="{087B860B-832B-4BF5-82B7-F7762A00024B}" type="presOf" srcId="{24E0166D-B56B-45A8-8381-B9057B6C644A}" destId="{187225BB-9EA3-4C8C-968D-E1788B568662}" srcOrd="0" destOrd="0" presId="urn:microsoft.com/office/officeart/2005/8/layout/process1"/>
    <dgm:cxn modelId="{E0E2182E-F616-4B32-B884-3A7B53273580}" type="presOf" srcId="{A03FDCA8-4371-4A2B-BF29-FC9E433F67B7}" destId="{42FD4AA0-0EDA-4449-AAC0-B9250C43B0D4}" srcOrd="1" destOrd="0" presId="urn:microsoft.com/office/officeart/2005/8/layout/process1"/>
    <dgm:cxn modelId="{E0766431-7F06-4E36-B509-8E0AA3BB12E7}" srcId="{183970BF-A441-46B2-A866-9AC083A74431}" destId="{EBD06CFA-EC39-4BED-B46A-27E7B1277B47}" srcOrd="1" destOrd="0" parTransId="{F73E1DF1-3273-46B2-8D76-97F41A301AA9}" sibTransId="{A03FDCA8-4371-4A2B-BF29-FC9E433F67B7}"/>
    <dgm:cxn modelId="{7324DB61-2FF3-4600-9934-9645F3EAF2F8}" type="presOf" srcId="{183970BF-A441-46B2-A866-9AC083A74431}" destId="{F1AF29B4-E443-41AC-8416-B6F2A50D894E}" srcOrd="0" destOrd="0" presId="urn:microsoft.com/office/officeart/2005/8/layout/process1"/>
    <dgm:cxn modelId="{6349E973-CD38-4D3B-BC09-CB71D6E5218F}" type="presOf" srcId="{EBD06CFA-EC39-4BED-B46A-27E7B1277B47}" destId="{9017BB62-CDCD-4A49-A537-5C4139D6ECD0}" srcOrd="0" destOrd="0" presId="urn:microsoft.com/office/officeart/2005/8/layout/process1"/>
    <dgm:cxn modelId="{05490974-6AC5-4EE3-866E-1E1AF93E835A}" type="presOf" srcId="{BCBB22BC-5C5C-47DF-B1AB-047A88E318DB}" destId="{C7ACE098-C137-454B-8EA0-63F5778EE8E8}" srcOrd="0" destOrd="0" presId="urn:microsoft.com/office/officeart/2005/8/layout/process1"/>
    <dgm:cxn modelId="{5B97B583-A301-4102-B0AA-E603C63B7E21}" srcId="{183970BF-A441-46B2-A866-9AC083A74431}" destId="{C402A790-204A-4610-8B62-7FDC2B85ABB1}" srcOrd="2" destOrd="0" parTransId="{1EE9838B-3458-40FB-8D1F-F9DA3A4EFA88}" sibTransId="{BCBB22BC-5C5C-47DF-B1AB-047A88E318DB}"/>
    <dgm:cxn modelId="{E6A7D084-DAAC-498A-A8FF-D9382CF52948}" type="presOf" srcId="{5635CE7B-64C2-448D-BB96-022B8FDC7B02}" destId="{CF154FC5-E7CC-416A-9251-C80D49132B11}" srcOrd="0" destOrd="0" presId="urn:microsoft.com/office/officeart/2005/8/layout/process1"/>
    <dgm:cxn modelId="{9FBF2A86-ADDC-4820-9EB1-EA97045B927B}" type="presOf" srcId="{24E0166D-B56B-45A8-8381-B9057B6C644A}" destId="{9221A246-11F3-488D-8641-3DCBCE18A2E3}" srcOrd="1" destOrd="0" presId="urn:microsoft.com/office/officeart/2005/8/layout/process1"/>
    <dgm:cxn modelId="{D492408F-914F-4279-8DAD-8007ACD2AD08}" type="presOf" srcId="{BCBB22BC-5C5C-47DF-B1AB-047A88E318DB}" destId="{3FD483BC-2086-441E-99AA-9BBBACCFF605}" srcOrd="1" destOrd="0" presId="urn:microsoft.com/office/officeart/2005/8/layout/process1"/>
    <dgm:cxn modelId="{9E6BEF97-BD58-464C-944A-8DF294C51161}" srcId="{183970BF-A441-46B2-A866-9AC083A74431}" destId="{5635CE7B-64C2-448D-BB96-022B8FDC7B02}" srcOrd="0" destOrd="0" parTransId="{1DB59015-900C-4781-8184-6942F071BD0D}" sibTransId="{24E0166D-B56B-45A8-8381-B9057B6C644A}"/>
    <dgm:cxn modelId="{22F21DAA-D381-4055-B814-F66037E1C4A1}" type="presOf" srcId="{C0203770-186F-45F3-A79C-E3DF359D08FD}" destId="{22AB919E-4442-4823-9E5A-F3D9C714EE6A}" srcOrd="0" destOrd="0" presId="urn:microsoft.com/office/officeart/2005/8/layout/process1"/>
    <dgm:cxn modelId="{CADFCEB3-4830-4EC2-8327-B8EA132878B7}" type="presOf" srcId="{A03FDCA8-4371-4A2B-BF29-FC9E433F67B7}" destId="{EF4B101B-A6C8-45BE-9854-6DAE594636D7}" srcOrd="0" destOrd="0" presId="urn:microsoft.com/office/officeart/2005/8/layout/process1"/>
    <dgm:cxn modelId="{236B9BEE-96A5-4EF9-861B-1B7AF1A51B98}" srcId="{183970BF-A441-46B2-A866-9AC083A74431}" destId="{C0203770-186F-45F3-A79C-E3DF359D08FD}" srcOrd="3" destOrd="0" parTransId="{6DBEFE04-A73E-47E4-A6B7-47ECFD808ED8}" sibTransId="{4BE5F260-09DC-4FB2-9CE0-F7C580FDA58F}"/>
    <dgm:cxn modelId="{5C977FB1-2BFB-4F2D-A39E-13E4E8BAB9E2}" type="presParOf" srcId="{F1AF29B4-E443-41AC-8416-B6F2A50D894E}" destId="{CF154FC5-E7CC-416A-9251-C80D49132B11}" srcOrd="0" destOrd="0" presId="urn:microsoft.com/office/officeart/2005/8/layout/process1"/>
    <dgm:cxn modelId="{F0871484-AA9E-442E-9FB3-FB37726FF3EF}" type="presParOf" srcId="{F1AF29B4-E443-41AC-8416-B6F2A50D894E}" destId="{187225BB-9EA3-4C8C-968D-E1788B568662}" srcOrd="1" destOrd="0" presId="urn:microsoft.com/office/officeart/2005/8/layout/process1"/>
    <dgm:cxn modelId="{D7442808-23C0-4768-9FC0-8D7C3E1A30ED}" type="presParOf" srcId="{187225BB-9EA3-4C8C-968D-E1788B568662}" destId="{9221A246-11F3-488D-8641-3DCBCE18A2E3}" srcOrd="0" destOrd="0" presId="urn:microsoft.com/office/officeart/2005/8/layout/process1"/>
    <dgm:cxn modelId="{2BBFF376-2766-4AD2-8962-ADFCD0E5DFB7}" type="presParOf" srcId="{F1AF29B4-E443-41AC-8416-B6F2A50D894E}" destId="{9017BB62-CDCD-4A49-A537-5C4139D6ECD0}" srcOrd="2" destOrd="0" presId="urn:microsoft.com/office/officeart/2005/8/layout/process1"/>
    <dgm:cxn modelId="{BB9462B0-3CB9-4DEB-B549-0F43337074E8}" type="presParOf" srcId="{F1AF29B4-E443-41AC-8416-B6F2A50D894E}" destId="{EF4B101B-A6C8-45BE-9854-6DAE594636D7}" srcOrd="3" destOrd="0" presId="urn:microsoft.com/office/officeart/2005/8/layout/process1"/>
    <dgm:cxn modelId="{C82ABE2C-F4EF-4705-A314-5E7B53EAF868}" type="presParOf" srcId="{EF4B101B-A6C8-45BE-9854-6DAE594636D7}" destId="{42FD4AA0-0EDA-4449-AAC0-B9250C43B0D4}" srcOrd="0" destOrd="0" presId="urn:microsoft.com/office/officeart/2005/8/layout/process1"/>
    <dgm:cxn modelId="{5FC0B3C7-A30E-4236-9A6F-08D8C137963E}" type="presParOf" srcId="{F1AF29B4-E443-41AC-8416-B6F2A50D894E}" destId="{8A5ACCDA-249C-49B6-B22F-41E6E8EDAF4B}" srcOrd="4" destOrd="0" presId="urn:microsoft.com/office/officeart/2005/8/layout/process1"/>
    <dgm:cxn modelId="{5B1402D3-05BD-4C3A-9037-E29A2E632779}" type="presParOf" srcId="{F1AF29B4-E443-41AC-8416-B6F2A50D894E}" destId="{C7ACE098-C137-454B-8EA0-63F5778EE8E8}" srcOrd="5" destOrd="0" presId="urn:microsoft.com/office/officeart/2005/8/layout/process1"/>
    <dgm:cxn modelId="{AA987885-783A-4C64-9A6B-ED88FA91BD4C}" type="presParOf" srcId="{C7ACE098-C137-454B-8EA0-63F5778EE8E8}" destId="{3FD483BC-2086-441E-99AA-9BBBACCFF605}" srcOrd="0" destOrd="0" presId="urn:microsoft.com/office/officeart/2005/8/layout/process1"/>
    <dgm:cxn modelId="{9B58EBDE-D28F-4BE0-9CF8-67D9E9D35FB2}" type="presParOf" srcId="{F1AF29B4-E443-41AC-8416-B6F2A50D894E}" destId="{22AB919E-4442-4823-9E5A-F3D9C714EE6A}" srcOrd="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395DC8-9D24-4A30-AA55-28C50A38145E}">
      <dsp:nvSpPr>
        <dsp:cNvPr id="0" name=""/>
        <dsp:cNvSpPr/>
      </dsp:nvSpPr>
      <dsp:spPr>
        <a:xfrm>
          <a:off x="0" y="377564"/>
          <a:ext cx="6668656" cy="60480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68F4B28-E9AF-4B93-9CBE-817350F7D0CC}">
      <dsp:nvSpPr>
        <dsp:cNvPr id="0" name=""/>
        <dsp:cNvSpPr/>
      </dsp:nvSpPr>
      <dsp:spPr>
        <a:xfrm>
          <a:off x="333432" y="23324"/>
          <a:ext cx="4668059" cy="70848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6442" tIns="0" rIns="176442" bIns="0" numCol="1" spcCol="1270" anchor="ctr" anchorCtr="0">
          <a:noAutofit/>
        </a:bodyPr>
        <a:lstStyle/>
        <a:p>
          <a:pPr marL="0" lvl="0" indent="0" algn="l" defTabSz="1066800">
            <a:lnSpc>
              <a:spcPct val="90000"/>
            </a:lnSpc>
            <a:spcBef>
              <a:spcPct val="0"/>
            </a:spcBef>
            <a:spcAft>
              <a:spcPct val="35000"/>
            </a:spcAft>
            <a:buNone/>
          </a:pPr>
          <a:r>
            <a:rPr lang="en-GB" sz="2400" kern="1200" noProof="0" dirty="0"/>
            <a:t>Behavioural explanations</a:t>
          </a:r>
        </a:p>
      </dsp:txBody>
      <dsp:txXfrm>
        <a:off x="368017" y="57909"/>
        <a:ext cx="4598889" cy="639310"/>
      </dsp:txXfrm>
    </dsp:sp>
    <dsp:sp modelId="{90D5E7FD-61B5-424A-BB46-EC6EF62A97EE}">
      <dsp:nvSpPr>
        <dsp:cNvPr id="0" name=""/>
        <dsp:cNvSpPr/>
      </dsp:nvSpPr>
      <dsp:spPr>
        <a:xfrm>
          <a:off x="0" y="1466204"/>
          <a:ext cx="6668656" cy="60480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096F0EC-4A41-4952-9228-2F61A238C1BB}">
      <dsp:nvSpPr>
        <dsp:cNvPr id="0" name=""/>
        <dsp:cNvSpPr/>
      </dsp:nvSpPr>
      <dsp:spPr>
        <a:xfrm>
          <a:off x="333432" y="1111964"/>
          <a:ext cx="4668059" cy="70848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6442" tIns="0" rIns="176442" bIns="0" numCol="1" spcCol="1270" anchor="ctr" anchorCtr="0">
          <a:noAutofit/>
        </a:bodyPr>
        <a:lstStyle/>
        <a:p>
          <a:pPr marL="0" lvl="0" indent="0" algn="l" defTabSz="1066800">
            <a:lnSpc>
              <a:spcPct val="90000"/>
            </a:lnSpc>
            <a:spcBef>
              <a:spcPct val="0"/>
            </a:spcBef>
            <a:spcAft>
              <a:spcPct val="35000"/>
            </a:spcAft>
            <a:buNone/>
          </a:pPr>
          <a:r>
            <a:rPr lang="en-GB" sz="2400" kern="1200" noProof="0" dirty="0"/>
            <a:t>Material explanations</a:t>
          </a:r>
        </a:p>
      </dsp:txBody>
      <dsp:txXfrm>
        <a:off x="368017" y="1146549"/>
        <a:ext cx="4598889" cy="639310"/>
      </dsp:txXfrm>
    </dsp:sp>
    <dsp:sp modelId="{D5DF6CEF-43A3-4308-9FB1-61C64A662C9C}">
      <dsp:nvSpPr>
        <dsp:cNvPr id="0" name=""/>
        <dsp:cNvSpPr/>
      </dsp:nvSpPr>
      <dsp:spPr>
        <a:xfrm>
          <a:off x="0" y="2554844"/>
          <a:ext cx="6668656" cy="60480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529CBDD-2FB1-4A29-8DBA-5A3B7657612B}">
      <dsp:nvSpPr>
        <dsp:cNvPr id="0" name=""/>
        <dsp:cNvSpPr/>
      </dsp:nvSpPr>
      <dsp:spPr>
        <a:xfrm>
          <a:off x="333432" y="2200604"/>
          <a:ext cx="4668059" cy="70848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6442" tIns="0" rIns="176442" bIns="0" numCol="1" spcCol="1270" anchor="ctr" anchorCtr="0">
          <a:noAutofit/>
        </a:bodyPr>
        <a:lstStyle/>
        <a:p>
          <a:pPr marL="0" lvl="0" indent="0" algn="l" defTabSz="1066800">
            <a:lnSpc>
              <a:spcPct val="90000"/>
            </a:lnSpc>
            <a:spcBef>
              <a:spcPct val="0"/>
            </a:spcBef>
            <a:spcAft>
              <a:spcPct val="35000"/>
            </a:spcAft>
            <a:buNone/>
          </a:pPr>
          <a:r>
            <a:rPr lang="en-GB" sz="2400" kern="1200" noProof="0" dirty="0"/>
            <a:t>Psychosocial explanations</a:t>
          </a:r>
        </a:p>
      </dsp:txBody>
      <dsp:txXfrm>
        <a:off x="368017" y="2235189"/>
        <a:ext cx="4598889" cy="6393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154FC5-E7CC-416A-9251-C80D49132B11}">
      <dsp:nvSpPr>
        <dsp:cNvPr id="0" name=""/>
        <dsp:cNvSpPr/>
      </dsp:nvSpPr>
      <dsp:spPr>
        <a:xfrm>
          <a:off x="3923" y="823149"/>
          <a:ext cx="1715239" cy="1656278"/>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noProof="0" dirty="0"/>
            <a:t>Social class </a:t>
          </a:r>
          <a:r>
            <a:rPr lang="en-GB" sz="1600" kern="1200" noProof="0" dirty="0"/>
            <a:t>(social position) / </a:t>
          </a:r>
          <a:r>
            <a:rPr lang="en-GB" sz="1800" kern="1200" noProof="0" dirty="0"/>
            <a:t>Social structure</a:t>
          </a:r>
        </a:p>
      </dsp:txBody>
      <dsp:txXfrm>
        <a:off x="52434" y="871660"/>
        <a:ext cx="1618217" cy="1559256"/>
      </dsp:txXfrm>
    </dsp:sp>
    <dsp:sp modelId="{187225BB-9EA3-4C8C-968D-E1788B568662}">
      <dsp:nvSpPr>
        <dsp:cNvPr id="0" name=""/>
        <dsp:cNvSpPr/>
      </dsp:nvSpPr>
      <dsp:spPr>
        <a:xfrm>
          <a:off x="1890686" y="1438598"/>
          <a:ext cx="363630" cy="425379"/>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noProof="0" dirty="0"/>
        </a:p>
      </dsp:txBody>
      <dsp:txXfrm>
        <a:off x="1890686" y="1523674"/>
        <a:ext cx="254541" cy="255227"/>
      </dsp:txXfrm>
    </dsp:sp>
    <dsp:sp modelId="{9017BB62-CDCD-4A49-A537-5C4139D6ECD0}">
      <dsp:nvSpPr>
        <dsp:cNvPr id="0" name=""/>
        <dsp:cNvSpPr/>
      </dsp:nvSpPr>
      <dsp:spPr>
        <a:xfrm>
          <a:off x="2405258" y="823149"/>
          <a:ext cx="1715239" cy="1656278"/>
        </a:xfrm>
        <a:prstGeom prst="roundRect">
          <a:avLst>
            <a:gd name="adj" fmla="val 10000"/>
          </a:avLst>
        </a:prstGeom>
        <a:solidFill>
          <a:srgbClr val="0068B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b="1" kern="1200" noProof="0" dirty="0">
              <a:latin typeface="+mj-lt"/>
            </a:rPr>
            <a:t>Material conditions (income/ poverty, work, housing/ environment)</a:t>
          </a:r>
        </a:p>
      </dsp:txBody>
      <dsp:txXfrm>
        <a:off x="2453769" y="871660"/>
        <a:ext cx="1618217" cy="1559256"/>
      </dsp:txXfrm>
    </dsp:sp>
    <dsp:sp modelId="{EF4B101B-A6C8-45BE-9854-6DAE594636D7}">
      <dsp:nvSpPr>
        <dsp:cNvPr id="0" name=""/>
        <dsp:cNvSpPr/>
      </dsp:nvSpPr>
      <dsp:spPr>
        <a:xfrm>
          <a:off x="4292022" y="1438598"/>
          <a:ext cx="363630" cy="425379"/>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noProof="0" dirty="0"/>
        </a:p>
      </dsp:txBody>
      <dsp:txXfrm>
        <a:off x="4292022" y="1523674"/>
        <a:ext cx="254541" cy="255227"/>
      </dsp:txXfrm>
    </dsp:sp>
    <dsp:sp modelId="{8A5ACCDA-249C-49B6-B22F-41E6E8EDAF4B}">
      <dsp:nvSpPr>
        <dsp:cNvPr id="0" name=""/>
        <dsp:cNvSpPr/>
      </dsp:nvSpPr>
      <dsp:spPr>
        <a:xfrm>
          <a:off x="4806594" y="823149"/>
          <a:ext cx="1715239" cy="1656278"/>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noProof="0" dirty="0"/>
            <a:t>Health risks</a:t>
          </a:r>
        </a:p>
      </dsp:txBody>
      <dsp:txXfrm>
        <a:off x="4855105" y="871660"/>
        <a:ext cx="1618217" cy="1559256"/>
      </dsp:txXfrm>
    </dsp:sp>
    <dsp:sp modelId="{C7ACE098-C137-454B-8EA0-63F5778EE8E8}">
      <dsp:nvSpPr>
        <dsp:cNvPr id="0" name=""/>
        <dsp:cNvSpPr/>
      </dsp:nvSpPr>
      <dsp:spPr>
        <a:xfrm>
          <a:off x="6693358" y="1438598"/>
          <a:ext cx="363630" cy="425379"/>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noProof="0" dirty="0"/>
        </a:p>
      </dsp:txBody>
      <dsp:txXfrm>
        <a:off x="6693358" y="1523674"/>
        <a:ext cx="254541" cy="255227"/>
      </dsp:txXfrm>
    </dsp:sp>
    <dsp:sp modelId="{22AB919E-4442-4823-9E5A-F3D9C714EE6A}">
      <dsp:nvSpPr>
        <dsp:cNvPr id="0" name=""/>
        <dsp:cNvSpPr/>
      </dsp:nvSpPr>
      <dsp:spPr>
        <a:xfrm>
          <a:off x="7207930" y="823149"/>
          <a:ext cx="1715239" cy="1656278"/>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noProof="0" dirty="0"/>
            <a:t>Inequalities that persist across the whole gradient</a:t>
          </a:r>
        </a:p>
      </dsp:txBody>
      <dsp:txXfrm>
        <a:off x="7256441" y="871660"/>
        <a:ext cx="1618217" cy="155925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154FC5-E7CC-416A-9251-C80D49132B11}">
      <dsp:nvSpPr>
        <dsp:cNvPr id="0" name=""/>
        <dsp:cNvSpPr/>
      </dsp:nvSpPr>
      <dsp:spPr>
        <a:xfrm>
          <a:off x="2534" y="25486"/>
          <a:ext cx="1108305" cy="789667"/>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GB" sz="1000" kern="1200" noProof="0" dirty="0"/>
            <a:t>Social class </a:t>
          </a:r>
          <a:r>
            <a:rPr lang="en-GB" sz="900" kern="1200" noProof="0" dirty="0"/>
            <a:t>(social position) / </a:t>
          </a:r>
          <a:r>
            <a:rPr lang="en-GB" sz="1000" kern="1200" noProof="0" dirty="0"/>
            <a:t>Social structure</a:t>
          </a:r>
        </a:p>
      </dsp:txBody>
      <dsp:txXfrm>
        <a:off x="25663" y="48615"/>
        <a:ext cx="1062047" cy="743409"/>
      </dsp:txXfrm>
    </dsp:sp>
    <dsp:sp modelId="{187225BB-9EA3-4C8C-968D-E1788B568662}">
      <dsp:nvSpPr>
        <dsp:cNvPr id="0" name=""/>
        <dsp:cNvSpPr/>
      </dsp:nvSpPr>
      <dsp:spPr>
        <a:xfrm>
          <a:off x="1221670" y="282890"/>
          <a:ext cx="234960" cy="274859"/>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GB" sz="800" kern="1200" noProof="0" dirty="0"/>
        </a:p>
      </dsp:txBody>
      <dsp:txXfrm>
        <a:off x="1221670" y="337862"/>
        <a:ext cx="164472" cy="164915"/>
      </dsp:txXfrm>
    </dsp:sp>
    <dsp:sp modelId="{9017BB62-CDCD-4A49-A537-5C4139D6ECD0}">
      <dsp:nvSpPr>
        <dsp:cNvPr id="0" name=""/>
        <dsp:cNvSpPr/>
      </dsp:nvSpPr>
      <dsp:spPr>
        <a:xfrm>
          <a:off x="1554162" y="25486"/>
          <a:ext cx="1108305" cy="789667"/>
        </a:xfrm>
        <a:prstGeom prst="roundRect">
          <a:avLst>
            <a:gd name="adj" fmla="val 10000"/>
          </a:avLst>
        </a:prstGeom>
        <a:solidFill>
          <a:srgbClr val="0068B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GB" sz="1000" b="1" kern="1200" noProof="0" dirty="0">
              <a:latin typeface="+mj-lt"/>
            </a:rPr>
            <a:t>Material conditions (income/ poverty, work, housing/ environment)</a:t>
          </a:r>
        </a:p>
      </dsp:txBody>
      <dsp:txXfrm>
        <a:off x="1577291" y="48615"/>
        <a:ext cx="1062047" cy="743409"/>
      </dsp:txXfrm>
    </dsp:sp>
    <dsp:sp modelId="{EF4B101B-A6C8-45BE-9854-6DAE594636D7}">
      <dsp:nvSpPr>
        <dsp:cNvPr id="0" name=""/>
        <dsp:cNvSpPr/>
      </dsp:nvSpPr>
      <dsp:spPr>
        <a:xfrm>
          <a:off x="2773297" y="282890"/>
          <a:ext cx="234960" cy="274859"/>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GB" sz="800" kern="1200" noProof="0" dirty="0"/>
        </a:p>
      </dsp:txBody>
      <dsp:txXfrm>
        <a:off x="2773297" y="337862"/>
        <a:ext cx="164472" cy="164915"/>
      </dsp:txXfrm>
    </dsp:sp>
    <dsp:sp modelId="{8A5ACCDA-249C-49B6-B22F-41E6E8EDAF4B}">
      <dsp:nvSpPr>
        <dsp:cNvPr id="0" name=""/>
        <dsp:cNvSpPr/>
      </dsp:nvSpPr>
      <dsp:spPr>
        <a:xfrm>
          <a:off x="3105789" y="25486"/>
          <a:ext cx="1108305" cy="789667"/>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GB" sz="1000" kern="1200" noProof="0" dirty="0"/>
            <a:t>Health risks</a:t>
          </a:r>
        </a:p>
      </dsp:txBody>
      <dsp:txXfrm>
        <a:off x="3128918" y="48615"/>
        <a:ext cx="1062047" cy="743409"/>
      </dsp:txXfrm>
    </dsp:sp>
    <dsp:sp modelId="{C7ACE098-C137-454B-8EA0-63F5778EE8E8}">
      <dsp:nvSpPr>
        <dsp:cNvPr id="0" name=""/>
        <dsp:cNvSpPr/>
      </dsp:nvSpPr>
      <dsp:spPr>
        <a:xfrm>
          <a:off x="4324925" y="282890"/>
          <a:ext cx="234960" cy="274859"/>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GB" sz="800" kern="1200" noProof="0" dirty="0"/>
        </a:p>
      </dsp:txBody>
      <dsp:txXfrm>
        <a:off x="4324925" y="337862"/>
        <a:ext cx="164472" cy="164915"/>
      </dsp:txXfrm>
    </dsp:sp>
    <dsp:sp modelId="{22AB919E-4442-4823-9E5A-F3D9C714EE6A}">
      <dsp:nvSpPr>
        <dsp:cNvPr id="0" name=""/>
        <dsp:cNvSpPr/>
      </dsp:nvSpPr>
      <dsp:spPr>
        <a:xfrm>
          <a:off x="4657416" y="25486"/>
          <a:ext cx="1108305" cy="789667"/>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GB" sz="1000" kern="1200" noProof="0" dirty="0"/>
            <a:t>Inequalities that persist across the whole gradient</a:t>
          </a:r>
        </a:p>
      </dsp:txBody>
      <dsp:txXfrm>
        <a:off x="4680545" y="48615"/>
        <a:ext cx="1062047" cy="743409"/>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B3D75AFC-8523-4A8C-B7F9-14975E06416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umsplatzhalter 2">
            <a:extLst>
              <a:ext uri="{FF2B5EF4-FFF2-40B4-BE49-F238E27FC236}">
                <a16:creationId xmlns:a16="http://schemas.microsoft.com/office/drawing/2014/main" id="{010C5F37-9EAE-42C6-8B79-796F88FC18A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A23CB64-7ED2-413E-92E5-9E5ECDDC5653}" type="datetimeFigureOut">
              <a:rPr lang="de-CH"/>
              <a:t>02.10.2025</a:t>
            </a:fld>
            <a:endParaRPr lang="de-CH"/>
          </a:p>
        </p:txBody>
      </p:sp>
      <p:sp>
        <p:nvSpPr>
          <p:cNvPr id="4" name="Fußzeilenplatzhalter 3">
            <a:extLst>
              <a:ext uri="{FF2B5EF4-FFF2-40B4-BE49-F238E27FC236}">
                <a16:creationId xmlns:a16="http://schemas.microsoft.com/office/drawing/2014/main" id="{E3DF79E1-529E-4946-A158-7767C24D0F5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5" name="Foliennummernplatzhalter 4">
            <a:extLst>
              <a:ext uri="{FF2B5EF4-FFF2-40B4-BE49-F238E27FC236}">
                <a16:creationId xmlns:a16="http://schemas.microsoft.com/office/drawing/2014/main" id="{13D8A2B9-091D-462C-86C8-F4BBAA36461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77E85DD-9B08-498C-ABCE-CE60654D0F7C}" type="slidenum">
              <a:rPr lang="de-CH"/>
              <a:t>‹Nr.›</a:t>
            </a:fld>
            <a:endParaRPr lang="de-CH"/>
          </a:p>
        </p:txBody>
      </p:sp>
    </p:spTree>
    <p:extLst>
      <p:ext uri="{BB962C8B-B14F-4D97-AF65-F5344CB8AC3E}">
        <p14:creationId xmlns:p14="http://schemas.microsoft.com/office/powerpoint/2010/main" val="33133065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A5ABEF-1649-414E-9F1A-4DEFB4FDA52D}" type="datetimeFigureOut">
              <a:rPr lang="de-CH"/>
              <a:t>02.10.2025</a:t>
            </a:fld>
            <a:endParaRPr lang="de-CH"/>
          </a:p>
        </p:txBody>
      </p:sp>
      <p:sp>
        <p:nvSpPr>
          <p:cNvPr id="4" name="Folienbildplatzhalter 3"/>
          <p:cNvSpPr>
            <a:spLocks noGrp="1" noRot="1" noChangeAspect="1"/>
          </p:cNvSpPr>
          <p:nvPr>
            <p:ph type="sldImg" idx="2"/>
          </p:nvPr>
        </p:nvSpPr>
        <p:spPr>
          <a:xfrm>
            <a:off x="966788" y="1143000"/>
            <a:ext cx="4924425" cy="3086100"/>
          </a:xfrm>
          <a:prstGeom prst="rect">
            <a:avLst/>
          </a:prstGeom>
          <a:noFill/>
          <a:ln w="12700">
            <a:solidFill>
              <a:prstClr val="black"/>
            </a:solidFill>
          </a:ln>
        </p:spPr>
        <p:txBody>
          <a:bodyPr vert="horz" lIns="91440" tIns="45720" rIns="91440" bIns="45720" rtlCol="0" anchor="ctr"/>
          <a:lstStyle/>
          <a:p>
            <a:endParaRPr lang="de-CH"/>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3DBF93-C8C6-4EB3-9999-BD39A0010D16}" type="slidenum">
              <a:rPr lang="de-CH"/>
              <a:t>‹Nr.›</a:t>
            </a:fld>
            <a:endParaRPr lang="de-CH"/>
          </a:p>
        </p:txBody>
      </p:sp>
    </p:spTree>
    <p:extLst>
      <p:ext uri="{BB962C8B-B14F-4D97-AF65-F5344CB8AC3E}">
        <p14:creationId xmlns:p14="http://schemas.microsoft.com/office/powerpoint/2010/main" val="29590579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dirty="0"/>
              <a:t>Last </a:t>
            </a:r>
            <a:r>
              <a:rPr lang="de-CH" dirty="0" err="1"/>
              <a:t>week</a:t>
            </a:r>
            <a:r>
              <a:rPr lang="de-CH" dirty="0"/>
              <a:t>: </a:t>
            </a:r>
            <a:r>
              <a:rPr lang="de-CH" dirty="0" err="1"/>
              <a:t>defining</a:t>
            </a:r>
            <a:r>
              <a:rPr lang="de-CH" dirty="0"/>
              <a:t> </a:t>
            </a:r>
            <a:r>
              <a:rPr lang="de-CH" dirty="0" err="1"/>
              <a:t>health</a:t>
            </a:r>
            <a:r>
              <a:rPr lang="de-CH" dirty="0"/>
              <a:t> </a:t>
            </a:r>
            <a:r>
              <a:rPr lang="de-CH" dirty="0" err="1"/>
              <a:t>inequalities</a:t>
            </a:r>
            <a:r>
              <a:rPr lang="de-CH" dirty="0"/>
              <a:t>; </a:t>
            </a:r>
            <a:r>
              <a:rPr lang="de-CH" dirty="0" err="1"/>
              <a:t>health</a:t>
            </a:r>
            <a:r>
              <a:rPr lang="de-CH" dirty="0"/>
              <a:t> </a:t>
            </a:r>
            <a:r>
              <a:rPr lang="de-CH" dirty="0" err="1"/>
              <a:t>inequalities</a:t>
            </a:r>
            <a:r>
              <a:rPr lang="de-CH" dirty="0"/>
              <a:t> </a:t>
            </a:r>
            <a:r>
              <a:rPr lang="de-CH" dirty="0" err="1"/>
              <a:t>vs</a:t>
            </a:r>
            <a:r>
              <a:rPr lang="de-CH" dirty="0"/>
              <a:t> </a:t>
            </a:r>
            <a:r>
              <a:rPr lang="de-CH" dirty="0" err="1"/>
              <a:t>inequities</a:t>
            </a:r>
            <a:r>
              <a:rPr lang="de-CH" dirty="0"/>
              <a:t>; absolute and relative </a:t>
            </a:r>
            <a:r>
              <a:rPr lang="de-CH" dirty="0" err="1"/>
              <a:t>measures</a:t>
            </a:r>
            <a:r>
              <a:rPr lang="de-CH" dirty="0"/>
              <a:t>; </a:t>
            </a:r>
            <a:r>
              <a:rPr lang="de-CH" dirty="0" err="1"/>
              <a:t>first</a:t>
            </a:r>
            <a:r>
              <a:rPr lang="de-CH" dirty="0"/>
              <a:t> </a:t>
            </a:r>
            <a:r>
              <a:rPr lang="de-CH" dirty="0" err="1"/>
              <a:t>descriptive</a:t>
            </a:r>
            <a:r>
              <a:rPr lang="de-CH" dirty="0"/>
              <a:t> </a:t>
            </a:r>
            <a:r>
              <a:rPr lang="de-CH" dirty="0" err="1"/>
              <a:t>indicators</a:t>
            </a:r>
            <a:endParaRPr lang="de-CH" dirty="0"/>
          </a:p>
        </p:txBody>
      </p:sp>
      <p:sp>
        <p:nvSpPr>
          <p:cNvPr id="4" name="Foliennummernplatzhalter 3"/>
          <p:cNvSpPr>
            <a:spLocks noGrp="1"/>
          </p:cNvSpPr>
          <p:nvPr>
            <p:ph type="sldNum" sz="quarter" idx="5"/>
          </p:nvPr>
        </p:nvSpPr>
        <p:spPr/>
        <p:txBody>
          <a:bodyPr/>
          <a:lstStyle/>
          <a:p>
            <a:fld id="{A63DBF93-C8C6-4EB3-9999-BD39A0010D16}" type="slidenum">
              <a:rPr lang="de-CH" smtClean="0"/>
              <a:t>1</a:t>
            </a:fld>
            <a:endParaRPr lang="de-CH"/>
          </a:p>
        </p:txBody>
      </p:sp>
    </p:spTree>
    <p:extLst>
      <p:ext uri="{BB962C8B-B14F-4D97-AF65-F5344CB8AC3E}">
        <p14:creationId xmlns:p14="http://schemas.microsoft.com/office/powerpoint/2010/main" val="30789933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dirty="0"/>
              <a:t>Applied </a:t>
            </a:r>
            <a:r>
              <a:rPr lang="de-CH" dirty="0" err="1"/>
              <a:t>part</a:t>
            </a:r>
            <a:r>
              <a:rPr lang="de-CH" dirty="0"/>
              <a:t>: </a:t>
            </a:r>
            <a:r>
              <a:rPr lang="de-CH" dirty="0" err="1"/>
              <a:t>items</a:t>
            </a:r>
            <a:r>
              <a:rPr lang="de-CH" dirty="0"/>
              <a:t> </a:t>
            </a:r>
            <a:r>
              <a:rPr lang="de-CH" dirty="0" err="1"/>
              <a:t>for</a:t>
            </a:r>
            <a:r>
              <a:rPr lang="de-CH" dirty="0"/>
              <a:t> </a:t>
            </a:r>
            <a:r>
              <a:rPr lang="de-CH" dirty="0" err="1"/>
              <a:t>these</a:t>
            </a:r>
            <a:r>
              <a:rPr lang="de-CH" dirty="0"/>
              <a:t> </a:t>
            </a:r>
            <a:r>
              <a:rPr lang="de-CH" dirty="0" err="1"/>
              <a:t>explanations</a:t>
            </a:r>
            <a:r>
              <a:rPr lang="de-CH" dirty="0"/>
              <a:t>. Also: mini </a:t>
            </a:r>
            <a:r>
              <a:rPr lang="de-CH" dirty="0" err="1"/>
              <a:t>evaluation</a:t>
            </a:r>
            <a:r>
              <a:rPr lang="de-CH" dirty="0"/>
              <a:t>, and </a:t>
            </a:r>
            <a:r>
              <a:rPr lang="de-CH" dirty="0" err="1"/>
              <a:t>information</a:t>
            </a:r>
            <a:r>
              <a:rPr lang="de-CH" dirty="0"/>
              <a:t> </a:t>
            </a:r>
            <a:r>
              <a:rPr lang="de-CH" dirty="0" err="1"/>
              <a:t>about</a:t>
            </a:r>
            <a:r>
              <a:rPr lang="de-CH" dirty="0"/>
              <a:t> </a:t>
            </a:r>
            <a:r>
              <a:rPr lang="de-CH" dirty="0" err="1"/>
              <a:t>research</a:t>
            </a:r>
            <a:r>
              <a:rPr lang="de-CH" dirty="0"/>
              <a:t> </a:t>
            </a:r>
            <a:r>
              <a:rPr lang="de-CH" dirty="0" err="1"/>
              <a:t>question</a:t>
            </a:r>
            <a:r>
              <a:rPr lang="de-CH"/>
              <a:t>.</a:t>
            </a:r>
            <a:endParaRPr lang="de-CH" dirty="0"/>
          </a:p>
        </p:txBody>
      </p:sp>
      <p:sp>
        <p:nvSpPr>
          <p:cNvPr id="4" name="Foliennummernplatzhalter 3"/>
          <p:cNvSpPr>
            <a:spLocks noGrp="1"/>
          </p:cNvSpPr>
          <p:nvPr>
            <p:ph type="sldNum" sz="quarter" idx="5"/>
          </p:nvPr>
        </p:nvSpPr>
        <p:spPr/>
        <p:txBody>
          <a:bodyPr/>
          <a:lstStyle/>
          <a:p>
            <a:fld id="{A63DBF93-C8C6-4EB3-9999-BD39A0010D16}" type="slidenum">
              <a:rPr lang="de-CH" smtClean="0"/>
              <a:t>3</a:t>
            </a:fld>
            <a:endParaRPr lang="de-CH"/>
          </a:p>
        </p:txBody>
      </p:sp>
    </p:spTree>
    <p:extLst>
      <p:ext uri="{BB962C8B-B14F-4D97-AF65-F5344CB8AC3E}">
        <p14:creationId xmlns:p14="http://schemas.microsoft.com/office/powerpoint/2010/main" val="26483717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CH" dirty="0"/>
          </a:p>
        </p:txBody>
      </p:sp>
      <p:sp>
        <p:nvSpPr>
          <p:cNvPr id="4" name="Foliennummernplatzhalter 3"/>
          <p:cNvSpPr>
            <a:spLocks noGrp="1"/>
          </p:cNvSpPr>
          <p:nvPr>
            <p:ph type="sldNum" sz="quarter" idx="5"/>
          </p:nvPr>
        </p:nvSpPr>
        <p:spPr/>
        <p:txBody>
          <a:bodyPr/>
          <a:lstStyle/>
          <a:p>
            <a:fld id="{A63DBF93-C8C6-4EB3-9999-BD39A0010D16}" type="slidenum">
              <a:rPr lang="de-CH" smtClean="0"/>
              <a:t>5</a:t>
            </a:fld>
            <a:endParaRPr lang="de-CH"/>
          </a:p>
        </p:txBody>
      </p:sp>
    </p:spTree>
    <p:extLst>
      <p:ext uri="{BB962C8B-B14F-4D97-AF65-F5344CB8AC3E}">
        <p14:creationId xmlns:p14="http://schemas.microsoft.com/office/powerpoint/2010/main" val="3294386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Alcohol as both a </a:t>
            </a:r>
            <a:r>
              <a:rPr lang="en-US" b="1" dirty="0"/>
              <a:t>collective cultural practice</a:t>
            </a:r>
            <a:r>
              <a:rPr lang="en-US" dirty="0"/>
              <a:t> and a </a:t>
            </a:r>
            <a:r>
              <a:rPr lang="en-US" b="1" dirty="0"/>
              <a:t>status/identity marker</a:t>
            </a:r>
            <a:r>
              <a:rPr lang="en-US" dirty="0"/>
              <a:t>, with health consequences in the background.</a:t>
            </a:r>
          </a:p>
          <a:p>
            <a:pPr marL="171450" indent="-171450">
              <a:buFont typeface="Arial" panose="020B0604020202020204" pitchFamily="34" charset="0"/>
              <a:buChar char="•"/>
            </a:pPr>
            <a:r>
              <a:rPr lang="en-US" b="1" dirty="0"/>
              <a:t>Culture / Habitus:</a:t>
            </a:r>
            <a:r>
              <a:rPr lang="en-US" dirty="0"/>
              <a:t> The film shows how drinking is deeply woven into Danish social life — celebratory, everyday, even </a:t>
            </a:r>
            <a:r>
              <a:rPr lang="en-US" dirty="0" err="1"/>
              <a:t>ritualised</a:t>
            </a:r>
            <a:r>
              <a:rPr lang="en-US" dirty="0"/>
              <a:t> (e.g. birthday parties, school traditions). Alcohol is a </a:t>
            </a:r>
            <a:r>
              <a:rPr lang="en-US" i="1" dirty="0"/>
              <a:t>shared norm</a:t>
            </a:r>
            <a:r>
              <a:rPr lang="en-US" dirty="0"/>
              <a:t>.</a:t>
            </a:r>
          </a:p>
          <a:p>
            <a:pPr marL="171450" indent="-171450">
              <a:buFont typeface="Arial" panose="020B0604020202020204" pitchFamily="34" charset="0"/>
              <a:buChar char="•"/>
            </a:pPr>
            <a:r>
              <a:rPr lang="en-US" b="1" dirty="0"/>
              <a:t>Status / Distinction:</a:t>
            </a:r>
            <a:r>
              <a:rPr lang="en-US" dirty="0"/>
              <a:t> For the teachers, drinking becomes tied to ideas of confidence, creativity, and even professional identity. It’s not just about intoxication, but about </a:t>
            </a:r>
            <a:r>
              <a:rPr lang="en-US" i="1" dirty="0"/>
              <a:t>performing a certain kind of self</a:t>
            </a:r>
            <a:r>
              <a:rPr lang="en-US" dirty="0"/>
              <a:t>. In some scenes, it also marks belonging to a peer group.</a:t>
            </a:r>
          </a:p>
          <a:p>
            <a:endParaRPr lang="de-CH" dirty="0"/>
          </a:p>
        </p:txBody>
      </p:sp>
      <p:sp>
        <p:nvSpPr>
          <p:cNvPr id="4" name="Foliennummernplatzhalter 3"/>
          <p:cNvSpPr>
            <a:spLocks noGrp="1"/>
          </p:cNvSpPr>
          <p:nvPr>
            <p:ph type="sldNum" sz="quarter" idx="5"/>
          </p:nvPr>
        </p:nvSpPr>
        <p:spPr/>
        <p:txBody>
          <a:bodyPr/>
          <a:lstStyle/>
          <a:p>
            <a:fld id="{A63DBF93-C8C6-4EB3-9999-BD39A0010D16}" type="slidenum">
              <a:rPr lang="de-CH" smtClean="0"/>
              <a:t>6</a:t>
            </a:fld>
            <a:endParaRPr lang="de-CH"/>
          </a:p>
        </p:txBody>
      </p:sp>
    </p:spTree>
    <p:extLst>
      <p:ext uri="{BB962C8B-B14F-4D97-AF65-F5344CB8AC3E}">
        <p14:creationId xmlns:p14="http://schemas.microsoft.com/office/powerpoint/2010/main" val="12734056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99AA5-6F99-609B-C651-DDF4BCBE606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6847FB1-FC1E-DCB2-723E-C5E9D0ABA4C3}"/>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487A5413-32D1-621D-D83F-3CB64A60CBE9}"/>
              </a:ext>
            </a:extLst>
          </p:cNvPr>
          <p:cNvSpPr>
            <a:spLocks noGrp="1"/>
          </p:cNvSpPr>
          <p:nvPr>
            <p:ph type="body" idx="1"/>
          </p:nvPr>
        </p:nvSpPr>
        <p:spPr/>
        <p:txBody>
          <a:bodyPr/>
          <a:lstStyle/>
          <a:p>
            <a:endParaRPr lang="de-CH" dirty="0"/>
          </a:p>
        </p:txBody>
      </p:sp>
      <p:sp>
        <p:nvSpPr>
          <p:cNvPr id="4" name="Foliennummernplatzhalter 3">
            <a:extLst>
              <a:ext uri="{FF2B5EF4-FFF2-40B4-BE49-F238E27FC236}">
                <a16:creationId xmlns:a16="http://schemas.microsoft.com/office/drawing/2014/main" id="{E2E332D8-B12D-4A82-9DDE-2695A98E81AD}"/>
              </a:ext>
            </a:extLst>
          </p:cNvPr>
          <p:cNvSpPr>
            <a:spLocks noGrp="1"/>
          </p:cNvSpPr>
          <p:nvPr>
            <p:ph type="sldNum" sz="quarter" idx="5"/>
          </p:nvPr>
        </p:nvSpPr>
        <p:spPr/>
        <p:txBody>
          <a:bodyPr/>
          <a:lstStyle/>
          <a:p>
            <a:fld id="{A63DBF93-C8C6-4EB3-9999-BD39A0010D16}" type="slidenum">
              <a:rPr lang="de-CH" smtClean="0"/>
              <a:t>7</a:t>
            </a:fld>
            <a:endParaRPr lang="de-CH"/>
          </a:p>
        </p:txBody>
      </p:sp>
    </p:spTree>
    <p:extLst>
      <p:ext uri="{BB962C8B-B14F-4D97-AF65-F5344CB8AC3E}">
        <p14:creationId xmlns:p14="http://schemas.microsoft.com/office/powerpoint/2010/main" val="39635283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sz="1200" b="0" i="0" kern="1200" dirty="0">
                <a:solidFill>
                  <a:schemeClr val="tx1"/>
                </a:solidFill>
                <a:effectLst/>
                <a:latin typeface="+mn-lt"/>
                <a:ea typeface="+mn-ea"/>
                <a:cs typeface="+mn-cs"/>
              </a:rPr>
              <a:t>Social capital is defined as the resources available to individuals through their social connections and community networks, characterized by the structure and quality of social relationships. It encompasses elements such as trust, norms, information channels, and appropriable social organizations.</a:t>
            </a:r>
          </a:p>
        </p:txBody>
      </p:sp>
      <p:sp>
        <p:nvSpPr>
          <p:cNvPr id="4" name="Foliennummernplatzhalter 3"/>
          <p:cNvSpPr>
            <a:spLocks noGrp="1"/>
          </p:cNvSpPr>
          <p:nvPr>
            <p:ph type="sldNum" sz="quarter" idx="5"/>
          </p:nvPr>
        </p:nvSpPr>
        <p:spPr/>
        <p:txBody>
          <a:bodyPr/>
          <a:lstStyle/>
          <a:p>
            <a:fld id="{A63DBF93-C8C6-4EB3-9999-BD39A0010D16}" type="slidenum">
              <a:rPr lang="de-CH" smtClean="0"/>
              <a:t>11</a:t>
            </a:fld>
            <a:endParaRPr lang="de-CH"/>
          </a:p>
        </p:txBody>
      </p:sp>
    </p:spTree>
    <p:extLst>
      <p:ext uri="{BB962C8B-B14F-4D97-AF65-F5344CB8AC3E}">
        <p14:creationId xmlns:p14="http://schemas.microsoft.com/office/powerpoint/2010/main" val="428753035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hyperlink" Target="mailto:david.weisstanner@unilu.ch"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spTree>
      <p:nvGrpSpPr>
        <p:cNvPr id="1" name=""/>
        <p:cNvGrpSpPr/>
        <p:nvPr/>
      </p:nvGrpSpPr>
      <p:grpSpPr>
        <a:xfrm>
          <a:off x="0" y="0"/>
          <a:ext cx="0" cy="0"/>
          <a:chOff x="0" y="0"/>
          <a:chExt cx="0" cy="0"/>
        </a:xfrm>
      </p:grpSpPr>
      <p:sp>
        <p:nvSpPr>
          <p:cNvPr id="2" name="Titel 1" descr="&lt;Einzelfelder_Präsentationstitel&gt;">
            <a:extLst>
              <a:ext uri="{FF2B5EF4-FFF2-40B4-BE49-F238E27FC236}">
                <a16:creationId xmlns:a16="http://schemas.microsoft.com/office/drawing/2014/main" id="{21F5C175-5CDD-4119-8E88-D19A21B9E10B}"/>
              </a:ext>
            </a:extLst>
          </p:cNvPr>
          <p:cNvSpPr>
            <a:spLocks noGrp="1"/>
          </p:cNvSpPr>
          <p:nvPr>
            <p:ph type="ctrTitle"/>
          </p:nvPr>
        </p:nvSpPr>
        <p:spPr>
          <a:xfrm>
            <a:off x="5519002" y="1448313"/>
            <a:ext cx="5066448" cy="2713997"/>
          </a:xfrm>
        </p:spPr>
        <p:txBody>
          <a:bodyPr anchor="t" anchorCtr="0"/>
          <a:lstStyle>
            <a:lvl1pPr algn="l">
              <a:defRPr sz="3800" spc="50" baseline="0"/>
            </a:lvl1pPr>
          </a:lstStyle>
          <a:p>
            <a:r>
              <a:rPr lang="en-US" dirty="0"/>
              <a:t>Click to edit Master title style</a:t>
            </a:r>
            <a:endParaRPr lang="de-CH" dirty="0"/>
          </a:p>
        </p:txBody>
      </p:sp>
      <p:sp>
        <p:nvSpPr>
          <p:cNvPr id="3" name="Untertitel 2" descr="&lt;Mitarbeitende_Ersteller_Mitarbeitende_FakultaetE&gt;&#10;&#10;&lt;mitarbeitende_ersteller_mitarbeitende_institutE&gt;">
            <a:extLst>
              <a:ext uri="{FF2B5EF4-FFF2-40B4-BE49-F238E27FC236}">
                <a16:creationId xmlns:a16="http://schemas.microsoft.com/office/drawing/2014/main" id="{BBD95983-37AF-4025-91FE-CAC128DFA31F}"/>
              </a:ext>
            </a:extLst>
          </p:cNvPr>
          <p:cNvSpPr>
            <a:spLocks noGrp="1"/>
          </p:cNvSpPr>
          <p:nvPr>
            <p:ph type="subTitle" idx="1"/>
          </p:nvPr>
        </p:nvSpPr>
        <p:spPr>
          <a:xfrm>
            <a:off x="5543550" y="368299"/>
            <a:ext cx="5040000" cy="684213"/>
          </a:xfrm>
        </p:spPr>
        <p:txBody>
          <a:bodyPr tIns="18000"/>
          <a:lstStyle>
            <a:lvl1pPr marL="0" indent="0" algn="l">
              <a:buNone/>
              <a:defRPr sz="1000" b="1" cap="all" spc="50" baseline="0"/>
            </a:lvl1pPr>
            <a:lvl2pPr marL="410428" indent="0" algn="ctr">
              <a:buNone/>
              <a:defRPr sz="1795"/>
            </a:lvl2pPr>
            <a:lvl3pPr marL="820857" indent="0" algn="ctr">
              <a:buNone/>
              <a:defRPr sz="1616"/>
            </a:lvl3pPr>
            <a:lvl4pPr marL="1231285" indent="0" algn="ctr">
              <a:buNone/>
              <a:defRPr sz="1436"/>
            </a:lvl4pPr>
            <a:lvl5pPr marL="1641714" indent="0" algn="ctr">
              <a:buNone/>
              <a:defRPr sz="1436"/>
            </a:lvl5pPr>
            <a:lvl6pPr marL="2052142" indent="0" algn="ctr">
              <a:buNone/>
              <a:defRPr sz="1436"/>
            </a:lvl6pPr>
            <a:lvl7pPr marL="2462571" indent="0" algn="ctr">
              <a:buNone/>
              <a:defRPr sz="1436"/>
            </a:lvl7pPr>
            <a:lvl8pPr marL="2872999" indent="0" algn="ctr">
              <a:buNone/>
              <a:defRPr sz="1436"/>
            </a:lvl8pPr>
            <a:lvl9pPr marL="3283428" indent="0" algn="ctr">
              <a:buNone/>
              <a:defRPr sz="1436"/>
            </a:lvl9pPr>
          </a:lstStyle>
          <a:p>
            <a:r>
              <a:rPr lang="en-US"/>
              <a:t>Click to edit Master subtitle style</a:t>
            </a:r>
            <a:endParaRPr lang="de-CH" dirty="0"/>
          </a:p>
        </p:txBody>
      </p:sp>
      <p:sp>
        <p:nvSpPr>
          <p:cNvPr id="18" name="Datumsplatzhalter 17" descr="&lt;Einzelfelder_Präsentationstitel&gt;, &lt;Einzelfelder_Datum&gt;">
            <a:extLst>
              <a:ext uri="{FF2B5EF4-FFF2-40B4-BE49-F238E27FC236}">
                <a16:creationId xmlns:a16="http://schemas.microsoft.com/office/drawing/2014/main" id="{B1323FEA-EBF4-4D0D-903F-F7D9F322AF79}"/>
              </a:ext>
            </a:extLst>
          </p:cNvPr>
          <p:cNvSpPr>
            <a:spLocks noGrp="1"/>
          </p:cNvSpPr>
          <p:nvPr>
            <p:ph type="dt" sz="half" idx="10"/>
          </p:nvPr>
        </p:nvSpPr>
        <p:spPr>
          <a:xfrm>
            <a:off x="360001" y="6417721"/>
            <a:ext cx="5039088" cy="216000"/>
          </a:xfrm>
          <a:prstGeom prst="rect">
            <a:avLst/>
          </a:prstGeom>
        </p:spPr>
        <p:txBody>
          <a:bodyPr/>
          <a:lstStyle>
            <a:lvl1pPr>
              <a:defRPr sz="900"/>
            </a:lvl1pPr>
          </a:lstStyle>
          <a:p>
            <a:r>
              <a:rPr lang="de-DE"/>
              <a:t>Title of the presentation, 15 April 2025</a:t>
            </a:r>
            <a:endParaRPr lang="de-CH" dirty="0"/>
          </a:p>
        </p:txBody>
      </p:sp>
      <p:sp>
        <p:nvSpPr>
          <p:cNvPr id="29" name="Bildplatzhalter 21">
            <a:extLst>
              <a:ext uri="{FF2B5EF4-FFF2-40B4-BE49-F238E27FC236}">
                <a16:creationId xmlns:a16="http://schemas.microsoft.com/office/drawing/2014/main" id="{6DAB252E-9367-4CCD-9C6E-4EF95D98F007}"/>
              </a:ext>
            </a:extLst>
          </p:cNvPr>
          <p:cNvSpPr>
            <a:spLocks noGrp="1"/>
          </p:cNvSpPr>
          <p:nvPr>
            <p:ph type="pic" sz="quarter" idx="16" hasCustomPrompt="1"/>
          </p:nvPr>
        </p:nvSpPr>
        <p:spPr>
          <a:xfrm>
            <a:off x="358775" y="1538287"/>
            <a:ext cx="4824000" cy="4824000"/>
          </a:xfrm>
          <a:solidFill>
            <a:schemeClr val="bg1">
              <a:lumMod val="95000"/>
            </a:schemeClr>
          </a:solidFill>
        </p:spPr>
        <p:txBody>
          <a:bodyPr/>
          <a:lstStyle>
            <a:lvl1pPr>
              <a:defRPr sz="800"/>
            </a:lvl1pPr>
          </a:lstStyle>
          <a:p>
            <a:r>
              <a:rPr lang="de-CH" dirty="0"/>
              <a:t>Titelbild</a:t>
            </a:r>
          </a:p>
        </p:txBody>
      </p:sp>
      <p:sp>
        <p:nvSpPr>
          <p:cNvPr id="9" name="Textplatzhalter 8">
            <a:extLst>
              <a:ext uri="{FF2B5EF4-FFF2-40B4-BE49-F238E27FC236}">
                <a16:creationId xmlns:a16="http://schemas.microsoft.com/office/drawing/2014/main" id="{BA336A55-AC84-EF04-526F-9ACC05F6C548}"/>
              </a:ext>
            </a:extLst>
          </p:cNvPr>
          <p:cNvSpPr>
            <a:spLocks noGrp="1"/>
          </p:cNvSpPr>
          <p:nvPr>
            <p:ph type="body" sz="quarter" idx="17" hasCustomPrompt="1"/>
          </p:nvPr>
        </p:nvSpPr>
        <p:spPr>
          <a:xfrm>
            <a:off x="5543550" y="4529138"/>
            <a:ext cx="5065713" cy="1533525"/>
          </a:xfrm>
        </p:spPr>
        <p:txBody>
          <a:bodyPr/>
          <a:lstStyle>
            <a:lvl1pPr marL="171450" marR="0" indent="-171450" algn="l" defTabSz="820857" rtl="0" eaLnBrk="1" fontAlgn="auto" latinLnBrk="0" hangingPunct="1">
              <a:lnSpc>
                <a:spcPct val="117000"/>
              </a:lnSpc>
              <a:spcBef>
                <a:spcPts val="200"/>
              </a:spcBef>
              <a:spcAft>
                <a:spcPts val="0"/>
              </a:spcAft>
              <a:buClrTx/>
              <a:buSzTx/>
              <a:buFont typeface="Wingdings" panose="05000000000000000000" pitchFamily="2" charset="2"/>
              <a:buChar char="*"/>
              <a:tabLst/>
              <a:defRPr sz="1200"/>
            </a:lvl1pPr>
          </a:lstStyle>
          <a:p>
            <a:pPr marL="0" marR="0" lvl="0" indent="0" algn="l" defTabSz="820857" rtl="0" eaLnBrk="1" fontAlgn="auto" latinLnBrk="0" hangingPunct="1">
              <a:lnSpc>
                <a:spcPct val="117000"/>
              </a:lnSpc>
              <a:spcBef>
                <a:spcPts val="0"/>
              </a:spcBef>
              <a:spcAft>
                <a:spcPts val="0"/>
              </a:spcAft>
              <a:buClrTx/>
              <a:buSzTx/>
              <a:buFontTx/>
              <a:buNone/>
              <a:tabLst/>
              <a:defRPr/>
            </a:pPr>
            <a:r>
              <a:rPr kumimoji="0" lang="de-CH" sz="1800" b="1" i="0" u="none" strike="noStrike" kern="1200" cap="all" spc="50" normalizeH="0" baseline="0" noProof="0" dirty="0">
                <a:ln>
                  <a:noFill/>
                </a:ln>
                <a:solidFill>
                  <a:srgbClr val="000000"/>
                </a:solidFill>
                <a:effectLst/>
                <a:uLnTx/>
                <a:uFillTx/>
                <a:latin typeface="Arial" panose="020B0604020202020204"/>
                <a:ea typeface="+mn-ea"/>
                <a:cs typeface="+mn-cs"/>
              </a:rPr>
              <a:t>Ass.-Prof. Dr. David Weisstanner</a:t>
            </a:r>
          </a:p>
          <a:p>
            <a:pPr marL="171450" marR="0" lvl="0" indent="-171450" algn="l" defTabSz="820857" rtl="0" eaLnBrk="1" fontAlgn="auto" latinLnBrk="0" hangingPunct="1">
              <a:lnSpc>
                <a:spcPct val="117000"/>
              </a:lnSpc>
              <a:spcBef>
                <a:spcPts val="200"/>
              </a:spcBef>
              <a:spcAft>
                <a:spcPts val="0"/>
              </a:spcAft>
              <a:buClrTx/>
              <a:buSzTx/>
              <a:buFont typeface="Wingdings" panose="05000000000000000000" pitchFamily="2" charset="2"/>
              <a:buChar char="*"/>
              <a:tabLst/>
              <a:defRPr/>
            </a:pPr>
            <a:r>
              <a:rPr kumimoji="0" lang="de-CH" sz="1800" b="0" i="0" u="none" strike="noStrike" kern="1200" cap="none" spc="50" normalizeH="0" baseline="0" noProof="0" dirty="0">
                <a:ln>
                  <a:noFill/>
                </a:ln>
                <a:solidFill>
                  <a:srgbClr val="000000"/>
                </a:solidFill>
                <a:effectLst/>
                <a:uLnTx/>
                <a:uFillTx/>
                <a:latin typeface="Arial" panose="020B0604020202020204"/>
                <a:ea typeface="+mn-ea"/>
                <a:cs typeface="+mn-cs"/>
                <a:hlinkClick r:id="rId2"/>
              </a:rPr>
              <a:t>david.weisstanner@unilu.ch</a:t>
            </a:r>
            <a:endParaRPr kumimoji="0" lang="de-CH" sz="1800" b="0" i="0" u="none" strike="noStrike" kern="1200" cap="none" spc="5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3362498757"/>
      </p:ext>
    </p:extLst>
  </p:cSld>
  <p:clrMapOvr>
    <a:masterClrMapping/>
  </p:clrMapOvr>
  <p:extLst>
    <p:ext uri="{DCECCB84-F9BA-43D5-87BE-67443E8EF086}">
      <p15:sldGuideLst xmlns:p15="http://schemas.microsoft.com/office/powerpoint/2012/main">
        <p15:guide id="1" orient="horz" pos="2682" userDrawn="1">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und Text, 1-spaltig">
    <p:spTree>
      <p:nvGrpSpPr>
        <p:cNvPr id="1" name=""/>
        <p:cNvGrpSpPr/>
        <p:nvPr/>
      </p:nvGrpSpPr>
      <p:grpSpPr>
        <a:xfrm>
          <a:off x="0" y="0"/>
          <a:ext cx="0" cy="0"/>
          <a:chOff x="0" y="0"/>
          <a:chExt cx="0" cy="0"/>
        </a:xfrm>
      </p:grpSpPr>
      <p:sp>
        <p:nvSpPr>
          <p:cNvPr id="2" name="Titel 1" descr="INHALT">
            <a:extLst>
              <a:ext uri="{FF2B5EF4-FFF2-40B4-BE49-F238E27FC236}">
                <a16:creationId xmlns:a16="http://schemas.microsoft.com/office/drawing/2014/main" id="{155DB9D7-2559-468D-A3AB-FDCFA00B7BA4}"/>
              </a:ext>
            </a:extLst>
          </p:cNvPr>
          <p:cNvSpPr>
            <a:spLocks noGrp="1"/>
          </p:cNvSpPr>
          <p:nvPr>
            <p:ph type="title"/>
          </p:nvPr>
        </p:nvSpPr>
        <p:spPr>
          <a:xfrm>
            <a:off x="500514" y="654261"/>
            <a:ext cx="9923646" cy="375642"/>
          </a:xfrm>
        </p:spPr>
        <p:txBody>
          <a:bodyPr/>
          <a:lstStyle>
            <a:lvl1pPr algn="ctr">
              <a:defRPr sz="2800" b="1">
                <a:solidFill>
                  <a:srgbClr val="0068B4"/>
                </a:solidFill>
                <a:latin typeface="+mj-lt"/>
                <a:cs typeface="Arial" panose="020B0604020202020204" pitchFamily="34" charset="0"/>
              </a:defRPr>
            </a:lvl1pPr>
          </a:lstStyle>
          <a:p>
            <a:r>
              <a:rPr lang="en-US" dirty="0"/>
              <a:t>Click to edit Master title style</a:t>
            </a:r>
            <a:endParaRPr lang="de-CH" dirty="0"/>
          </a:p>
        </p:txBody>
      </p:sp>
      <p:sp>
        <p:nvSpPr>
          <p:cNvPr id="6" name="Datumsplatzhalter 5" descr="&lt;Einzelfelder_Präsentationstitel&gt;, &lt;Einzelfelder_Datum&gt;">
            <a:extLst>
              <a:ext uri="{FF2B5EF4-FFF2-40B4-BE49-F238E27FC236}">
                <a16:creationId xmlns:a16="http://schemas.microsoft.com/office/drawing/2014/main" id="{2CF66EB9-A461-4BE9-A12B-60ABA80C6940}"/>
              </a:ext>
            </a:extLst>
          </p:cNvPr>
          <p:cNvSpPr>
            <a:spLocks noGrp="1"/>
          </p:cNvSpPr>
          <p:nvPr>
            <p:ph type="dt" sz="half" idx="10"/>
          </p:nvPr>
        </p:nvSpPr>
        <p:spPr>
          <a:xfrm>
            <a:off x="360001" y="6417721"/>
            <a:ext cx="5039088" cy="216000"/>
          </a:xfrm>
          <a:prstGeom prst="rect">
            <a:avLst/>
          </a:prstGeom>
        </p:spPr>
        <p:txBody>
          <a:bodyPr/>
          <a:lstStyle>
            <a:lvl1pPr>
              <a:defRPr sz="900"/>
            </a:lvl1pPr>
          </a:lstStyle>
          <a:p>
            <a:r>
              <a:rPr lang="de-DE"/>
              <a:t>Title of the presentation, 15 April 2025</a:t>
            </a:r>
            <a:endParaRPr lang="de-CH" dirty="0"/>
          </a:p>
        </p:txBody>
      </p:sp>
      <p:sp>
        <p:nvSpPr>
          <p:cNvPr id="7" name="Fußzeilenplatzhalter 6" descr="&lt;Mitarbeitende_Ersteller_Mitarbeitende_Titelmitname&gt;">
            <a:extLst>
              <a:ext uri="{FF2B5EF4-FFF2-40B4-BE49-F238E27FC236}">
                <a16:creationId xmlns:a16="http://schemas.microsoft.com/office/drawing/2014/main" id="{5D0BA506-B2AF-4860-87C2-5838B2D526D3}"/>
              </a:ext>
            </a:extLst>
          </p:cNvPr>
          <p:cNvSpPr>
            <a:spLocks noGrp="1"/>
          </p:cNvSpPr>
          <p:nvPr>
            <p:ph type="ftr" sz="quarter" idx="11"/>
          </p:nvPr>
        </p:nvSpPr>
        <p:spPr/>
        <p:txBody>
          <a:bodyPr/>
          <a:lstStyle>
            <a:lvl1pPr>
              <a:defRPr sz="1000"/>
            </a:lvl1pPr>
          </a:lstStyle>
          <a:p>
            <a:endParaRPr lang="de-CH" dirty="0"/>
          </a:p>
        </p:txBody>
      </p:sp>
      <p:sp>
        <p:nvSpPr>
          <p:cNvPr id="8" name="Foliennummernplatzhalter 7">
            <a:extLst>
              <a:ext uri="{FF2B5EF4-FFF2-40B4-BE49-F238E27FC236}">
                <a16:creationId xmlns:a16="http://schemas.microsoft.com/office/drawing/2014/main" id="{3600938A-377D-46DC-9CEE-22805093B19D}"/>
              </a:ext>
            </a:extLst>
          </p:cNvPr>
          <p:cNvSpPr>
            <a:spLocks noGrp="1"/>
          </p:cNvSpPr>
          <p:nvPr>
            <p:ph type="sldNum" sz="quarter" idx="12"/>
          </p:nvPr>
        </p:nvSpPr>
        <p:spPr/>
        <p:txBody>
          <a:bodyPr/>
          <a:lstStyle/>
          <a:p>
            <a:fld id="{0A6ABA92-B65E-42F5-BB28-73DA50746AED}" type="slidenum">
              <a:rPr lang="de-CH"/>
              <a:t>‹Nr.›</a:t>
            </a:fld>
            <a:endParaRPr lang="de-CH" dirty="0"/>
          </a:p>
        </p:txBody>
      </p:sp>
      <p:sp>
        <p:nvSpPr>
          <p:cNvPr id="4" name="Textplatzhalter 3">
            <a:extLst>
              <a:ext uri="{FF2B5EF4-FFF2-40B4-BE49-F238E27FC236}">
                <a16:creationId xmlns:a16="http://schemas.microsoft.com/office/drawing/2014/main" id="{CA3DCDC9-8581-4933-B09A-8E31DBD4F626}"/>
              </a:ext>
            </a:extLst>
          </p:cNvPr>
          <p:cNvSpPr>
            <a:spLocks noGrp="1"/>
          </p:cNvSpPr>
          <p:nvPr>
            <p:ph type="body" sz="quarter" idx="13"/>
          </p:nvPr>
        </p:nvSpPr>
        <p:spPr>
          <a:xfrm>
            <a:off x="498789" y="1521881"/>
            <a:ext cx="10083486" cy="4656138"/>
          </a:xfrm>
        </p:spPr>
        <p:txBody>
          <a:bodyPr/>
          <a:lstStyle>
            <a:lvl1pPr>
              <a:defRPr sz="1800"/>
            </a:lvl1pPr>
            <a:lvl2pPr>
              <a:defRPr sz="1800"/>
            </a:lvl2pPr>
            <a:lvl3pPr>
              <a:defRPr sz="18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de-CH" dirty="0"/>
          </a:p>
        </p:txBody>
      </p:sp>
    </p:spTree>
    <p:extLst>
      <p:ext uri="{BB962C8B-B14F-4D97-AF65-F5344CB8AC3E}">
        <p14:creationId xmlns:p14="http://schemas.microsoft.com/office/powerpoint/2010/main" val="743765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Zwischentitel">
    <p:spTree>
      <p:nvGrpSpPr>
        <p:cNvPr id="1" name=""/>
        <p:cNvGrpSpPr/>
        <p:nvPr/>
      </p:nvGrpSpPr>
      <p:grpSpPr>
        <a:xfrm>
          <a:off x="0" y="0"/>
          <a:ext cx="0" cy="0"/>
          <a:chOff x="0" y="0"/>
          <a:chExt cx="0" cy="0"/>
        </a:xfrm>
      </p:grpSpPr>
      <p:sp>
        <p:nvSpPr>
          <p:cNvPr id="2" name="Titel 1" descr="INHALT">
            <a:extLst>
              <a:ext uri="{FF2B5EF4-FFF2-40B4-BE49-F238E27FC236}">
                <a16:creationId xmlns:a16="http://schemas.microsoft.com/office/drawing/2014/main" id="{155DB9D7-2559-468D-A3AB-FDCFA00B7BA4}"/>
              </a:ext>
            </a:extLst>
          </p:cNvPr>
          <p:cNvSpPr>
            <a:spLocks noGrp="1"/>
          </p:cNvSpPr>
          <p:nvPr>
            <p:ph type="title" hasCustomPrompt="1"/>
          </p:nvPr>
        </p:nvSpPr>
        <p:spPr>
          <a:xfrm>
            <a:off x="677334" y="4845272"/>
            <a:ext cx="9550400" cy="360000"/>
          </a:xfrm>
        </p:spPr>
        <p:txBody>
          <a:bodyPr/>
          <a:lstStyle>
            <a:lvl1pPr algn="ctr">
              <a:defRPr sz="4400" b="1">
                <a:solidFill>
                  <a:srgbClr val="0068B4"/>
                </a:solidFill>
                <a:latin typeface="+mj-lt"/>
                <a:cs typeface="Arial" panose="020B0604020202020204" pitchFamily="34" charset="0"/>
              </a:defRPr>
            </a:lvl1pPr>
          </a:lstStyle>
          <a:p>
            <a:r>
              <a:rPr lang="en-US" dirty="0"/>
              <a:t>Click to edit Master title style</a:t>
            </a:r>
            <a:endParaRPr lang="de-CH" dirty="0"/>
          </a:p>
        </p:txBody>
      </p:sp>
      <p:sp>
        <p:nvSpPr>
          <p:cNvPr id="6" name="Datumsplatzhalter 5" descr="&lt;Einzelfelder_Präsentationstitel&gt;, &lt;Einzelfelder_Datum&gt;">
            <a:extLst>
              <a:ext uri="{FF2B5EF4-FFF2-40B4-BE49-F238E27FC236}">
                <a16:creationId xmlns:a16="http://schemas.microsoft.com/office/drawing/2014/main" id="{2CF66EB9-A461-4BE9-A12B-60ABA80C6940}"/>
              </a:ext>
            </a:extLst>
          </p:cNvPr>
          <p:cNvSpPr>
            <a:spLocks noGrp="1"/>
          </p:cNvSpPr>
          <p:nvPr>
            <p:ph type="dt" sz="half" idx="10"/>
          </p:nvPr>
        </p:nvSpPr>
        <p:spPr>
          <a:xfrm>
            <a:off x="360001" y="6417721"/>
            <a:ext cx="5039088" cy="216000"/>
          </a:xfrm>
          <a:prstGeom prst="rect">
            <a:avLst/>
          </a:prstGeom>
        </p:spPr>
        <p:txBody>
          <a:bodyPr/>
          <a:lstStyle>
            <a:lvl1pPr>
              <a:defRPr sz="900"/>
            </a:lvl1pPr>
          </a:lstStyle>
          <a:p>
            <a:r>
              <a:rPr lang="de-DE"/>
              <a:t>Title of the presentation, 15 April 2025</a:t>
            </a:r>
            <a:endParaRPr lang="de-CH" dirty="0"/>
          </a:p>
        </p:txBody>
      </p:sp>
      <p:sp>
        <p:nvSpPr>
          <p:cNvPr id="7" name="Fußzeilenplatzhalter 6" descr="&lt;Mitarbeitende_Ersteller_Mitarbeitende_Titelmitname&gt;">
            <a:extLst>
              <a:ext uri="{FF2B5EF4-FFF2-40B4-BE49-F238E27FC236}">
                <a16:creationId xmlns:a16="http://schemas.microsoft.com/office/drawing/2014/main" id="{5D0BA506-B2AF-4860-87C2-5838B2D526D3}"/>
              </a:ext>
            </a:extLst>
          </p:cNvPr>
          <p:cNvSpPr>
            <a:spLocks noGrp="1"/>
          </p:cNvSpPr>
          <p:nvPr>
            <p:ph type="ftr" sz="quarter" idx="11"/>
          </p:nvPr>
        </p:nvSpPr>
        <p:spPr/>
        <p:txBody>
          <a:bodyPr/>
          <a:lstStyle>
            <a:lvl1pPr>
              <a:defRPr sz="900"/>
            </a:lvl1pPr>
          </a:lstStyle>
          <a:p>
            <a:endParaRPr lang="de-CH" dirty="0"/>
          </a:p>
        </p:txBody>
      </p:sp>
      <p:sp>
        <p:nvSpPr>
          <p:cNvPr id="8" name="Foliennummernplatzhalter 7">
            <a:extLst>
              <a:ext uri="{FF2B5EF4-FFF2-40B4-BE49-F238E27FC236}">
                <a16:creationId xmlns:a16="http://schemas.microsoft.com/office/drawing/2014/main" id="{3600938A-377D-46DC-9CEE-22805093B19D}"/>
              </a:ext>
            </a:extLst>
          </p:cNvPr>
          <p:cNvSpPr>
            <a:spLocks noGrp="1"/>
          </p:cNvSpPr>
          <p:nvPr>
            <p:ph type="sldNum" sz="quarter" idx="12"/>
          </p:nvPr>
        </p:nvSpPr>
        <p:spPr/>
        <p:txBody>
          <a:bodyPr/>
          <a:lstStyle/>
          <a:p>
            <a:fld id="{0A6ABA92-B65E-42F5-BB28-73DA50746AED}" type="slidenum">
              <a:rPr lang="de-CH"/>
              <a:t>‹Nr.›</a:t>
            </a:fld>
            <a:endParaRPr lang="de-CH" dirty="0"/>
          </a:p>
        </p:txBody>
      </p:sp>
    </p:spTree>
    <p:extLst>
      <p:ext uri="{BB962C8B-B14F-4D97-AF65-F5344CB8AC3E}">
        <p14:creationId xmlns:p14="http://schemas.microsoft.com/office/powerpoint/2010/main" val="260349268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DBB907FC-8EEA-4706-98EB-1F20D0D83E28}"/>
              </a:ext>
            </a:extLst>
          </p:cNvPr>
          <p:cNvSpPr>
            <a:spLocks noGrp="1"/>
          </p:cNvSpPr>
          <p:nvPr>
            <p:ph type="title"/>
          </p:nvPr>
        </p:nvSpPr>
        <p:spPr>
          <a:xfrm>
            <a:off x="360000" y="1009863"/>
            <a:ext cx="10224000" cy="360000"/>
          </a:xfrm>
          <a:prstGeom prst="rect">
            <a:avLst/>
          </a:prstGeom>
        </p:spPr>
        <p:txBody>
          <a:bodyPr vert="horz" lIns="0" tIns="0" rIns="0" bIns="0" rtlCol="0" anchor="t" anchorCtr="0">
            <a:noAutofit/>
          </a:bodyPr>
          <a:lstStyle/>
          <a:p>
            <a:r>
              <a:rPr lang="de-CH" dirty="0"/>
              <a:t>Mastertitelformat bearbeiten</a:t>
            </a:r>
          </a:p>
        </p:txBody>
      </p:sp>
      <p:sp>
        <p:nvSpPr>
          <p:cNvPr id="3" name="Textplatzhalter 2">
            <a:extLst>
              <a:ext uri="{FF2B5EF4-FFF2-40B4-BE49-F238E27FC236}">
                <a16:creationId xmlns:a16="http://schemas.microsoft.com/office/drawing/2014/main" id="{CBCB51EB-182E-4020-8D86-3EF8848E6CB1}"/>
              </a:ext>
            </a:extLst>
          </p:cNvPr>
          <p:cNvSpPr>
            <a:spLocks noGrp="1"/>
          </p:cNvSpPr>
          <p:nvPr>
            <p:ph type="body" idx="1"/>
          </p:nvPr>
        </p:nvSpPr>
        <p:spPr>
          <a:xfrm>
            <a:off x="358775" y="1484314"/>
            <a:ext cx="10224000" cy="4752974"/>
          </a:xfrm>
          <a:prstGeom prst="rect">
            <a:avLst/>
          </a:prstGeom>
        </p:spPr>
        <p:txBody>
          <a:bodyPr vert="horz" lIns="0" tIns="0" rIns="0" bIns="0" rtlCol="0">
            <a:noAutofit/>
          </a:bodyPr>
          <a:lstStyle/>
          <a:p>
            <a:pPr lvl="0"/>
            <a:r>
              <a:rPr lang="de-CH" dirty="0"/>
              <a:t>Mastertextformat bearbeiten</a:t>
            </a:r>
          </a:p>
          <a:p>
            <a:pPr lvl="1"/>
            <a:r>
              <a:rPr lang="de-CH" dirty="0"/>
              <a:t>Zweite Ebene</a:t>
            </a:r>
          </a:p>
          <a:p>
            <a:pPr lvl="2"/>
            <a:r>
              <a:rPr lang="de-CH" dirty="0"/>
              <a:t>Dritte Ebene</a:t>
            </a:r>
          </a:p>
          <a:p>
            <a:pPr lvl="3"/>
            <a:r>
              <a:rPr lang="de-CH" dirty="0"/>
              <a:t>Vierte Ebene</a:t>
            </a:r>
          </a:p>
          <a:p>
            <a:pPr lvl="4"/>
            <a:r>
              <a:rPr lang="de-CH" dirty="0"/>
              <a:t>Fünfte Ebene</a:t>
            </a:r>
          </a:p>
          <a:p>
            <a:pPr lvl="5"/>
            <a:r>
              <a:rPr lang="de-CH" dirty="0"/>
              <a:t>Sechste Ebene</a:t>
            </a:r>
          </a:p>
        </p:txBody>
      </p:sp>
      <p:sp>
        <p:nvSpPr>
          <p:cNvPr id="5" name="Fußzeilenplatzhalter 4" descr="&lt;Mitarbeitende_Ersteller_Mitarbeitende_Titelmitname&gt;">
            <a:extLst>
              <a:ext uri="{FF2B5EF4-FFF2-40B4-BE49-F238E27FC236}">
                <a16:creationId xmlns:a16="http://schemas.microsoft.com/office/drawing/2014/main" id="{BA7469D3-D758-4D66-B52B-335D0B004E98}"/>
              </a:ext>
            </a:extLst>
          </p:cNvPr>
          <p:cNvSpPr>
            <a:spLocks noGrp="1"/>
          </p:cNvSpPr>
          <p:nvPr>
            <p:ph type="ftr" sz="quarter" idx="3"/>
          </p:nvPr>
        </p:nvSpPr>
        <p:spPr>
          <a:xfrm>
            <a:off x="5543550" y="6417721"/>
            <a:ext cx="4176713" cy="216000"/>
          </a:xfrm>
          <a:prstGeom prst="rect">
            <a:avLst/>
          </a:prstGeom>
        </p:spPr>
        <p:txBody>
          <a:bodyPr vert="horz" lIns="0" tIns="0" rIns="0" bIns="18000" rtlCol="0" anchor="b" anchorCtr="0"/>
          <a:lstStyle>
            <a:lvl1pPr algn="l">
              <a:defRPr sz="700">
                <a:solidFill>
                  <a:srgbClr val="000000"/>
                </a:solidFill>
              </a:defRPr>
            </a:lvl1pPr>
          </a:lstStyle>
          <a:p>
            <a:endParaRPr lang="de-CH" dirty="0"/>
          </a:p>
        </p:txBody>
      </p:sp>
      <p:sp>
        <p:nvSpPr>
          <p:cNvPr id="6" name="Foliennummernplatzhalter 5">
            <a:extLst>
              <a:ext uri="{FF2B5EF4-FFF2-40B4-BE49-F238E27FC236}">
                <a16:creationId xmlns:a16="http://schemas.microsoft.com/office/drawing/2014/main" id="{B6B6E1BC-0BF1-4586-8DE0-316908CCD9C2}"/>
              </a:ext>
            </a:extLst>
          </p:cNvPr>
          <p:cNvSpPr>
            <a:spLocks noGrp="1"/>
          </p:cNvSpPr>
          <p:nvPr>
            <p:ph type="sldNum" sz="quarter" idx="4"/>
          </p:nvPr>
        </p:nvSpPr>
        <p:spPr>
          <a:xfrm>
            <a:off x="10084859" y="6525721"/>
            <a:ext cx="718050" cy="216000"/>
          </a:xfrm>
          <a:prstGeom prst="rect">
            <a:avLst/>
          </a:prstGeom>
        </p:spPr>
        <p:txBody>
          <a:bodyPr vert="horz" lIns="0" tIns="0" rIns="0" bIns="0" rtlCol="0" anchor="b" anchorCtr="0"/>
          <a:lstStyle>
            <a:lvl1pPr algn="r">
              <a:defRPr sz="1000">
                <a:solidFill>
                  <a:srgbClr val="000000"/>
                </a:solidFill>
              </a:defRPr>
            </a:lvl1pPr>
          </a:lstStyle>
          <a:p>
            <a:fld id="{0A6ABA92-B65E-42F5-BB28-73DA50746AED}" type="slidenum">
              <a:rPr lang="de-CH" smtClean="0"/>
              <a:pPr/>
              <a:t>‹Nr.›</a:t>
            </a:fld>
            <a:endParaRPr lang="de-CH" dirty="0"/>
          </a:p>
        </p:txBody>
      </p:sp>
    </p:spTree>
    <p:extLst>
      <p:ext uri="{BB962C8B-B14F-4D97-AF65-F5344CB8AC3E}">
        <p14:creationId xmlns:p14="http://schemas.microsoft.com/office/powerpoint/2010/main" val="226125263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5" r:id="rId3"/>
  </p:sldLayoutIdLst>
  <p:hf hdr="0" ftr="0" dt="0"/>
  <p:txStyles>
    <p:titleStyle>
      <a:lvl1pPr algn="l" defTabSz="820857" rtl="0" eaLnBrk="1" latinLnBrk="0" hangingPunct="1">
        <a:lnSpc>
          <a:spcPct val="95000"/>
        </a:lnSpc>
        <a:spcBef>
          <a:spcPct val="0"/>
        </a:spcBef>
        <a:buNone/>
        <a:defRPr sz="2000" b="1" kern="1200" cap="all" spc="30" baseline="0">
          <a:solidFill>
            <a:srgbClr val="000000"/>
          </a:solidFill>
          <a:latin typeface="+mj-lt"/>
          <a:ea typeface="+mj-ea"/>
          <a:cs typeface="+mj-cs"/>
        </a:defRPr>
      </a:lvl1pPr>
    </p:titleStyle>
    <p:bodyStyle>
      <a:lvl1pPr marL="0" indent="0" algn="l" defTabSz="864000" rtl="0" eaLnBrk="1" latinLnBrk="0" hangingPunct="1">
        <a:lnSpc>
          <a:spcPct val="105000"/>
        </a:lnSpc>
        <a:spcBef>
          <a:spcPts val="200"/>
        </a:spcBef>
        <a:spcAft>
          <a:spcPts val="100"/>
        </a:spcAft>
        <a:buFont typeface="Arial" panose="020B0604020202020204" pitchFamily="34" charset="0"/>
        <a:buNone/>
        <a:defRPr sz="1800" kern="1200">
          <a:solidFill>
            <a:srgbClr val="000000"/>
          </a:solidFill>
          <a:latin typeface="+mn-lt"/>
          <a:ea typeface="+mn-ea"/>
          <a:cs typeface="+mn-cs"/>
        </a:defRPr>
      </a:lvl1pPr>
      <a:lvl2pPr marL="216000" indent="-216000" algn="l" defTabSz="864000" rtl="0" eaLnBrk="1" latinLnBrk="0" hangingPunct="1">
        <a:lnSpc>
          <a:spcPct val="105000"/>
        </a:lnSpc>
        <a:spcBef>
          <a:spcPts val="200"/>
        </a:spcBef>
        <a:spcAft>
          <a:spcPts val="100"/>
        </a:spcAft>
        <a:buFont typeface="Arial" panose="020B0604020202020204" pitchFamily="34" charset="0"/>
        <a:buChar char="–"/>
        <a:defRPr sz="1800" kern="1200">
          <a:solidFill>
            <a:srgbClr val="000000"/>
          </a:solidFill>
          <a:latin typeface="+mn-lt"/>
          <a:ea typeface="+mn-ea"/>
          <a:cs typeface="+mn-cs"/>
        </a:defRPr>
      </a:lvl2pPr>
      <a:lvl3pPr marL="198000" indent="-270000" algn="l" defTabSz="864000" rtl="0" eaLnBrk="1" latinLnBrk="0" hangingPunct="1">
        <a:lnSpc>
          <a:spcPct val="105000"/>
        </a:lnSpc>
        <a:spcBef>
          <a:spcPts val="600"/>
        </a:spcBef>
        <a:spcAft>
          <a:spcPts val="100"/>
        </a:spcAft>
        <a:buFont typeface="+mj-lt"/>
        <a:buAutoNum type="arabicPeriod"/>
        <a:defRPr sz="1800" kern="1200">
          <a:solidFill>
            <a:srgbClr val="000000"/>
          </a:solidFill>
          <a:latin typeface="+mn-lt"/>
          <a:ea typeface="+mn-ea"/>
          <a:cs typeface="+mn-cs"/>
        </a:defRPr>
      </a:lvl3pPr>
      <a:lvl4pPr marL="432000" indent="-180000" algn="l" defTabSz="864000" rtl="0" eaLnBrk="1" latinLnBrk="0" hangingPunct="1">
        <a:lnSpc>
          <a:spcPct val="105000"/>
        </a:lnSpc>
        <a:spcBef>
          <a:spcPts val="200"/>
        </a:spcBef>
        <a:spcAft>
          <a:spcPts val="100"/>
        </a:spcAft>
        <a:buFont typeface="Wingdings" panose="05000000000000000000" pitchFamily="2" charset="2"/>
        <a:buChar char="§"/>
        <a:defRPr sz="1800" kern="1200">
          <a:solidFill>
            <a:srgbClr val="000000"/>
          </a:solidFill>
          <a:latin typeface="+mn-lt"/>
          <a:ea typeface="+mn-ea"/>
          <a:cs typeface="+mn-cs"/>
        </a:defRPr>
      </a:lvl4pPr>
      <a:lvl5pPr marL="648000" indent="-180000" algn="l" defTabSz="864000" rtl="0" eaLnBrk="1" latinLnBrk="0" hangingPunct="1">
        <a:lnSpc>
          <a:spcPct val="105000"/>
        </a:lnSpc>
        <a:spcBef>
          <a:spcPts val="200"/>
        </a:spcBef>
        <a:spcAft>
          <a:spcPts val="100"/>
        </a:spcAft>
        <a:buFont typeface="Courier New" panose="02070309020205020404" pitchFamily="49" charset="0"/>
        <a:buChar char="o"/>
        <a:defRPr sz="1800" kern="1200">
          <a:solidFill>
            <a:srgbClr val="000000"/>
          </a:solidFill>
          <a:latin typeface="+mn-lt"/>
          <a:ea typeface="+mn-ea"/>
          <a:cs typeface="+mn-cs"/>
        </a:defRPr>
      </a:lvl5pPr>
      <a:lvl6pPr marL="864000" indent="-180000" algn="l" defTabSz="864000" rtl="0" eaLnBrk="1" latinLnBrk="0" hangingPunct="1">
        <a:lnSpc>
          <a:spcPct val="105000"/>
        </a:lnSpc>
        <a:spcBef>
          <a:spcPts val="200"/>
        </a:spcBef>
        <a:spcAft>
          <a:spcPts val="100"/>
        </a:spcAft>
        <a:buFont typeface="Arial" panose="020B0604020202020204" pitchFamily="34" charset="0"/>
        <a:buChar char="–"/>
        <a:defRPr sz="1800" kern="1200">
          <a:solidFill>
            <a:srgbClr val="000000"/>
          </a:solidFill>
          <a:latin typeface="+mn-lt"/>
          <a:ea typeface="+mn-ea"/>
          <a:cs typeface="+mn-cs"/>
        </a:defRPr>
      </a:lvl6pPr>
      <a:lvl7pPr marL="1080000" indent="-216000" algn="l" defTabSz="864000" rtl="0" eaLnBrk="1" latinLnBrk="0" hangingPunct="1">
        <a:lnSpc>
          <a:spcPct val="105000"/>
        </a:lnSpc>
        <a:spcBef>
          <a:spcPts val="200"/>
        </a:spcBef>
        <a:spcAft>
          <a:spcPts val="100"/>
        </a:spcAft>
        <a:buFont typeface="Arial" panose="020B0604020202020204" pitchFamily="34" charset="0"/>
        <a:buChar char="–"/>
        <a:defRPr sz="1400" kern="1200">
          <a:solidFill>
            <a:srgbClr val="000000"/>
          </a:solidFill>
          <a:latin typeface="+mn-lt"/>
          <a:ea typeface="+mn-ea"/>
          <a:cs typeface="+mn-cs"/>
        </a:defRPr>
      </a:lvl7pPr>
      <a:lvl8pPr marL="1296000" indent="-216000" algn="l" defTabSz="864000" rtl="0" eaLnBrk="1" latinLnBrk="0" hangingPunct="1">
        <a:lnSpc>
          <a:spcPct val="105000"/>
        </a:lnSpc>
        <a:spcBef>
          <a:spcPts val="200"/>
        </a:spcBef>
        <a:spcAft>
          <a:spcPts val="100"/>
        </a:spcAft>
        <a:buFont typeface="Arial" panose="020B0604020202020204" pitchFamily="34" charset="0"/>
        <a:buChar char="–"/>
        <a:defRPr sz="1400" kern="1200">
          <a:solidFill>
            <a:srgbClr val="000000"/>
          </a:solidFill>
          <a:latin typeface="+mn-lt"/>
          <a:ea typeface="+mn-ea"/>
          <a:cs typeface="+mn-cs"/>
        </a:defRPr>
      </a:lvl8pPr>
      <a:lvl9pPr marL="1512000" indent="-216000" algn="l" defTabSz="864000" rtl="0" eaLnBrk="1" latinLnBrk="0" hangingPunct="1">
        <a:lnSpc>
          <a:spcPct val="105000"/>
        </a:lnSpc>
        <a:spcBef>
          <a:spcPts val="200"/>
        </a:spcBef>
        <a:spcAft>
          <a:spcPts val="100"/>
        </a:spcAft>
        <a:buFont typeface="Arial" panose="020B0604020202020204" pitchFamily="34" charset="0"/>
        <a:buChar char="–"/>
        <a:defRPr sz="1400" kern="1200">
          <a:solidFill>
            <a:srgbClr val="000000"/>
          </a:solidFill>
          <a:latin typeface="+mn-lt"/>
          <a:ea typeface="+mn-ea"/>
          <a:cs typeface="+mn-cs"/>
        </a:defRPr>
      </a:lvl9pPr>
    </p:bodyStyle>
    <p:otherStyle>
      <a:defPPr>
        <a:defRPr lang="de-DE"/>
      </a:defPPr>
      <a:lvl1pPr marL="0" algn="l" defTabSz="820857" rtl="0" eaLnBrk="1" latinLnBrk="0" hangingPunct="1">
        <a:defRPr sz="1616" kern="1200">
          <a:solidFill>
            <a:schemeClr val="tx1"/>
          </a:solidFill>
          <a:latin typeface="+mn-lt"/>
          <a:ea typeface="+mn-ea"/>
          <a:cs typeface="+mn-cs"/>
        </a:defRPr>
      </a:lvl1pPr>
      <a:lvl2pPr marL="410428" algn="l" defTabSz="820857" rtl="0" eaLnBrk="1" latinLnBrk="0" hangingPunct="1">
        <a:defRPr sz="1616" kern="1200">
          <a:solidFill>
            <a:schemeClr val="tx1"/>
          </a:solidFill>
          <a:latin typeface="+mn-lt"/>
          <a:ea typeface="+mn-ea"/>
          <a:cs typeface="+mn-cs"/>
        </a:defRPr>
      </a:lvl2pPr>
      <a:lvl3pPr marL="820857" algn="l" defTabSz="820857" rtl="0" eaLnBrk="1" latinLnBrk="0" hangingPunct="1">
        <a:defRPr sz="1616" kern="1200">
          <a:solidFill>
            <a:schemeClr val="tx1"/>
          </a:solidFill>
          <a:latin typeface="+mn-lt"/>
          <a:ea typeface="+mn-ea"/>
          <a:cs typeface="+mn-cs"/>
        </a:defRPr>
      </a:lvl3pPr>
      <a:lvl4pPr marL="1231285" algn="l" defTabSz="820857" rtl="0" eaLnBrk="1" latinLnBrk="0" hangingPunct="1">
        <a:defRPr sz="1616" kern="1200">
          <a:solidFill>
            <a:schemeClr val="tx1"/>
          </a:solidFill>
          <a:latin typeface="+mn-lt"/>
          <a:ea typeface="+mn-ea"/>
          <a:cs typeface="+mn-cs"/>
        </a:defRPr>
      </a:lvl4pPr>
      <a:lvl5pPr marL="1641714" algn="l" defTabSz="820857" rtl="0" eaLnBrk="1" latinLnBrk="0" hangingPunct="1">
        <a:defRPr sz="1616" kern="1200">
          <a:solidFill>
            <a:schemeClr val="tx1"/>
          </a:solidFill>
          <a:latin typeface="+mn-lt"/>
          <a:ea typeface="+mn-ea"/>
          <a:cs typeface="+mn-cs"/>
        </a:defRPr>
      </a:lvl5pPr>
      <a:lvl6pPr marL="2052142" algn="l" defTabSz="820857" rtl="0" eaLnBrk="1" latinLnBrk="0" hangingPunct="1">
        <a:defRPr sz="1616" kern="1200">
          <a:solidFill>
            <a:schemeClr val="tx1"/>
          </a:solidFill>
          <a:latin typeface="+mn-lt"/>
          <a:ea typeface="+mn-ea"/>
          <a:cs typeface="+mn-cs"/>
        </a:defRPr>
      </a:lvl6pPr>
      <a:lvl7pPr marL="2462571" algn="l" defTabSz="820857" rtl="0" eaLnBrk="1" latinLnBrk="0" hangingPunct="1">
        <a:defRPr sz="1616" kern="1200">
          <a:solidFill>
            <a:schemeClr val="tx1"/>
          </a:solidFill>
          <a:latin typeface="+mn-lt"/>
          <a:ea typeface="+mn-ea"/>
          <a:cs typeface="+mn-cs"/>
        </a:defRPr>
      </a:lvl7pPr>
      <a:lvl8pPr marL="2872999" algn="l" defTabSz="820857" rtl="0" eaLnBrk="1" latinLnBrk="0" hangingPunct="1">
        <a:defRPr sz="1616" kern="1200">
          <a:solidFill>
            <a:schemeClr val="tx1"/>
          </a:solidFill>
          <a:latin typeface="+mn-lt"/>
          <a:ea typeface="+mn-ea"/>
          <a:cs typeface="+mn-cs"/>
        </a:defRPr>
      </a:lvl8pPr>
      <a:lvl9pPr marL="3283428" algn="l" defTabSz="820857" rtl="0" eaLnBrk="1" latinLnBrk="0" hangingPunct="1">
        <a:defRPr sz="1616"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26" userDrawn="1">
          <p15:clr>
            <a:srgbClr val="547EBF"/>
          </p15:clr>
        </p15:guide>
        <p15:guide id="2" pos="6668" userDrawn="1">
          <p15:clr>
            <a:srgbClr val="547EBF"/>
          </p15:clr>
        </p15:guide>
        <p15:guide id="5" orient="horz" pos="3929" userDrawn="1">
          <p15:clr>
            <a:srgbClr val="547EBF"/>
          </p15:clr>
        </p15:guide>
        <p15:guide id="6" orient="horz" pos="4178" userDrawn="1">
          <p15:clr>
            <a:srgbClr val="547EBF"/>
          </p15:clr>
        </p15:guide>
        <p15:guide id="8" pos="3492" userDrawn="1">
          <p15:clr>
            <a:srgbClr val="5ACBF0"/>
          </p15:clr>
        </p15:guide>
        <p15:guide id="9" pos="3402" userDrawn="1">
          <p15:clr>
            <a:srgbClr val="5ACBF0"/>
          </p15:clr>
        </p15:guide>
        <p15:guide id="10" pos="2948" userDrawn="1">
          <p15:clr>
            <a:srgbClr val="5ACBF0"/>
          </p15:clr>
        </p15:guide>
        <p15:guide id="11" pos="2857" userDrawn="1">
          <p15:clr>
            <a:srgbClr val="5ACBF0"/>
          </p15:clr>
        </p15:guide>
        <p15:guide id="12" pos="2404" userDrawn="1">
          <p15:clr>
            <a:srgbClr val="5ACBF0"/>
          </p15:clr>
        </p15:guide>
        <p15:guide id="13" pos="2313" userDrawn="1">
          <p15:clr>
            <a:srgbClr val="5ACBF0"/>
          </p15:clr>
        </p15:guide>
        <p15:guide id="14" pos="1859" userDrawn="1">
          <p15:clr>
            <a:srgbClr val="5ACBF0"/>
          </p15:clr>
        </p15:guide>
        <p15:guide id="15" pos="1769" userDrawn="1">
          <p15:clr>
            <a:srgbClr val="5ACBF0"/>
          </p15:clr>
        </p15:guide>
        <p15:guide id="16" pos="1315" userDrawn="1">
          <p15:clr>
            <a:srgbClr val="5ACBF0"/>
          </p15:clr>
        </p15:guide>
        <p15:guide id="17" pos="1224" userDrawn="1">
          <p15:clr>
            <a:srgbClr val="5ACBF0"/>
          </p15:clr>
        </p15:guide>
        <p15:guide id="18" pos="771" userDrawn="1">
          <p15:clr>
            <a:srgbClr val="5ACBF0"/>
          </p15:clr>
        </p15:guide>
        <p15:guide id="19" pos="680" userDrawn="1">
          <p15:clr>
            <a:srgbClr val="5ACBF0"/>
          </p15:clr>
        </p15:guide>
        <p15:guide id="20" pos="3946" userDrawn="1">
          <p15:clr>
            <a:srgbClr val="5ACBF0"/>
          </p15:clr>
        </p15:guide>
        <p15:guide id="21" pos="4037" userDrawn="1">
          <p15:clr>
            <a:srgbClr val="5ACBF0"/>
          </p15:clr>
        </p15:guide>
        <p15:guide id="22" pos="4581" userDrawn="1">
          <p15:clr>
            <a:srgbClr val="5ACBF0"/>
          </p15:clr>
        </p15:guide>
        <p15:guide id="23" pos="4490" userDrawn="1">
          <p15:clr>
            <a:srgbClr val="5ACBF0"/>
          </p15:clr>
        </p15:guide>
        <p15:guide id="24" pos="5035" userDrawn="1">
          <p15:clr>
            <a:srgbClr val="5ACBF0"/>
          </p15:clr>
        </p15:guide>
        <p15:guide id="25" pos="5125" userDrawn="1">
          <p15:clr>
            <a:srgbClr val="5ACBF0"/>
          </p15:clr>
        </p15:guide>
        <p15:guide id="26" pos="5579" userDrawn="1">
          <p15:clr>
            <a:srgbClr val="5ACBF0"/>
          </p15:clr>
        </p15:guide>
        <p15:guide id="27" pos="5670" userDrawn="1">
          <p15:clr>
            <a:srgbClr val="5ACBF0"/>
          </p15:clr>
        </p15:guide>
        <p15:guide id="28" pos="6123" userDrawn="1">
          <p15:clr>
            <a:srgbClr val="5ACBF0"/>
          </p15:clr>
        </p15:guide>
        <p15:guide id="29" pos="6214" userDrawn="1">
          <p15:clr>
            <a:srgbClr val="5ACBF0"/>
          </p15:clr>
        </p15:guide>
        <p15:guide id="32" orient="horz" pos="232" userDrawn="1">
          <p15:clr>
            <a:srgbClr val="547EBF"/>
          </p15:clr>
        </p15:guide>
        <p15:guide id="36" orient="horz" pos="969" userDrawn="1">
          <p15:clr>
            <a:srgbClr val="5ACBF0"/>
          </p15:clr>
        </p15:guide>
        <p15:guide id="37" orient="horz" pos="663" userDrawn="1">
          <p15:clr>
            <a:srgbClr val="5ACBF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bin"/></Relationships>
</file>

<file path=ppt/slides/_rels/slide2.xml.rels><?xml version="1.0" encoding="UTF-8" standalone="yes"?>
<Relationships xmlns="http://schemas.openxmlformats.org/package/2006/relationships"><Relationship Id="rId3" Type="http://schemas.openxmlformats.org/officeDocument/2006/relationships/hyperlink" Target="https://www.facebook.com/blick/posts/pfbid02jKhVSndkouyCF9jz5zJxce8wyd165NVTZB8UzYFpgfXwxjPizikdRGs2EFeFp9y9l" TargetMode="External"/><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hyperlink" Target="https://www.srf.ch/news/schweiz/abstimmungen-kanton-tessin-tessin-reagiert-auf-hohe-krankenkassenpraemien-zweimal-ja" TargetMode="Externa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hyperlink" Target="https://www.youtube.com/watch?v=40X5EX6Us7c" TargetMode="External"/><Relationship Id="rId4" Type="http://schemas.openxmlformats.org/officeDocument/2006/relationships/image" Target="../media/image7.emf"/></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9.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srf.ch/news/schweiz/abstimmungen-kanton-tessin-tessin-reagiert-auf-hohe-krankenkassenpraemien-zweimal-ja" TargetMode="External"/><Relationship Id="rId2" Type="http://schemas.openxmlformats.org/officeDocument/2006/relationships/hyperlink" Target="https://www.pnyx25.uzh.ch/de/Ergebnisse/Reformvorschl%C3%A4ge.html" TargetMode="Externa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hyperlink" Target="https://docs.google.com/forms/d/e/1FAIpQLScjmTqbnPLuJqc47nrwFacyfb3fm6XSKCxy5-0pv48IiTU0Iw/viewform?usp=sharing&amp;ouid=116046000436575219118"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docs.google.com/document/d/1-tvJ9XMoEvOnTIjo1Awen8rpg4RFbDohFVlCX1RvdfI/edit?usp=sharing" TargetMode="External"/><Relationship Id="rId2" Type="http://schemas.openxmlformats.org/officeDocument/2006/relationships/hyperlink" Target="https://docs.google.com/document/d/17PybD2A0pQQh0JBFus4JoMeFsMipW2d3M8sacLRy54I/edit?usp=sharing" TargetMode="External"/><Relationship Id="rId1" Type="http://schemas.openxmlformats.org/officeDocument/2006/relationships/slideLayout" Target="../slideLayouts/slideLayout2.xml"/><Relationship Id="rId5" Type="http://schemas.openxmlformats.org/officeDocument/2006/relationships/hyperlink" Target="https://docs.google.com/document/d/1henZvtuwpRDvO6R38WPmaEforfBNLazKDaMZFKmy3Gc/edit?usp=sharing" TargetMode="External"/><Relationship Id="rId4" Type="http://schemas.openxmlformats.org/officeDocument/2006/relationships/hyperlink" Target="https://docs.google.com/document/d/1N17wnV2TtRPXOzgEwyaBq3EVqtw0Q8T0KuflqbM4TsQ/edit?usp=sharing"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0">
            <a:extLst>
              <a:ext uri="{FF2B5EF4-FFF2-40B4-BE49-F238E27FC236}">
                <a16:creationId xmlns:a16="http://schemas.microsoft.com/office/drawing/2014/main" id="{E98A9F4D-1DC9-9B15-B829-BCC7FA06C574}"/>
              </a:ext>
            </a:extLst>
          </p:cNvPr>
          <p:cNvPicPr>
            <a:picLocks noChangeAspect="1"/>
          </p:cNvPicPr>
          <p:nvPr/>
        </p:nvPicPr>
        <p:blipFill>
          <a:blip r:embed="rId3">
            <a:alphaModFix amt="20000"/>
          </a:blip>
          <a:srcRect l="6136" r="4773"/>
          <a:stretch>
            <a:fillRect/>
          </a:stretch>
        </p:blipFill>
        <p:spPr>
          <a:xfrm>
            <a:off x="0" y="0"/>
            <a:ext cx="10944225" cy="6868141"/>
          </a:xfrm>
          <a:prstGeom prst="rect">
            <a:avLst/>
          </a:prstGeom>
        </p:spPr>
      </p:pic>
      <p:pic>
        <p:nvPicPr>
          <p:cNvPr id="6" name="Grafik 5">
            <a:extLst>
              <a:ext uri="{FF2B5EF4-FFF2-40B4-BE49-F238E27FC236}">
                <a16:creationId xmlns:a16="http://schemas.microsoft.com/office/drawing/2014/main" id="{994F14CC-4D14-46F5-B520-ADCE2CD58B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1493" y="133665"/>
            <a:ext cx="1355467" cy="334795"/>
          </a:xfrm>
          <a:prstGeom prst="rect">
            <a:avLst/>
          </a:prstGeom>
        </p:spPr>
      </p:pic>
      <p:sp>
        <p:nvSpPr>
          <p:cNvPr id="3" name="Textfeld 2">
            <a:extLst>
              <a:ext uri="{FF2B5EF4-FFF2-40B4-BE49-F238E27FC236}">
                <a16:creationId xmlns:a16="http://schemas.microsoft.com/office/drawing/2014/main" id="{1C813FDB-2757-6E2D-8B33-097B6E97B20B}"/>
              </a:ext>
            </a:extLst>
          </p:cNvPr>
          <p:cNvSpPr txBox="1"/>
          <p:nvPr/>
        </p:nvSpPr>
        <p:spPr>
          <a:xfrm>
            <a:off x="1736438" y="1044624"/>
            <a:ext cx="7777017" cy="504753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4000" b="1" i="0" u="none" strike="noStrike" kern="1200" cap="none" spc="0" normalizeH="0" baseline="0" noProof="0" dirty="0">
                <a:ln>
                  <a:noFill/>
                </a:ln>
                <a:solidFill>
                  <a:srgbClr val="000000"/>
                </a:solidFill>
                <a:effectLst/>
                <a:uLnTx/>
                <a:uFillTx/>
                <a:latin typeface="Franklin Gothic Medium" panose="020B0603020102020204"/>
                <a:ea typeface="+mn-ea"/>
                <a:cs typeface="+mn-cs"/>
              </a:rPr>
              <a:t>Health Inequality and Public Policy</a:t>
            </a:r>
          </a:p>
          <a:p>
            <a:endParaRPr lang="en-GB" sz="4000" b="1" noProof="0" dirty="0">
              <a:solidFill>
                <a:srgbClr val="0070C0"/>
              </a:solidFill>
              <a:latin typeface="+mj-lt"/>
            </a:endParaRPr>
          </a:p>
          <a:p>
            <a:pPr algn="ctr"/>
            <a:r>
              <a:rPr lang="en-GB" sz="4000" b="1" noProof="0" dirty="0">
                <a:solidFill>
                  <a:srgbClr val="0070C0"/>
                </a:solidFill>
                <a:latin typeface="+mj-lt"/>
              </a:rPr>
              <a:t>(3)</a:t>
            </a:r>
          </a:p>
          <a:p>
            <a:pPr algn="ctr"/>
            <a:r>
              <a:rPr lang="en-GB" sz="4000" b="1" noProof="0" dirty="0">
                <a:solidFill>
                  <a:srgbClr val="0070C0"/>
                </a:solidFill>
                <a:latin typeface="+mj-lt"/>
              </a:rPr>
              <a:t>Explanations of health inequality</a:t>
            </a:r>
          </a:p>
          <a:p>
            <a:pPr algn="ctr"/>
            <a:endParaRPr lang="en-GB" sz="2400" noProof="0" dirty="0"/>
          </a:p>
          <a:p>
            <a:pPr algn="ctr"/>
            <a:endParaRPr lang="en-GB" sz="2400" noProof="0" dirty="0"/>
          </a:p>
          <a:p>
            <a:pPr algn="ctr"/>
            <a:r>
              <a:rPr lang="en-GB" sz="2400" noProof="0" dirty="0"/>
              <a:t>Monday, 29. September 2025</a:t>
            </a:r>
          </a:p>
          <a:p>
            <a:pPr algn="ctr"/>
            <a:endParaRPr lang="en-GB" noProof="0" dirty="0"/>
          </a:p>
          <a:p>
            <a:pPr algn="ctr"/>
            <a:endParaRPr lang="en-GB" noProof="0" dirty="0"/>
          </a:p>
          <a:p>
            <a:pPr algn="ctr"/>
            <a:r>
              <a:rPr lang="en-GB" noProof="0" dirty="0"/>
              <a:t>Ass.-Prof. Dr. David Weisstanner</a:t>
            </a:r>
          </a:p>
          <a:p>
            <a:pPr algn="ctr"/>
            <a:r>
              <a:rPr lang="en-GB" noProof="0" dirty="0"/>
              <a:t>Faculty of Health Sciences and Medicine</a:t>
            </a:r>
          </a:p>
          <a:p>
            <a:pPr algn="ctr"/>
            <a:r>
              <a:rPr lang="en-GB" noProof="0" dirty="0"/>
              <a:t>University of Lucerne</a:t>
            </a:r>
          </a:p>
        </p:txBody>
      </p:sp>
    </p:spTree>
    <p:extLst>
      <p:ext uri="{BB962C8B-B14F-4D97-AF65-F5344CB8AC3E}">
        <p14:creationId xmlns:p14="http://schemas.microsoft.com/office/powerpoint/2010/main" val="880537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1F1AC7C-2418-72E0-1EA5-8E0864D85184}"/>
              </a:ext>
            </a:extLst>
          </p:cNvPr>
          <p:cNvSpPr>
            <a:spLocks noGrp="1"/>
          </p:cNvSpPr>
          <p:nvPr>
            <p:ph type="title"/>
          </p:nvPr>
        </p:nvSpPr>
        <p:spPr/>
        <p:txBody>
          <a:bodyPr/>
          <a:lstStyle/>
          <a:p>
            <a:r>
              <a:rPr lang="de-CH" dirty="0" err="1"/>
              <a:t>Current</a:t>
            </a:r>
            <a:r>
              <a:rPr lang="de-CH" dirty="0"/>
              <a:t> </a:t>
            </a:r>
            <a:r>
              <a:rPr lang="de-CH" dirty="0" err="1"/>
              <a:t>events</a:t>
            </a:r>
            <a:endParaRPr lang="de-CH" dirty="0"/>
          </a:p>
        </p:txBody>
      </p:sp>
      <p:sp>
        <p:nvSpPr>
          <p:cNvPr id="3" name="Foliennummernplatzhalter 2">
            <a:extLst>
              <a:ext uri="{FF2B5EF4-FFF2-40B4-BE49-F238E27FC236}">
                <a16:creationId xmlns:a16="http://schemas.microsoft.com/office/drawing/2014/main" id="{A08E8EB9-2A94-749C-773D-E21979C0C2F5}"/>
              </a:ext>
            </a:extLst>
          </p:cNvPr>
          <p:cNvSpPr>
            <a:spLocks noGrp="1"/>
          </p:cNvSpPr>
          <p:nvPr>
            <p:ph type="sldNum" sz="quarter" idx="12"/>
          </p:nvPr>
        </p:nvSpPr>
        <p:spPr/>
        <p:txBody>
          <a:bodyPr/>
          <a:lstStyle/>
          <a:p>
            <a:fld id="{0A6ABA92-B65E-42F5-BB28-73DA50746AED}" type="slidenum">
              <a:rPr lang="de-CH" smtClean="0"/>
              <a:t>2</a:t>
            </a:fld>
            <a:endParaRPr lang="de-CH" dirty="0"/>
          </a:p>
        </p:txBody>
      </p:sp>
      <p:pic>
        <p:nvPicPr>
          <p:cNvPr id="6" name="Grafik 5">
            <a:extLst>
              <a:ext uri="{FF2B5EF4-FFF2-40B4-BE49-F238E27FC236}">
                <a16:creationId xmlns:a16="http://schemas.microsoft.com/office/drawing/2014/main" id="{D4D921A7-8A56-839C-2CD3-050673266EDD}"/>
              </a:ext>
            </a:extLst>
          </p:cNvPr>
          <p:cNvPicPr>
            <a:picLocks noChangeAspect="1"/>
          </p:cNvPicPr>
          <p:nvPr/>
        </p:nvPicPr>
        <p:blipFill>
          <a:blip r:embed="rId2"/>
          <a:stretch>
            <a:fillRect/>
          </a:stretch>
        </p:blipFill>
        <p:spPr>
          <a:xfrm>
            <a:off x="574964" y="1398255"/>
            <a:ext cx="4448284" cy="4687725"/>
          </a:xfrm>
          <a:prstGeom prst="rect">
            <a:avLst/>
          </a:prstGeom>
        </p:spPr>
      </p:pic>
      <p:sp>
        <p:nvSpPr>
          <p:cNvPr id="10" name="Textfeld 9">
            <a:extLst>
              <a:ext uri="{FF2B5EF4-FFF2-40B4-BE49-F238E27FC236}">
                <a16:creationId xmlns:a16="http://schemas.microsoft.com/office/drawing/2014/main" id="{F0E7125E-FE98-4460-A3F6-2D7810C2486F}"/>
              </a:ext>
            </a:extLst>
          </p:cNvPr>
          <p:cNvSpPr txBox="1"/>
          <p:nvPr/>
        </p:nvSpPr>
        <p:spPr>
          <a:xfrm>
            <a:off x="574964" y="6085980"/>
            <a:ext cx="4397274" cy="400110"/>
          </a:xfrm>
          <a:prstGeom prst="rect">
            <a:avLst/>
          </a:prstGeom>
          <a:noFill/>
        </p:spPr>
        <p:txBody>
          <a:bodyPr wrap="square">
            <a:spAutoFit/>
          </a:bodyPr>
          <a:lstStyle/>
          <a:p>
            <a:r>
              <a:rPr lang="de-CH" sz="1000" dirty="0">
                <a:hlinkClick r:id="rId3"/>
              </a:rPr>
              <a:t>https://www.facebook.com/blick/posts/pfbid02jKhVSndkouyCF9jz5zJxce8wyd165NVTZB8UzYFpgfXwxjPizikdRGs2EFeFp9y9l</a:t>
            </a:r>
            <a:r>
              <a:rPr lang="de-CH" sz="1000" dirty="0"/>
              <a:t> </a:t>
            </a:r>
          </a:p>
        </p:txBody>
      </p:sp>
      <p:pic>
        <p:nvPicPr>
          <p:cNvPr id="12" name="Grafik 11">
            <a:extLst>
              <a:ext uri="{FF2B5EF4-FFF2-40B4-BE49-F238E27FC236}">
                <a16:creationId xmlns:a16="http://schemas.microsoft.com/office/drawing/2014/main" id="{7688FEDC-7F34-BE90-8802-F106350C1F6D}"/>
              </a:ext>
            </a:extLst>
          </p:cNvPr>
          <p:cNvPicPr>
            <a:picLocks noChangeAspect="1"/>
          </p:cNvPicPr>
          <p:nvPr/>
        </p:nvPicPr>
        <p:blipFill>
          <a:blip r:embed="rId4"/>
          <a:stretch>
            <a:fillRect/>
          </a:stretch>
        </p:blipFill>
        <p:spPr>
          <a:xfrm>
            <a:off x="5472112" y="1383019"/>
            <a:ext cx="4187721" cy="5103071"/>
          </a:xfrm>
          <a:prstGeom prst="rect">
            <a:avLst/>
          </a:prstGeom>
        </p:spPr>
      </p:pic>
      <p:sp>
        <p:nvSpPr>
          <p:cNvPr id="16" name="Textfeld 15">
            <a:extLst>
              <a:ext uri="{FF2B5EF4-FFF2-40B4-BE49-F238E27FC236}">
                <a16:creationId xmlns:a16="http://schemas.microsoft.com/office/drawing/2014/main" id="{02ABF419-DFF9-7226-DE77-DB9D83DB42F2}"/>
              </a:ext>
            </a:extLst>
          </p:cNvPr>
          <p:cNvSpPr txBox="1"/>
          <p:nvPr/>
        </p:nvSpPr>
        <p:spPr>
          <a:xfrm>
            <a:off x="9659833" y="5356170"/>
            <a:ext cx="1284392" cy="1169551"/>
          </a:xfrm>
          <a:prstGeom prst="rect">
            <a:avLst/>
          </a:prstGeom>
          <a:noFill/>
        </p:spPr>
        <p:txBody>
          <a:bodyPr wrap="square">
            <a:spAutoFit/>
          </a:bodyPr>
          <a:lstStyle/>
          <a:p>
            <a:r>
              <a:rPr lang="de-CH" sz="1000" dirty="0">
                <a:hlinkClick r:id="rId5"/>
              </a:rPr>
              <a:t>https://www.srf.ch/news/schweiz/abstimmungen-kanton-tessin-tessin-reagiert-auf-hohe-krankenkassenpraemien-zweimal-ja</a:t>
            </a:r>
            <a:r>
              <a:rPr lang="de-CH" sz="1000" dirty="0"/>
              <a:t> </a:t>
            </a:r>
          </a:p>
        </p:txBody>
      </p:sp>
    </p:spTree>
    <p:extLst>
      <p:ext uri="{BB962C8B-B14F-4D97-AF65-F5344CB8AC3E}">
        <p14:creationId xmlns:p14="http://schemas.microsoft.com/office/powerpoint/2010/main" val="1870014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00BC2F7-8249-9242-1343-6E18BFA676B2}"/>
              </a:ext>
            </a:extLst>
          </p:cNvPr>
          <p:cNvSpPr>
            <a:spLocks noGrp="1"/>
          </p:cNvSpPr>
          <p:nvPr>
            <p:ph type="title"/>
          </p:nvPr>
        </p:nvSpPr>
        <p:spPr/>
        <p:txBody>
          <a:bodyPr/>
          <a:lstStyle/>
          <a:p>
            <a:r>
              <a:rPr lang="en-GB" noProof="0" dirty="0"/>
              <a:t>Three main explanatory models</a:t>
            </a:r>
          </a:p>
        </p:txBody>
      </p:sp>
      <p:sp>
        <p:nvSpPr>
          <p:cNvPr id="3" name="Foliennummernplatzhalter 2">
            <a:extLst>
              <a:ext uri="{FF2B5EF4-FFF2-40B4-BE49-F238E27FC236}">
                <a16:creationId xmlns:a16="http://schemas.microsoft.com/office/drawing/2014/main" id="{16E4D6A5-2401-F21F-C3C7-B4C2AA0A7B56}"/>
              </a:ext>
            </a:extLst>
          </p:cNvPr>
          <p:cNvSpPr>
            <a:spLocks noGrp="1"/>
          </p:cNvSpPr>
          <p:nvPr>
            <p:ph type="sldNum" sz="quarter" idx="12"/>
          </p:nvPr>
        </p:nvSpPr>
        <p:spPr/>
        <p:txBody>
          <a:bodyPr/>
          <a:lstStyle/>
          <a:p>
            <a:fld id="{0A6ABA92-B65E-42F5-BB28-73DA50746AED}" type="slidenum">
              <a:rPr lang="en-GB" noProof="0" smtClean="0"/>
              <a:t>3</a:t>
            </a:fld>
            <a:endParaRPr lang="en-GB" noProof="0" dirty="0"/>
          </a:p>
        </p:txBody>
      </p:sp>
      <p:graphicFrame>
        <p:nvGraphicFramePr>
          <p:cNvPr id="5" name="Diagramm 4">
            <a:extLst>
              <a:ext uri="{FF2B5EF4-FFF2-40B4-BE49-F238E27FC236}">
                <a16:creationId xmlns:a16="http://schemas.microsoft.com/office/drawing/2014/main" id="{987F3A6C-5BA3-B38E-BBE8-C937446D2284}"/>
              </a:ext>
            </a:extLst>
          </p:cNvPr>
          <p:cNvGraphicFramePr/>
          <p:nvPr>
            <p:extLst>
              <p:ext uri="{D42A27DB-BD31-4B8C-83A1-F6EECF244321}">
                <p14:modId xmlns:p14="http://schemas.microsoft.com/office/powerpoint/2010/main" val="3581536166"/>
              </p:ext>
            </p:extLst>
          </p:nvPr>
        </p:nvGraphicFramePr>
        <p:xfrm>
          <a:off x="2329295" y="1915504"/>
          <a:ext cx="6668656" cy="31829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Fußzeilenplatzhalter 5">
            <a:extLst>
              <a:ext uri="{FF2B5EF4-FFF2-40B4-BE49-F238E27FC236}">
                <a16:creationId xmlns:a16="http://schemas.microsoft.com/office/drawing/2014/main" id="{BC0C1C7F-944F-A2ED-01EC-BD56A2EDFA9C}"/>
              </a:ext>
            </a:extLst>
          </p:cNvPr>
          <p:cNvSpPr>
            <a:spLocks noGrp="1"/>
          </p:cNvSpPr>
          <p:nvPr>
            <p:ph type="ftr" sz="quarter" idx="11"/>
          </p:nvPr>
        </p:nvSpPr>
        <p:spPr/>
        <p:txBody>
          <a:bodyPr/>
          <a:lstStyle/>
          <a:p>
            <a:r>
              <a:rPr lang="en-GB" noProof="0" dirty="0"/>
              <a:t>Bartley &amp; Kelly-Irving 2025: </a:t>
            </a:r>
            <a:r>
              <a:rPr lang="en-GB" noProof="0" dirty="0" err="1"/>
              <a:t>ch.</a:t>
            </a:r>
            <a:r>
              <a:rPr lang="en-GB" noProof="0" dirty="0"/>
              <a:t> </a:t>
            </a:r>
            <a:r>
              <a:rPr lang="en-GB" dirty="0"/>
              <a:t>4-6</a:t>
            </a:r>
            <a:endParaRPr lang="en-GB" noProof="0" dirty="0"/>
          </a:p>
        </p:txBody>
      </p:sp>
    </p:spTree>
    <p:extLst>
      <p:ext uri="{BB962C8B-B14F-4D97-AF65-F5344CB8AC3E}">
        <p14:creationId xmlns:p14="http://schemas.microsoft.com/office/powerpoint/2010/main" val="28136785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AEEEC7C-854E-AEB0-BD6C-F39903CEBC8C}"/>
              </a:ext>
            </a:extLst>
          </p:cNvPr>
          <p:cNvSpPr>
            <a:spLocks noGrp="1"/>
          </p:cNvSpPr>
          <p:nvPr>
            <p:ph type="title"/>
          </p:nvPr>
        </p:nvSpPr>
        <p:spPr/>
        <p:txBody>
          <a:bodyPr/>
          <a:lstStyle/>
          <a:p>
            <a:r>
              <a:rPr lang="en-GB" noProof="0" dirty="0"/>
              <a:t>(1) Health behaviours </a:t>
            </a:r>
            <a:r>
              <a:rPr lang="en-GB" noProof="0" dirty="0">
                <a:sym typeface="Wingdings" panose="05000000000000000000" pitchFamily="2" charset="2"/>
              </a:rPr>
              <a:t>– not the whole story</a:t>
            </a:r>
            <a:endParaRPr lang="en-GB" noProof="0" dirty="0"/>
          </a:p>
        </p:txBody>
      </p:sp>
      <p:sp>
        <p:nvSpPr>
          <p:cNvPr id="3" name="Foliennummernplatzhalter 2">
            <a:extLst>
              <a:ext uri="{FF2B5EF4-FFF2-40B4-BE49-F238E27FC236}">
                <a16:creationId xmlns:a16="http://schemas.microsoft.com/office/drawing/2014/main" id="{DAC242E8-C3A4-A5E8-385D-4C1727EBCD9F}"/>
              </a:ext>
            </a:extLst>
          </p:cNvPr>
          <p:cNvSpPr>
            <a:spLocks noGrp="1"/>
          </p:cNvSpPr>
          <p:nvPr>
            <p:ph type="sldNum" sz="quarter" idx="12"/>
          </p:nvPr>
        </p:nvSpPr>
        <p:spPr/>
        <p:txBody>
          <a:bodyPr/>
          <a:lstStyle/>
          <a:p>
            <a:fld id="{0A6ABA92-B65E-42F5-BB28-73DA50746AED}" type="slidenum">
              <a:rPr lang="en-GB" noProof="0" smtClean="0"/>
              <a:t>4</a:t>
            </a:fld>
            <a:endParaRPr lang="en-GB" noProof="0" dirty="0"/>
          </a:p>
        </p:txBody>
      </p:sp>
      <p:sp>
        <p:nvSpPr>
          <p:cNvPr id="4" name="Textplatzhalter 3">
            <a:extLst>
              <a:ext uri="{FF2B5EF4-FFF2-40B4-BE49-F238E27FC236}">
                <a16:creationId xmlns:a16="http://schemas.microsoft.com/office/drawing/2014/main" id="{44485FA8-CBAC-353E-A3FA-C9F864E0995A}"/>
              </a:ext>
            </a:extLst>
          </p:cNvPr>
          <p:cNvSpPr>
            <a:spLocks noGrp="1"/>
          </p:cNvSpPr>
          <p:nvPr>
            <p:ph type="body" sz="quarter" idx="13"/>
          </p:nvPr>
        </p:nvSpPr>
        <p:spPr/>
        <p:txBody>
          <a:bodyPr/>
          <a:lstStyle/>
          <a:p>
            <a:r>
              <a:rPr lang="en-GB" b="1" noProof="0" dirty="0">
                <a:latin typeface="+mj-lt"/>
              </a:rPr>
              <a:t>Clear social gradient in most health-risk behaviours:</a:t>
            </a:r>
          </a:p>
          <a:p>
            <a:pPr lvl="1"/>
            <a:r>
              <a:rPr lang="en-GB" noProof="0" dirty="0"/>
              <a:t>Smoking 🟢</a:t>
            </a:r>
          </a:p>
          <a:p>
            <a:pPr lvl="1"/>
            <a:r>
              <a:rPr lang="en-GB" noProof="0" dirty="0"/>
              <a:t>Alcohol 🟠</a:t>
            </a:r>
          </a:p>
          <a:p>
            <a:pPr lvl="4"/>
            <a:r>
              <a:rPr lang="en-GB" noProof="0" dirty="0"/>
              <a:t>The “alcohol harm paradox”: social gradient in alcohol-related harm, despite similar consumption levels between low- and high-SES groups </a:t>
            </a:r>
            <a:r>
              <a:rPr lang="en-GB" sz="1200" noProof="0" dirty="0"/>
              <a:t>(Tolstrup et al. 2023)</a:t>
            </a:r>
            <a:endParaRPr lang="en-GB" sz="1600" noProof="0" dirty="0"/>
          </a:p>
          <a:p>
            <a:pPr lvl="1"/>
            <a:r>
              <a:rPr lang="en-GB" noProof="0" dirty="0"/>
              <a:t>Diet 🟢</a:t>
            </a:r>
          </a:p>
          <a:p>
            <a:pPr lvl="1"/>
            <a:r>
              <a:rPr lang="en-GB" noProof="0" dirty="0"/>
              <a:t>Physical activity 🟢</a:t>
            </a:r>
          </a:p>
          <a:p>
            <a:pPr lvl="1"/>
            <a:endParaRPr lang="en-GB" noProof="0" dirty="0"/>
          </a:p>
          <a:p>
            <a:pPr marL="0" lvl="1" indent="0">
              <a:buNone/>
            </a:pPr>
            <a:r>
              <a:rPr lang="en-GB" b="1" noProof="0" dirty="0">
                <a:latin typeface="+mj-lt"/>
              </a:rPr>
              <a:t>Unequally distributed health-risk behaviours explain </a:t>
            </a:r>
            <a:r>
              <a:rPr lang="en-GB" b="1" i="1" u="sng" noProof="0" dirty="0">
                <a:latin typeface="+mj-lt"/>
              </a:rPr>
              <a:t>some</a:t>
            </a:r>
            <a:r>
              <a:rPr lang="en-GB" b="1" noProof="0" dirty="0">
                <a:latin typeface="+mj-lt"/>
              </a:rPr>
              <a:t>, but not </a:t>
            </a:r>
            <a:r>
              <a:rPr lang="en-GB" b="1" i="1" noProof="0" dirty="0">
                <a:latin typeface="+mj-lt"/>
              </a:rPr>
              <a:t>all</a:t>
            </a:r>
            <a:r>
              <a:rPr lang="en-GB" b="1" noProof="0" dirty="0">
                <a:latin typeface="+mj-lt"/>
              </a:rPr>
              <a:t> of health inequality</a:t>
            </a:r>
          </a:p>
          <a:p>
            <a:pPr lvl="1"/>
            <a:r>
              <a:rPr lang="en-GB" noProof="0" dirty="0"/>
              <a:t>Estimates on the contribution of health behaviours vary widely (from negligible to substantial)</a:t>
            </a:r>
          </a:p>
          <a:p>
            <a:pPr lvl="1"/>
            <a:r>
              <a:rPr lang="en-GB" noProof="0" dirty="0"/>
              <a:t>Largest contribution by smoking: median contribution of 19% to health inequalities </a:t>
            </a:r>
            <a:r>
              <a:rPr lang="en-GB" sz="1200" noProof="0" dirty="0"/>
              <a:t>(Petrovic et al. 2018)</a:t>
            </a:r>
            <a:endParaRPr lang="en-GB" sz="1600" noProof="0" dirty="0"/>
          </a:p>
          <a:p>
            <a:pPr marL="0" lvl="1" indent="0">
              <a:buNone/>
            </a:pPr>
            <a:endParaRPr lang="en-GB" b="1" noProof="0" dirty="0">
              <a:latin typeface="+mj-lt"/>
              <a:sym typeface="Wingdings" panose="05000000000000000000" pitchFamily="2" charset="2"/>
            </a:endParaRPr>
          </a:p>
          <a:p>
            <a:pPr marL="0" lvl="1" indent="0">
              <a:buNone/>
            </a:pPr>
            <a:r>
              <a:rPr lang="en-GB" b="1" noProof="0" dirty="0">
                <a:latin typeface="+mj-lt"/>
                <a:sym typeface="Wingdings" panose="05000000000000000000" pitchFamily="2" charset="2"/>
              </a:rPr>
              <a:t>No simple “behavioural fix” of health inequality </a:t>
            </a:r>
            <a:r>
              <a:rPr lang="en-GB" noProof="0" dirty="0">
                <a:sym typeface="Wingdings" panose="05000000000000000000" pitchFamily="2" charset="2"/>
              </a:rPr>
              <a:t> instead increasing focus on how downstream risks develop over the life course and understand how they are shaped by upstream forces</a:t>
            </a:r>
            <a:br>
              <a:rPr lang="en-GB" noProof="0" dirty="0">
                <a:sym typeface="Wingdings" panose="05000000000000000000" pitchFamily="2" charset="2"/>
              </a:rPr>
            </a:br>
            <a:r>
              <a:rPr lang="en-GB" noProof="0" dirty="0">
                <a:sym typeface="Wingdings" panose="05000000000000000000" pitchFamily="2" charset="2"/>
              </a:rPr>
              <a:t>(Marmot: “the causes of the causes”)</a:t>
            </a:r>
            <a:endParaRPr lang="en-GB" noProof="0" dirty="0"/>
          </a:p>
        </p:txBody>
      </p:sp>
      <p:sp>
        <p:nvSpPr>
          <p:cNvPr id="5" name="Fußzeilenplatzhalter 4">
            <a:extLst>
              <a:ext uri="{FF2B5EF4-FFF2-40B4-BE49-F238E27FC236}">
                <a16:creationId xmlns:a16="http://schemas.microsoft.com/office/drawing/2014/main" id="{24F8A196-1B5B-212F-A5E4-AD0ACCC784B6}"/>
              </a:ext>
            </a:extLst>
          </p:cNvPr>
          <p:cNvSpPr>
            <a:spLocks noGrp="1"/>
          </p:cNvSpPr>
          <p:nvPr>
            <p:ph type="ftr" sz="quarter" idx="11"/>
          </p:nvPr>
        </p:nvSpPr>
        <p:spPr/>
        <p:txBody>
          <a:bodyPr/>
          <a:lstStyle/>
          <a:p>
            <a:r>
              <a:rPr lang="en-GB" noProof="0" dirty="0"/>
              <a:t>Bartley &amp; Kelly-Irving 2025: </a:t>
            </a:r>
            <a:r>
              <a:rPr lang="en-GB" noProof="0" dirty="0" err="1"/>
              <a:t>ch.</a:t>
            </a:r>
            <a:r>
              <a:rPr lang="en-GB" noProof="0" dirty="0"/>
              <a:t> 4</a:t>
            </a:r>
          </a:p>
        </p:txBody>
      </p:sp>
    </p:spTree>
    <p:extLst>
      <p:ext uri="{BB962C8B-B14F-4D97-AF65-F5344CB8AC3E}">
        <p14:creationId xmlns:p14="http://schemas.microsoft.com/office/powerpoint/2010/main" val="3112415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FB52B68-6689-C30A-83A6-A0801734AE0D}"/>
              </a:ext>
            </a:extLst>
          </p:cNvPr>
          <p:cNvSpPr>
            <a:spLocks noGrp="1"/>
          </p:cNvSpPr>
          <p:nvPr>
            <p:ph type="title"/>
          </p:nvPr>
        </p:nvSpPr>
        <p:spPr/>
        <p:txBody>
          <a:bodyPr/>
          <a:lstStyle/>
          <a:p>
            <a:r>
              <a:rPr lang="en-GB" noProof="0" dirty="0"/>
              <a:t>(1) Why Health behaviours </a:t>
            </a:r>
            <a:r>
              <a:rPr lang="en-GB" noProof="0" dirty="0">
                <a:sym typeface="Wingdings" panose="05000000000000000000" pitchFamily="2" charset="2"/>
              </a:rPr>
              <a:t>are unequal</a:t>
            </a:r>
            <a:endParaRPr lang="en-GB" noProof="0" dirty="0"/>
          </a:p>
        </p:txBody>
      </p:sp>
      <p:sp>
        <p:nvSpPr>
          <p:cNvPr id="3" name="Foliennummernplatzhalter 2">
            <a:extLst>
              <a:ext uri="{FF2B5EF4-FFF2-40B4-BE49-F238E27FC236}">
                <a16:creationId xmlns:a16="http://schemas.microsoft.com/office/drawing/2014/main" id="{02A49734-A10C-A62A-8A36-154EE0784AC4}"/>
              </a:ext>
            </a:extLst>
          </p:cNvPr>
          <p:cNvSpPr>
            <a:spLocks noGrp="1"/>
          </p:cNvSpPr>
          <p:nvPr>
            <p:ph type="sldNum" sz="quarter" idx="12"/>
          </p:nvPr>
        </p:nvSpPr>
        <p:spPr/>
        <p:txBody>
          <a:bodyPr/>
          <a:lstStyle/>
          <a:p>
            <a:fld id="{0A6ABA92-B65E-42F5-BB28-73DA50746AED}" type="slidenum">
              <a:rPr lang="en-GB" noProof="0" smtClean="0"/>
              <a:t>5</a:t>
            </a:fld>
            <a:endParaRPr lang="en-GB" noProof="0" dirty="0"/>
          </a:p>
        </p:txBody>
      </p:sp>
      <p:sp>
        <p:nvSpPr>
          <p:cNvPr id="4" name="Textplatzhalter 3">
            <a:extLst>
              <a:ext uri="{FF2B5EF4-FFF2-40B4-BE49-F238E27FC236}">
                <a16:creationId xmlns:a16="http://schemas.microsoft.com/office/drawing/2014/main" id="{93C5B117-CEA7-DF98-A882-3B2828028123}"/>
              </a:ext>
            </a:extLst>
          </p:cNvPr>
          <p:cNvSpPr>
            <a:spLocks noGrp="1"/>
          </p:cNvSpPr>
          <p:nvPr>
            <p:ph type="body" sz="quarter" idx="13"/>
          </p:nvPr>
        </p:nvSpPr>
        <p:spPr>
          <a:xfrm>
            <a:off x="498789" y="1521881"/>
            <a:ext cx="8257284" cy="4656138"/>
          </a:xfrm>
        </p:spPr>
        <p:txBody>
          <a:bodyPr/>
          <a:lstStyle/>
          <a:p>
            <a:pPr lvl="2"/>
            <a:r>
              <a:rPr lang="en-GB" b="1" noProof="0" dirty="0">
                <a:latin typeface="+mj-lt"/>
              </a:rPr>
              <a:t>«Ignorance»</a:t>
            </a:r>
          </a:p>
          <a:p>
            <a:pPr lvl="3"/>
            <a:r>
              <a:rPr lang="en-GB" noProof="0" dirty="0"/>
              <a:t>Lack of knowledge or understanding, lack of «health literacy»</a:t>
            </a:r>
          </a:p>
          <a:p>
            <a:pPr lvl="3"/>
            <a:r>
              <a:rPr lang="en-GB" noProof="0" dirty="0"/>
              <a:t>Very little evidence </a:t>
            </a:r>
            <a:r>
              <a:rPr lang="en-GB" sz="1200" noProof="0" dirty="0"/>
              <a:t>(e.g. </a:t>
            </a:r>
            <a:r>
              <a:rPr lang="en-GB" sz="1200" noProof="0" dirty="0" err="1"/>
              <a:t>Blaxter</a:t>
            </a:r>
            <a:r>
              <a:rPr lang="en-GB" sz="1200" noProof="0" dirty="0"/>
              <a:t> 1990)</a:t>
            </a:r>
            <a:endParaRPr lang="en-GB" noProof="0" dirty="0"/>
          </a:p>
          <a:p>
            <a:pPr lvl="2"/>
            <a:r>
              <a:rPr lang="en-GB" b="1" noProof="0" dirty="0">
                <a:latin typeface="+mj-lt"/>
              </a:rPr>
              <a:t>Culture</a:t>
            </a:r>
          </a:p>
          <a:p>
            <a:pPr lvl="3"/>
            <a:r>
              <a:rPr lang="en-GB" noProof="0" dirty="0"/>
              <a:t>Shared norms, learned dispositions, and everyday practices that shape what feels “normal” or acceptable (e.g. diet, smoking, activity)</a:t>
            </a:r>
          </a:p>
          <a:p>
            <a:pPr lvl="2"/>
            <a:r>
              <a:rPr lang="en-GB" b="1" noProof="0" dirty="0">
                <a:latin typeface="+mj-lt"/>
              </a:rPr>
              <a:t>Status</a:t>
            </a:r>
          </a:p>
          <a:p>
            <a:pPr lvl="3"/>
            <a:r>
              <a:rPr lang="en-GB" noProof="0" dirty="0"/>
              <a:t>Behaviours and tastes used to signal social position and identity, marking boundaries between groups (e.g. “people like us don’t smoke / do yoga”)</a:t>
            </a:r>
          </a:p>
        </p:txBody>
      </p:sp>
      <p:pic>
        <p:nvPicPr>
          <p:cNvPr id="26" name="Picture 2">
            <a:extLst>
              <a:ext uri="{FF2B5EF4-FFF2-40B4-BE49-F238E27FC236}">
                <a16:creationId xmlns:a16="http://schemas.microsoft.com/office/drawing/2014/main" id="{0EB87B82-C07E-E471-EA04-C3B600723D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10917" y="3429000"/>
            <a:ext cx="692817" cy="1001435"/>
          </a:xfrm>
          <a:prstGeom prst="rect">
            <a:avLst/>
          </a:prstGeom>
          <a:noFill/>
          <a:extLst>
            <a:ext uri="{909E8E84-426E-40DD-AFC4-6F175D3DCCD1}">
              <a14:hiddenFill xmlns:a14="http://schemas.microsoft.com/office/drawing/2010/main">
                <a:solidFill>
                  <a:srgbClr val="FFFFFF"/>
                </a:solidFill>
              </a14:hiddenFill>
            </a:ext>
          </a:extLst>
        </p:spPr>
      </p:pic>
      <p:sp>
        <p:nvSpPr>
          <p:cNvPr id="27" name="Textfeld 26">
            <a:extLst>
              <a:ext uri="{FF2B5EF4-FFF2-40B4-BE49-F238E27FC236}">
                <a16:creationId xmlns:a16="http://schemas.microsoft.com/office/drawing/2014/main" id="{627E8C06-C601-DC68-5B99-151B6F30BB9A}"/>
              </a:ext>
            </a:extLst>
          </p:cNvPr>
          <p:cNvSpPr txBox="1"/>
          <p:nvPr/>
        </p:nvSpPr>
        <p:spPr>
          <a:xfrm>
            <a:off x="9501291" y="4090689"/>
            <a:ext cx="922869" cy="430887"/>
          </a:xfrm>
          <a:prstGeom prst="rect">
            <a:avLst/>
          </a:prstGeom>
          <a:noFill/>
        </p:spPr>
        <p:txBody>
          <a:bodyPr wrap="square">
            <a:spAutoFit/>
          </a:bodyPr>
          <a:lstStyle/>
          <a:p>
            <a:r>
              <a:rPr lang="en-GB" sz="1100" noProof="0" dirty="0"/>
              <a:t>Pierre Bourdieu</a:t>
            </a:r>
          </a:p>
        </p:txBody>
      </p:sp>
      <p:sp>
        <p:nvSpPr>
          <p:cNvPr id="28" name="Fußzeilenplatzhalter 4">
            <a:extLst>
              <a:ext uri="{FF2B5EF4-FFF2-40B4-BE49-F238E27FC236}">
                <a16:creationId xmlns:a16="http://schemas.microsoft.com/office/drawing/2014/main" id="{20C7E448-B532-73C7-E1D7-AD211E635A5A}"/>
              </a:ext>
            </a:extLst>
          </p:cNvPr>
          <p:cNvSpPr>
            <a:spLocks noGrp="1"/>
          </p:cNvSpPr>
          <p:nvPr>
            <p:ph type="ftr" sz="quarter" idx="11"/>
          </p:nvPr>
        </p:nvSpPr>
        <p:spPr>
          <a:xfrm>
            <a:off x="5543550" y="6417721"/>
            <a:ext cx="4176713" cy="216000"/>
          </a:xfrm>
        </p:spPr>
        <p:txBody>
          <a:bodyPr/>
          <a:lstStyle/>
          <a:p>
            <a:r>
              <a:rPr lang="en-GB" noProof="0" dirty="0"/>
              <a:t>Bartley &amp; Kelly-Irving 2025: </a:t>
            </a:r>
            <a:r>
              <a:rPr lang="en-GB" noProof="0" dirty="0" err="1"/>
              <a:t>ch.</a:t>
            </a:r>
            <a:r>
              <a:rPr lang="en-GB" noProof="0" dirty="0"/>
              <a:t> 4</a:t>
            </a:r>
          </a:p>
        </p:txBody>
      </p:sp>
    </p:spTree>
    <p:extLst>
      <p:ext uri="{BB962C8B-B14F-4D97-AF65-F5344CB8AC3E}">
        <p14:creationId xmlns:p14="http://schemas.microsoft.com/office/powerpoint/2010/main" val="3323945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2EA9240-CA47-A82A-FC9E-827CAC4CA970}"/>
              </a:ext>
            </a:extLst>
          </p:cNvPr>
          <p:cNvSpPr>
            <a:spLocks noGrp="1"/>
          </p:cNvSpPr>
          <p:nvPr>
            <p:ph type="title"/>
          </p:nvPr>
        </p:nvSpPr>
        <p:spPr/>
        <p:txBody>
          <a:bodyPr/>
          <a:lstStyle/>
          <a:p>
            <a:r>
              <a:rPr lang="en-GB" noProof="0" dirty="0"/>
              <a:t>Examples – culture/Status</a:t>
            </a:r>
          </a:p>
        </p:txBody>
      </p:sp>
      <p:sp>
        <p:nvSpPr>
          <p:cNvPr id="3" name="Foliennummernplatzhalter 2">
            <a:extLst>
              <a:ext uri="{FF2B5EF4-FFF2-40B4-BE49-F238E27FC236}">
                <a16:creationId xmlns:a16="http://schemas.microsoft.com/office/drawing/2014/main" id="{3D744888-65FB-5CBC-2FBA-55DB839DD370}"/>
              </a:ext>
            </a:extLst>
          </p:cNvPr>
          <p:cNvSpPr>
            <a:spLocks noGrp="1"/>
          </p:cNvSpPr>
          <p:nvPr>
            <p:ph type="sldNum" sz="quarter" idx="12"/>
          </p:nvPr>
        </p:nvSpPr>
        <p:spPr/>
        <p:txBody>
          <a:bodyPr/>
          <a:lstStyle/>
          <a:p>
            <a:fld id="{0A6ABA92-B65E-42F5-BB28-73DA50746AED}" type="slidenum">
              <a:rPr lang="en-GB" noProof="0" smtClean="0"/>
              <a:t>6</a:t>
            </a:fld>
            <a:endParaRPr lang="en-GB" noProof="0" dirty="0"/>
          </a:p>
        </p:txBody>
      </p:sp>
      <p:pic>
        <p:nvPicPr>
          <p:cNvPr id="6" name="Grafik 5">
            <a:extLst>
              <a:ext uri="{FF2B5EF4-FFF2-40B4-BE49-F238E27FC236}">
                <a16:creationId xmlns:a16="http://schemas.microsoft.com/office/drawing/2014/main" id="{D0EE7661-5FA9-5B92-631F-0D2B235F7C57}"/>
              </a:ext>
            </a:extLst>
          </p:cNvPr>
          <p:cNvPicPr>
            <a:picLocks noChangeAspect="1"/>
          </p:cNvPicPr>
          <p:nvPr/>
        </p:nvPicPr>
        <p:blipFill>
          <a:blip r:embed="rId3"/>
          <a:stretch>
            <a:fillRect/>
          </a:stretch>
        </p:blipFill>
        <p:spPr>
          <a:xfrm>
            <a:off x="500514" y="1607384"/>
            <a:ext cx="3337702" cy="3564980"/>
          </a:xfrm>
          <a:prstGeom prst="rect">
            <a:avLst/>
          </a:prstGeom>
        </p:spPr>
      </p:pic>
      <p:pic>
        <p:nvPicPr>
          <p:cNvPr id="8" name="Grafik 7">
            <a:extLst>
              <a:ext uri="{FF2B5EF4-FFF2-40B4-BE49-F238E27FC236}">
                <a16:creationId xmlns:a16="http://schemas.microsoft.com/office/drawing/2014/main" id="{D6C9E523-8BEC-95D4-773F-D51A7DF14A05}"/>
              </a:ext>
            </a:extLst>
          </p:cNvPr>
          <p:cNvPicPr>
            <a:picLocks noChangeAspect="1"/>
          </p:cNvPicPr>
          <p:nvPr/>
        </p:nvPicPr>
        <p:blipFill>
          <a:blip r:embed="rId4"/>
          <a:stretch>
            <a:fillRect/>
          </a:stretch>
        </p:blipFill>
        <p:spPr>
          <a:xfrm>
            <a:off x="4060929" y="1607382"/>
            <a:ext cx="6382782" cy="3564981"/>
          </a:xfrm>
          <a:prstGeom prst="rect">
            <a:avLst/>
          </a:prstGeom>
        </p:spPr>
      </p:pic>
      <p:sp>
        <p:nvSpPr>
          <p:cNvPr id="10" name="Textfeld 9">
            <a:extLst>
              <a:ext uri="{FF2B5EF4-FFF2-40B4-BE49-F238E27FC236}">
                <a16:creationId xmlns:a16="http://schemas.microsoft.com/office/drawing/2014/main" id="{FCED90C7-7A37-D2A6-C389-620E01B3A0A5}"/>
              </a:ext>
            </a:extLst>
          </p:cNvPr>
          <p:cNvSpPr txBox="1"/>
          <p:nvPr/>
        </p:nvSpPr>
        <p:spPr>
          <a:xfrm>
            <a:off x="4060929" y="5250618"/>
            <a:ext cx="6126780" cy="523220"/>
          </a:xfrm>
          <a:prstGeom prst="rect">
            <a:avLst/>
          </a:prstGeom>
          <a:noFill/>
        </p:spPr>
        <p:txBody>
          <a:bodyPr wrap="square">
            <a:spAutoFit/>
          </a:bodyPr>
          <a:lstStyle/>
          <a:p>
            <a:r>
              <a:rPr lang="en-GB" sz="1400" noProof="0" dirty="0"/>
              <a:t>“Another Round” (Danish: </a:t>
            </a:r>
            <a:r>
              <a:rPr lang="en-GB" sz="1400" i="1" noProof="0" dirty="0"/>
              <a:t>Druk</a:t>
            </a:r>
            <a:r>
              <a:rPr lang="en-GB" sz="1400" noProof="0" dirty="0"/>
              <a:t>, lit. ’Binge drinking’), released 2020</a:t>
            </a:r>
          </a:p>
          <a:p>
            <a:r>
              <a:rPr lang="en-GB" sz="1400" noProof="0" dirty="0">
                <a:solidFill>
                  <a:srgbClr val="000000"/>
                </a:solidFill>
                <a:hlinkClick r:id="rId5"/>
              </a:rPr>
              <a:t>https://www.youtube.com/watch?v=40X5EX6Us7c</a:t>
            </a:r>
            <a:r>
              <a:rPr lang="en-GB" sz="1400" noProof="0" dirty="0">
                <a:solidFill>
                  <a:srgbClr val="000000"/>
                </a:solidFill>
              </a:rPr>
              <a:t> </a:t>
            </a:r>
          </a:p>
        </p:txBody>
      </p:sp>
      <p:sp>
        <p:nvSpPr>
          <p:cNvPr id="11" name="Textfeld 10">
            <a:extLst>
              <a:ext uri="{FF2B5EF4-FFF2-40B4-BE49-F238E27FC236}">
                <a16:creationId xmlns:a16="http://schemas.microsoft.com/office/drawing/2014/main" id="{F00BDAB8-8FAB-61F1-6617-AADBDB2283D4}"/>
              </a:ext>
            </a:extLst>
          </p:cNvPr>
          <p:cNvSpPr txBox="1"/>
          <p:nvPr/>
        </p:nvSpPr>
        <p:spPr>
          <a:xfrm>
            <a:off x="426420" y="5250618"/>
            <a:ext cx="3037216" cy="307777"/>
          </a:xfrm>
          <a:prstGeom prst="rect">
            <a:avLst/>
          </a:prstGeom>
          <a:noFill/>
        </p:spPr>
        <p:txBody>
          <a:bodyPr wrap="square">
            <a:spAutoFit/>
          </a:bodyPr>
          <a:lstStyle/>
          <a:p>
            <a:r>
              <a:rPr lang="en-GB" sz="1400" noProof="0" dirty="0"/>
              <a:t>Mediterranean diet</a:t>
            </a:r>
            <a:endParaRPr lang="en-GB" sz="1400" noProof="0" dirty="0">
              <a:solidFill>
                <a:srgbClr val="000000"/>
              </a:solidFill>
            </a:endParaRPr>
          </a:p>
        </p:txBody>
      </p:sp>
    </p:spTree>
    <p:extLst>
      <p:ext uri="{BB962C8B-B14F-4D97-AF65-F5344CB8AC3E}">
        <p14:creationId xmlns:p14="http://schemas.microsoft.com/office/powerpoint/2010/main" val="570314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57C69-F47D-5EED-2420-9C56723E2B1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E5FB6C6-5C14-B537-65DA-B9A12B20C9C3}"/>
              </a:ext>
            </a:extLst>
          </p:cNvPr>
          <p:cNvSpPr>
            <a:spLocks noGrp="1"/>
          </p:cNvSpPr>
          <p:nvPr>
            <p:ph type="title"/>
          </p:nvPr>
        </p:nvSpPr>
        <p:spPr/>
        <p:txBody>
          <a:bodyPr/>
          <a:lstStyle/>
          <a:p>
            <a:r>
              <a:rPr lang="en-GB" noProof="0" dirty="0"/>
              <a:t>(1) Why Health behaviours </a:t>
            </a:r>
            <a:r>
              <a:rPr lang="en-GB" noProof="0" dirty="0">
                <a:sym typeface="Wingdings" panose="05000000000000000000" pitchFamily="2" charset="2"/>
              </a:rPr>
              <a:t>are unequal</a:t>
            </a:r>
            <a:endParaRPr lang="en-GB" noProof="0" dirty="0"/>
          </a:p>
        </p:txBody>
      </p:sp>
      <p:sp>
        <p:nvSpPr>
          <p:cNvPr id="3" name="Foliennummernplatzhalter 2">
            <a:extLst>
              <a:ext uri="{FF2B5EF4-FFF2-40B4-BE49-F238E27FC236}">
                <a16:creationId xmlns:a16="http://schemas.microsoft.com/office/drawing/2014/main" id="{7C33820A-E856-0D10-727A-1D890EA0FAD2}"/>
              </a:ext>
            </a:extLst>
          </p:cNvPr>
          <p:cNvSpPr>
            <a:spLocks noGrp="1"/>
          </p:cNvSpPr>
          <p:nvPr>
            <p:ph type="sldNum" sz="quarter" idx="12"/>
          </p:nvPr>
        </p:nvSpPr>
        <p:spPr/>
        <p:txBody>
          <a:bodyPr/>
          <a:lstStyle/>
          <a:p>
            <a:fld id="{0A6ABA92-B65E-42F5-BB28-73DA50746AED}" type="slidenum">
              <a:rPr lang="en-GB" noProof="0" smtClean="0"/>
              <a:t>7</a:t>
            </a:fld>
            <a:endParaRPr lang="en-GB" noProof="0" dirty="0"/>
          </a:p>
        </p:txBody>
      </p:sp>
      <p:sp>
        <p:nvSpPr>
          <p:cNvPr id="4" name="Textplatzhalter 3">
            <a:extLst>
              <a:ext uri="{FF2B5EF4-FFF2-40B4-BE49-F238E27FC236}">
                <a16:creationId xmlns:a16="http://schemas.microsoft.com/office/drawing/2014/main" id="{E88C3C3E-54E6-E5EE-EE58-82618791CB22}"/>
              </a:ext>
            </a:extLst>
          </p:cNvPr>
          <p:cNvSpPr>
            <a:spLocks noGrp="1"/>
          </p:cNvSpPr>
          <p:nvPr>
            <p:ph type="body" sz="quarter" idx="13"/>
          </p:nvPr>
        </p:nvSpPr>
        <p:spPr>
          <a:xfrm>
            <a:off x="498789" y="1521881"/>
            <a:ext cx="8257284" cy="4656138"/>
          </a:xfrm>
        </p:spPr>
        <p:txBody>
          <a:bodyPr/>
          <a:lstStyle/>
          <a:p>
            <a:pPr lvl="2"/>
            <a:r>
              <a:rPr lang="en-GB" b="1" noProof="0" dirty="0">
                <a:latin typeface="+mj-lt"/>
              </a:rPr>
              <a:t>«Ignorance»</a:t>
            </a:r>
          </a:p>
          <a:p>
            <a:pPr lvl="3"/>
            <a:r>
              <a:rPr lang="en-GB" noProof="0" dirty="0"/>
              <a:t>Lack of knowledge or understanding, lack of «health literacy»</a:t>
            </a:r>
          </a:p>
          <a:p>
            <a:pPr lvl="3"/>
            <a:r>
              <a:rPr lang="en-GB" noProof="0" dirty="0"/>
              <a:t>Weak evidence </a:t>
            </a:r>
            <a:r>
              <a:rPr lang="en-GB" sz="1200" noProof="0" dirty="0"/>
              <a:t>(e.g. </a:t>
            </a:r>
            <a:r>
              <a:rPr lang="en-GB" sz="1200" noProof="0" dirty="0" err="1"/>
              <a:t>Blaxter</a:t>
            </a:r>
            <a:r>
              <a:rPr lang="en-GB" sz="1200" noProof="0" dirty="0"/>
              <a:t> 1990)</a:t>
            </a:r>
            <a:endParaRPr lang="en-GB" noProof="0" dirty="0"/>
          </a:p>
          <a:p>
            <a:pPr lvl="2"/>
            <a:r>
              <a:rPr lang="en-GB" b="1" noProof="0" dirty="0">
                <a:latin typeface="+mj-lt"/>
              </a:rPr>
              <a:t>Culture</a:t>
            </a:r>
          </a:p>
          <a:p>
            <a:pPr lvl="3"/>
            <a:r>
              <a:rPr lang="en-GB" noProof="0" dirty="0"/>
              <a:t>Shared norms, learned dispositions, and everyday practices that shape what feels “normal” or acceptable (e.g. diet, smoking, activity)</a:t>
            </a:r>
          </a:p>
          <a:p>
            <a:pPr lvl="2"/>
            <a:r>
              <a:rPr lang="en-GB" b="1" noProof="0" dirty="0">
                <a:latin typeface="+mj-lt"/>
              </a:rPr>
              <a:t>Status</a:t>
            </a:r>
          </a:p>
          <a:p>
            <a:pPr lvl="3"/>
            <a:r>
              <a:rPr lang="en-GB" noProof="0" dirty="0"/>
              <a:t>Behaviours and tastes used to signal social position and identity, marking boundaries between groups (e.g. “people like us don’t smoke / do yoga”)</a:t>
            </a:r>
          </a:p>
          <a:p>
            <a:pPr lvl="2"/>
            <a:r>
              <a:rPr lang="en-GB" b="1" noProof="0" dirty="0">
                <a:latin typeface="+mj-lt"/>
              </a:rPr>
              <a:t>Personal characteristics / social selection</a:t>
            </a:r>
          </a:p>
        </p:txBody>
      </p:sp>
      <p:grpSp>
        <p:nvGrpSpPr>
          <p:cNvPr id="5" name="Group 8">
            <a:extLst>
              <a:ext uri="{FF2B5EF4-FFF2-40B4-BE49-F238E27FC236}">
                <a16:creationId xmlns:a16="http://schemas.microsoft.com/office/drawing/2014/main" id="{5B5688A9-B301-3044-3B49-97FB706C9149}"/>
              </a:ext>
            </a:extLst>
          </p:cNvPr>
          <p:cNvGrpSpPr/>
          <p:nvPr/>
        </p:nvGrpSpPr>
        <p:grpSpPr>
          <a:xfrm>
            <a:off x="2911989" y="4713258"/>
            <a:ext cx="4606411" cy="1812463"/>
            <a:chOff x="2856571" y="3293460"/>
            <a:chExt cx="5646632" cy="2845042"/>
          </a:xfrm>
        </p:grpSpPr>
        <p:sp>
          <p:nvSpPr>
            <p:cNvPr id="6" name="TextBox 6">
              <a:extLst>
                <a:ext uri="{FF2B5EF4-FFF2-40B4-BE49-F238E27FC236}">
                  <a16:creationId xmlns:a16="http://schemas.microsoft.com/office/drawing/2014/main" id="{2CC2F230-D9F7-A81E-190D-6D0F6B15742E}"/>
                </a:ext>
              </a:extLst>
            </p:cNvPr>
            <p:cNvSpPr txBox="1"/>
            <p:nvPr/>
          </p:nvSpPr>
          <p:spPr>
            <a:xfrm>
              <a:off x="2856571" y="4202323"/>
              <a:ext cx="1825880" cy="821303"/>
            </a:xfrm>
            <a:prstGeom prst="rect">
              <a:avLst/>
            </a:prstGeom>
            <a:noFill/>
            <a:ln>
              <a:solidFill>
                <a:schemeClr val="tx1"/>
              </a:solidFill>
            </a:ln>
          </p:spPr>
          <p:txBody>
            <a:bodyPr wrap="square" rtlCol="0">
              <a:spAutoFit/>
            </a:bodyPr>
            <a:lstStyle/>
            <a:p>
              <a:pPr algn="ctr"/>
              <a:r>
                <a:rPr lang="en-GB" sz="1400" noProof="0" dirty="0"/>
                <a:t>Personal</a:t>
              </a:r>
            </a:p>
            <a:p>
              <a:pPr algn="ctr"/>
              <a:r>
                <a:rPr lang="en-GB" sz="1400" noProof="0" dirty="0"/>
                <a:t>characteristics</a:t>
              </a:r>
            </a:p>
          </p:txBody>
        </p:sp>
        <p:sp>
          <p:nvSpPr>
            <p:cNvPr id="7" name="TextBox 7">
              <a:extLst>
                <a:ext uri="{FF2B5EF4-FFF2-40B4-BE49-F238E27FC236}">
                  <a16:creationId xmlns:a16="http://schemas.microsoft.com/office/drawing/2014/main" id="{C8843D0D-73F1-97C8-E071-5E1592C8ED74}"/>
                </a:ext>
              </a:extLst>
            </p:cNvPr>
            <p:cNvSpPr txBox="1"/>
            <p:nvPr/>
          </p:nvSpPr>
          <p:spPr>
            <a:xfrm>
              <a:off x="5741416" y="3293460"/>
              <a:ext cx="2761787" cy="1154909"/>
            </a:xfrm>
            <a:prstGeom prst="flowChartConnector">
              <a:avLst/>
            </a:prstGeom>
            <a:noFill/>
            <a:ln>
              <a:solidFill>
                <a:schemeClr val="tx1"/>
              </a:solidFill>
            </a:ln>
          </p:spPr>
          <p:txBody>
            <a:bodyPr wrap="square" rtlCol="0">
              <a:spAutoFit/>
            </a:bodyPr>
            <a:lstStyle/>
            <a:p>
              <a:pPr algn="ctr"/>
              <a:r>
                <a:rPr lang="en-GB" sz="1400" noProof="0" dirty="0"/>
                <a:t>Socio-economic position</a:t>
              </a:r>
            </a:p>
          </p:txBody>
        </p:sp>
        <p:sp>
          <p:nvSpPr>
            <p:cNvPr id="8" name="TextBox 10">
              <a:extLst>
                <a:ext uri="{FF2B5EF4-FFF2-40B4-BE49-F238E27FC236}">
                  <a16:creationId xmlns:a16="http://schemas.microsoft.com/office/drawing/2014/main" id="{E7A5E420-885F-E514-0395-91FC239D5BBC}"/>
                </a:ext>
              </a:extLst>
            </p:cNvPr>
            <p:cNvSpPr txBox="1"/>
            <p:nvPr/>
          </p:nvSpPr>
          <p:spPr>
            <a:xfrm>
              <a:off x="5652607" y="4983592"/>
              <a:ext cx="2761785" cy="1154910"/>
            </a:xfrm>
            <a:prstGeom prst="flowChartConnector">
              <a:avLst/>
            </a:prstGeom>
            <a:noFill/>
            <a:ln>
              <a:solidFill>
                <a:schemeClr val="tx1"/>
              </a:solidFill>
            </a:ln>
          </p:spPr>
          <p:txBody>
            <a:bodyPr wrap="square" rtlCol="0">
              <a:spAutoFit/>
            </a:bodyPr>
            <a:lstStyle/>
            <a:p>
              <a:pPr algn="ctr"/>
              <a:r>
                <a:rPr lang="en-GB" sz="1400" noProof="0" dirty="0"/>
                <a:t>Health</a:t>
              </a:r>
            </a:p>
            <a:p>
              <a:pPr algn="ctr"/>
              <a:r>
                <a:rPr lang="en-GB" sz="1400" noProof="0" dirty="0"/>
                <a:t>behaviour</a:t>
              </a:r>
            </a:p>
          </p:txBody>
        </p:sp>
        <p:cxnSp>
          <p:nvCxnSpPr>
            <p:cNvPr id="9" name="Straight Arrow Connector 12">
              <a:extLst>
                <a:ext uri="{FF2B5EF4-FFF2-40B4-BE49-F238E27FC236}">
                  <a16:creationId xmlns:a16="http://schemas.microsoft.com/office/drawing/2014/main" id="{709912FD-4372-D0EA-8AFA-4D744E647598}"/>
                </a:ext>
              </a:extLst>
            </p:cNvPr>
            <p:cNvCxnSpPr>
              <a:cxnSpLocks/>
              <a:stCxn id="6" idx="3"/>
            </p:cNvCxnSpPr>
            <p:nvPr/>
          </p:nvCxnSpPr>
          <p:spPr>
            <a:xfrm flipV="1">
              <a:off x="4682451" y="3966131"/>
              <a:ext cx="970156" cy="646844"/>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13">
              <a:extLst>
                <a:ext uri="{FF2B5EF4-FFF2-40B4-BE49-F238E27FC236}">
                  <a16:creationId xmlns:a16="http://schemas.microsoft.com/office/drawing/2014/main" id="{E889329B-8E47-58A3-F747-ACEC8EE3EC23}"/>
                </a:ext>
              </a:extLst>
            </p:cNvPr>
            <p:cNvCxnSpPr>
              <a:cxnSpLocks/>
              <a:stCxn id="6" idx="3"/>
            </p:cNvCxnSpPr>
            <p:nvPr/>
          </p:nvCxnSpPr>
          <p:spPr>
            <a:xfrm>
              <a:off x="4682451" y="4612975"/>
              <a:ext cx="970156" cy="558846"/>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5">
              <a:extLst>
                <a:ext uri="{FF2B5EF4-FFF2-40B4-BE49-F238E27FC236}">
                  <a16:creationId xmlns:a16="http://schemas.microsoft.com/office/drawing/2014/main" id="{EE601747-A008-226F-F054-54208C5388ED}"/>
                </a:ext>
              </a:extLst>
            </p:cNvPr>
            <p:cNvCxnSpPr>
              <a:cxnSpLocks/>
            </p:cNvCxnSpPr>
            <p:nvPr/>
          </p:nvCxnSpPr>
          <p:spPr>
            <a:xfrm>
              <a:off x="7087739" y="4448370"/>
              <a:ext cx="0" cy="493179"/>
            </a:xfrm>
            <a:prstGeom prst="straightConnector1">
              <a:avLst/>
            </a:prstGeom>
            <a:ln w="12700">
              <a:solidFill>
                <a:srgbClr val="00B050"/>
              </a:solidFill>
              <a:prstDash val="dashDot"/>
              <a:tailEnd type="triangle"/>
            </a:ln>
          </p:spPr>
          <p:style>
            <a:lnRef idx="1">
              <a:schemeClr val="accent1"/>
            </a:lnRef>
            <a:fillRef idx="0">
              <a:schemeClr val="accent1"/>
            </a:fillRef>
            <a:effectRef idx="0">
              <a:schemeClr val="accent1"/>
            </a:effectRef>
            <a:fontRef idx="minor">
              <a:schemeClr val="tx1"/>
            </a:fontRef>
          </p:style>
        </p:cxnSp>
      </p:grpSp>
      <p:sp>
        <p:nvSpPr>
          <p:cNvPr id="19" name="Textfeld 18">
            <a:extLst>
              <a:ext uri="{FF2B5EF4-FFF2-40B4-BE49-F238E27FC236}">
                <a16:creationId xmlns:a16="http://schemas.microsoft.com/office/drawing/2014/main" id="{C6004BD9-B10C-454B-8BFB-0A2AC9C4FCCB}"/>
              </a:ext>
            </a:extLst>
          </p:cNvPr>
          <p:cNvSpPr txBox="1"/>
          <p:nvPr/>
        </p:nvSpPr>
        <p:spPr>
          <a:xfrm>
            <a:off x="434743" y="5282931"/>
            <a:ext cx="2199922" cy="646331"/>
          </a:xfrm>
          <a:prstGeom prst="rect">
            <a:avLst/>
          </a:prstGeom>
          <a:noFill/>
        </p:spPr>
        <p:txBody>
          <a:bodyPr wrap="square">
            <a:spAutoFit/>
          </a:bodyPr>
          <a:lstStyle/>
          <a:p>
            <a:r>
              <a:rPr lang="en-GB" sz="1200" noProof="0" dirty="0"/>
              <a:t>«cognitive skills», «self control», «resilience», «intelligence», «personality», etc.</a:t>
            </a:r>
          </a:p>
        </p:txBody>
      </p:sp>
      <p:sp>
        <p:nvSpPr>
          <p:cNvPr id="20" name="Geschweifte Klammer links 19">
            <a:extLst>
              <a:ext uri="{FF2B5EF4-FFF2-40B4-BE49-F238E27FC236}">
                <a16:creationId xmlns:a16="http://schemas.microsoft.com/office/drawing/2014/main" id="{2C213BE0-A7C3-82FA-0399-1E93CE93898A}"/>
              </a:ext>
            </a:extLst>
          </p:cNvPr>
          <p:cNvSpPr/>
          <p:nvPr/>
        </p:nvSpPr>
        <p:spPr>
          <a:xfrm>
            <a:off x="2550270" y="5347829"/>
            <a:ext cx="156844" cy="456123"/>
          </a:xfrm>
          <a:prstGeom prst="leftBrace">
            <a:avLst/>
          </a:prstGeom>
          <a:ln w="3175">
            <a:solidFill>
              <a:srgbClr val="0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noProof="0" dirty="0"/>
          </a:p>
        </p:txBody>
      </p:sp>
      <p:pic>
        <p:nvPicPr>
          <p:cNvPr id="22" name="Grafik 21">
            <a:extLst>
              <a:ext uri="{FF2B5EF4-FFF2-40B4-BE49-F238E27FC236}">
                <a16:creationId xmlns:a16="http://schemas.microsoft.com/office/drawing/2014/main" id="{A90E0BF2-F532-79FA-93ED-9C6DCC497C1E}"/>
              </a:ext>
            </a:extLst>
          </p:cNvPr>
          <p:cNvPicPr>
            <a:picLocks noChangeAspect="1"/>
          </p:cNvPicPr>
          <p:nvPr/>
        </p:nvPicPr>
        <p:blipFill>
          <a:blip r:embed="rId3"/>
          <a:stretch>
            <a:fillRect/>
          </a:stretch>
        </p:blipFill>
        <p:spPr>
          <a:xfrm>
            <a:off x="8828522" y="5041965"/>
            <a:ext cx="675212" cy="887297"/>
          </a:xfrm>
          <a:prstGeom prst="rect">
            <a:avLst/>
          </a:prstGeom>
        </p:spPr>
      </p:pic>
      <p:sp>
        <p:nvSpPr>
          <p:cNvPr id="23" name="Textfeld 22">
            <a:extLst>
              <a:ext uri="{FF2B5EF4-FFF2-40B4-BE49-F238E27FC236}">
                <a16:creationId xmlns:a16="http://schemas.microsoft.com/office/drawing/2014/main" id="{E42D2206-0DDC-32D1-59F1-6FA9D414A348}"/>
              </a:ext>
            </a:extLst>
          </p:cNvPr>
          <p:cNvSpPr txBox="1"/>
          <p:nvPr/>
        </p:nvSpPr>
        <p:spPr>
          <a:xfrm>
            <a:off x="9547507" y="5547746"/>
            <a:ext cx="1110774" cy="430887"/>
          </a:xfrm>
          <a:prstGeom prst="rect">
            <a:avLst/>
          </a:prstGeom>
          <a:noFill/>
        </p:spPr>
        <p:txBody>
          <a:bodyPr wrap="square">
            <a:spAutoFit/>
          </a:bodyPr>
          <a:lstStyle/>
          <a:p>
            <a:r>
              <a:rPr lang="en-GB" sz="1100" noProof="0" dirty="0"/>
              <a:t>Johan Mackenbach</a:t>
            </a:r>
          </a:p>
        </p:txBody>
      </p:sp>
      <p:pic>
        <p:nvPicPr>
          <p:cNvPr id="24" name="Picture 2">
            <a:extLst>
              <a:ext uri="{FF2B5EF4-FFF2-40B4-BE49-F238E27FC236}">
                <a16:creationId xmlns:a16="http://schemas.microsoft.com/office/drawing/2014/main" id="{2844BDDA-83F1-4FA3-E9E9-C3D46E9055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10917" y="3429000"/>
            <a:ext cx="692817" cy="1001435"/>
          </a:xfrm>
          <a:prstGeom prst="rect">
            <a:avLst/>
          </a:prstGeom>
          <a:noFill/>
          <a:extLst>
            <a:ext uri="{909E8E84-426E-40DD-AFC4-6F175D3DCCD1}">
              <a14:hiddenFill xmlns:a14="http://schemas.microsoft.com/office/drawing/2010/main">
                <a:solidFill>
                  <a:srgbClr val="FFFFFF"/>
                </a:solidFill>
              </a14:hiddenFill>
            </a:ext>
          </a:extLst>
        </p:spPr>
      </p:pic>
      <p:sp>
        <p:nvSpPr>
          <p:cNvPr id="25" name="Textfeld 24">
            <a:extLst>
              <a:ext uri="{FF2B5EF4-FFF2-40B4-BE49-F238E27FC236}">
                <a16:creationId xmlns:a16="http://schemas.microsoft.com/office/drawing/2014/main" id="{F2EAC20E-9E7E-0E0A-188E-859F6CC7EF65}"/>
              </a:ext>
            </a:extLst>
          </p:cNvPr>
          <p:cNvSpPr txBox="1"/>
          <p:nvPr/>
        </p:nvSpPr>
        <p:spPr>
          <a:xfrm>
            <a:off x="9501291" y="4090689"/>
            <a:ext cx="922869" cy="430887"/>
          </a:xfrm>
          <a:prstGeom prst="rect">
            <a:avLst/>
          </a:prstGeom>
          <a:noFill/>
        </p:spPr>
        <p:txBody>
          <a:bodyPr wrap="square">
            <a:spAutoFit/>
          </a:bodyPr>
          <a:lstStyle/>
          <a:p>
            <a:r>
              <a:rPr lang="en-GB" sz="1100" noProof="0" dirty="0"/>
              <a:t>Pierre Bourdieu</a:t>
            </a:r>
          </a:p>
        </p:txBody>
      </p:sp>
      <p:sp>
        <p:nvSpPr>
          <p:cNvPr id="12" name="Fußzeilenplatzhalter 4">
            <a:extLst>
              <a:ext uri="{FF2B5EF4-FFF2-40B4-BE49-F238E27FC236}">
                <a16:creationId xmlns:a16="http://schemas.microsoft.com/office/drawing/2014/main" id="{C4C228E3-9F63-8D60-4589-58AD87DCBBBA}"/>
              </a:ext>
            </a:extLst>
          </p:cNvPr>
          <p:cNvSpPr>
            <a:spLocks noGrp="1"/>
          </p:cNvSpPr>
          <p:nvPr>
            <p:ph type="ftr" sz="quarter" idx="11"/>
          </p:nvPr>
        </p:nvSpPr>
        <p:spPr>
          <a:xfrm>
            <a:off x="8014537" y="6417721"/>
            <a:ext cx="4176713" cy="216000"/>
          </a:xfrm>
        </p:spPr>
        <p:txBody>
          <a:bodyPr/>
          <a:lstStyle/>
          <a:p>
            <a:r>
              <a:rPr lang="en-GB" noProof="0" dirty="0"/>
              <a:t>Bartley &amp; Kelly-Irving 2025: </a:t>
            </a:r>
            <a:r>
              <a:rPr lang="en-GB" noProof="0" dirty="0" err="1"/>
              <a:t>ch.</a:t>
            </a:r>
            <a:r>
              <a:rPr lang="en-GB" noProof="0" dirty="0"/>
              <a:t> 4</a:t>
            </a:r>
          </a:p>
        </p:txBody>
      </p:sp>
    </p:spTree>
    <p:extLst>
      <p:ext uri="{BB962C8B-B14F-4D97-AF65-F5344CB8AC3E}">
        <p14:creationId xmlns:p14="http://schemas.microsoft.com/office/powerpoint/2010/main" val="39198081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AEF5C70-E3DA-5861-62E4-7010584741C2}"/>
              </a:ext>
            </a:extLst>
          </p:cNvPr>
          <p:cNvSpPr>
            <a:spLocks noGrp="1"/>
          </p:cNvSpPr>
          <p:nvPr>
            <p:ph type="title"/>
          </p:nvPr>
        </p:nvSpPr>
        <p:spPr/>
        <p:txBody>
          <a:bodyPr/>
          <a:lstStyle/>
          <a:p>
            <a:r>
              <a:rPr lang="en-GB" noProof="0" dirty="0"/>
              <a:t>(2) Materialist explanation</a:t>
            </a:r>
          </a:p>
        </p:txBody>
      </p:sp>
      <p:sp>
        <p:nvSpPr>
          <p:cNvPr id="3" name="Foliennummernplatzhalter 2">
            <a:extLst>
              <a:ext uri="{FF2B5EF4-FFF2-40B4-BE49-F238E27FC236}">
                <a16:creationId xmlns:a16="http://schemas.microsoft.com/office/drawing/2014/main" id="{AF9CA9B3-EF98-A5F2-7467-51FC437F094C}"/>
              </a:ext>
            </a:extLst>
          </p:cNvPr>
          <p:cNvSpPr>
            <a:spLocks noGrp="1"/>
          </p:cNvSpPr>
          <p:nvPr>
            <p:ph type="sldNum" sz="quarter" idx="12"/>
          </p:nvPr>
        </p:nvSpPr>
        <p:spPr/>
        <p:txBody>
          <a:bodyPr/>
          <a:lstStyle/>
          <a:p>
            <a:fld id="{0A6ABA92-B65E-42F5-BB28-73DA50746AED}" type="slidenum">
              <a:rPr lang="en-GB" noProof="0" smtClean="0"/>
              <a:t>8</a:t>
            </a:fld>
            <a:endParaRPr lang="en-GB" noProof="0" dirty="0"/>
          </a:p>
        </p:txBody>
      </p:sp>
      <p:sp>
        <p:nvSpPr>
          <p:cNvPr id="4" name="Textplatzhalter 3">
            <a:extLst>
              <a:ext uri="{FF2B5EF4-FFF2-40B4-BE49-F238E27FC236}">
                <a16:creationId xmlns:a16="http://schemas.microsoft.com/office/drawing/2014/main" id="{74F42D88-C865-E8E1-82D4-51FD6AAEA07B}"/>
              </a:ext>
            </a:extLst>
          </p:cNvPr>
          <p:cNvSpPr>
            <a:spLocks noGrp="1"/>
          </p:cNvSpPr>
          <p:nvPr>
            <p:ph type="body" sz="quarter" idx="13"/>
          </p:nvPr>
        </p:nvSpPr>
        <p:spPr>
          <a:xfrm>
            <a:off x="498789" y="1521881"/>
            <a:ext cx="8416501" cy="4656138"/>
          </a:xfrm>
        </p:spPr>
        <p:txBody>
          <a:bodyPr/>
          <a:lstStyle/>
          <a:p>
            <a:r>
              <a:rPr lang="en-GB" i="1" noProof="0" dirty="0"/>
              <a:t>“the … diffuse consequences of the class structure: poverty, work conditions … and deprivation in its various forms in the home and immediate environment, at work, in education and the upbringing of children and more generally in family and social life” </a:t>
            </a:r>
            <a:r>
              <a:rPr lang="en-GB" sz="1200" noProof="0" dirty="0"/>
              <a:t>(Black, Morris and Townsend 1982: 134)</a:t>
            </a:r>
          </a:p>
          <a:p>
            <a:endParaRPr lang="en-GB" sz="1600" noProof="0" dirty="0"/>
          </a:p>
          <a:p>
            <a:r>
              <a:rPr lang="en-GB" noProof="0" dirty="0"/>
              <a:t>Materialist explanation: health inequalities arise because social class shapes people’s </a:t>
            </a:r>
            <a:r>
              <a:rPr lang="en-GB" b="1" noProof="0" dirty="0">
                <a:latin typeface="+mj-lt"/>
              </a:rPr>
              <a:t>exposures</a:t>
            </a:r>
            <a:r>
              <a:rPr lang="en-GB" b="1" noProof="0" dirty="0"/>
              <a:t> </a:t>
            </a:r>
            <a:r>
              <a:rPr lang="en-GB" noProof="0" dirty="0"/>
              <a:t>and </a:t>
            </a:r>
            <a:r>
              <a:rPr lang="en-GB" b="1" noProof="0" dirty="0">
                <a:latin typeface="+mj-lt"/>
              </a:rPr>
              <a:t>resources</a:t>
            </a:r>
            <a:r>
              <a:rPr lang="en-GB" noProof="0" dirty="0">
                <a:latin typeface="+mj-lt"/>
              </a:rPr>
              <a:t> </a:t>
            </a:r>
            <a:r>
              <a:rPr lang="en-GB" noProof="0" dirty="0"/>
              <a:t>in everyday life, across many domains.</a:t>
            </a:r>
          </a:p>
        </p:txBody>
      </p:sp>
      <p:pic>
        <p:nvPicPr>
          <p:cNvPr id="1026" name="Picture 2" descr="Inequalities in Health: the Black Report (Pelican)">
            <a:extLst>
              <a:ext uri="{FF2B5EF4-FFF2-40B4-BE49-F238E27FC236}">
                <a16:creationId xmlns:a16="http://schemas.microsoft.com/office/drawing/2014/main" id="{ED4F2E0B-70BB-B217-AE8E-49799BF116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86804" y="722362"/>
            <a:ext cx="1290449" cy="2085493"/>
          </a:xfrm>
          <a:prstGeom prst="rect">
            <a:avLst/>
          </a:prstGeom>
          <a:noFill/>
          <a:extLst>
            <a:ext uri="{909E8E84-426E-40DD-AFC4-6F175D3DCCD1}">
              <a14:hiddenFill xmlns:a14="http://schemas.microsoft.com/office/drawing/2010/main">
                <a:solidFill>
                  <a:srgbClr val="FFFFFF"/>
                </a:solidFill>
              </a14:hiddenFill>
            </a:ext>
          </a:extLst>
        </p:spPr>
      </p:pic>
      <p:sp>
        <p:nvSpPr>
          <p:cNvPr id="5" name="Textfeld 4">
            <a:extLst>
              <a:ext uri="{FF2B5EF4-FFF2-40B4-BE49-F238E27FC236}">
                <a16:creationId xmlns:a16="http://schemas.microsoft.com/office/drawing/2014/main" id="{9678087E-7774-E742-6E06-D8D80D9749CC}"/>
              </a:ext>
            </a:extLst>
          </p:cNvPr>
          <p:cNvSpPr txBox="1"/>
          <p:nvPr/>
        </p:nvSpPr>
        <p:spPr>
          <a:xfrm>
            <a:off x="9243079" y="2807855"/>
            <a:ext cx="1505688" cy="430887"/>
          </a:xfrm>
          <a:prstGeom prst="rect">
            <a:avLst/>
          </a:prstGeom>
          <a:noFill/>
        </p:spPr>
        <p:txBody>
          <a:bodyPr wrap="square">
            <a:spAutoFit/>
          </a:bodyPr>
          <a:lstStyle/>
          <a:p>
            <a:r>
              <a:rPr lang="en-GB" sz="1100" noProof="0" dirty="0"/>
              <a:t>The Black Report (1982 edition)</a:t>
            </a:r>
          </a:p>
        </p:txBody>
      </p:sp>
      <p:graphicFrame>
        <p:nvGraphicFramePr>
          <p:cNvPr id="6" name="Diagramm 5">
            <a:extLst>
              <a:ext uri="{FF2B5EF4-FFF2-40B4-BE49-F238E27FC236}">
                <a16:creationId xmlns:a16="http://schemas.microsoft.com/office/drawing/2014/main" id="{40E06467-6623-21F3-FA79-CDEDF434C119}"/>
              </a:ext>
            </a:extLst>
          </p:cNvPr>
          <p:cNvGraphicFramePr/>
          <p:nvPr>
            <p:extLst>
              <p:ext uri="{D42A27DB-BD31-4B8C-83A1-F6EECF244321}">
                <p14:modId xmlns:p14="http://schemas.microsoft.com/office/powerpoint/2010/main" val="1562015680"/>
              </p:ext>
            </p:extLst>
          </p:nvPr>
        </p:nvGraphicFramePr>
        <p:xfrm>
          <a:off x="687962" y="3195784"/>
          <a:ext cx="8927093" cy="330257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Fußzeilenplatzhalter 4">
            <a:extLst>
              <a:ext uri="{FF2B5EF4-FFF2-40B4-BE49-F238E27FC236}">
                <a16:creationId xmlns:a16="http://schemas.microsoft.com/office/drawing/2014/main" id="{61BBC6B2-433D-758A-0BF7-C0695DB1BDF5}"/>
              </a:ext>
            </a:extLst>
          </p:cNvPr>
          <p:cNvSpPr>
            <a:spLocks noGrp="1"/>
          </p:cNvSpPr>
          <p:nvPr>
            <p:ph type="ftr" sz="quarter" idx="11"/>
          </p:nvPr>
        </p:nvSpPr>
        <p:spPr>
          <a:xfrm>
            <a:off x="5543550" y="6417721"/>
            <a:ext cx="4176713" cy="216000"/>
          </a:xfrm>
        </p:spPr>
        <p:txBody>
          <a:bodyPr/>
          <a:lstStyle/>
          <a:p>
            <a:r>
              <a:rPr lang="en-GB" noProof="0" dirty="0"/>
              <a:t>Bartley &amp; Kelly-Irving 2025: </a:t>
            </a:r>
            <a:r>
              <a:rPr lang="en-GB" noProof="0" dirty="0" err="1"/>
              <a:t>ch.</a:t>
            </a:r>
            <a:r>
              <a:rPr lang="en-GB" noProof="0" dirty="0"/>
              <a:t> 5</a:t>
            </a:r>
          </a:p>
        </p:txBody>
      </p:sp>
    </p:spTree>
    <p:extLst>
      <p:ext uri="{BB962C8B-B14F-4D97-AF65-F5344CB8AC3E}">
        <p14:creationId xmlns:p14="http://schemas.microsoft.com/office/powerpoint/2010/main" val="33739802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024BE71-58DB-DEF1-4C91-DB6C7A9B5FF5}"/>
              </a:ext>
            </a:extLst>
          </p:cNvPr>
          <p:cNvSpPr>
            <a:spLocks noGrp="1"/>
          </p:cNvSpPr>
          <p:nvPr>
            <p:ph type="title"/>
          </p:nvPr>
        </p:nvSpPr>
        <p:spPr/>
        <p:txBody>
          <a:bodyPr/>
          <a:lstStyle/>
          <a:p>
            <a:r>
              <a:rPr lang="en-GB" noProof="0" dirty="0"/>
              <a:t>(2) Materialist explanation – Main pathways</a:t>
            </a:r>
          </a:p>
        </p:txBody>
      </p:sp>
      <p:sp>
        <p:nvSpPr>
          <p:cNvPr id="3" name="Foliennummernplatzhalter 2">
            <a:extLst>
              <a:ext uri="{FF2B5EF4-FFF2-40B4-BE49-F238E27FC236}">
                <a16:creationId xmlns:a16="http://schemas.microsoft.com/office/drawing/2014/main" id="{26603BB7-F2FA-7847-D61D-147EB75137D2}"/>
              </a:ext>
            </a:extLst>
          </p:cNvPr>
          <p:cNvSpPr>
            <a:spLocks noGrp="1"/>
          </p:cNvSpPr>
          <p:nvPr>
            <p:ph type="sldNum" sz="quarter" idx="12"/>
          </p:nvPr>
        </p:nvSpPr>
        <p:spPr/>
        <p:txBody>
          <a:bodyPr/>
          <a:lstStyle/>
          <a:p>
            <a:fld id="{0A6ABA92-B65E-42F5-BB28-73DA50746AED}" type="slidenum">
              <a:rPr lang="en-GB" noProof="0" smtClean="0"/>
              <a:t>9</a:t>
            </a:fld>
            <a:endParaRPr lang="en-GB" noProof="0" dirty="0"/>
          </a:p>
        </p:txBody>
      </p:sp>
      <p:sp>
        <p:nvSpPr>
          <p:cNvPr id="4" name="Textplatzhalter 3">
            <a:extLst>
              <a:ext uri="{FF2B5EF4-FFF2-40B4-BE49-F238E27FC236}">
                <a16:creationId xmlns:a16="http://schemas.microsoft.com/office/drawing/2014/main" id="{9E61B25E-B72F-17D7-7252-91AA042A10F2}"/>
              </a:ext>
            </a:extLst>
          </p:cNvPr>
          <p:cNvSpPr>
            <a:spLocks noGrp="1"/>
          </p:cNvSpPr>
          <p:nvPr>
            <p:ph type="body" sz="quarter" idx="13"/>
          </p:nvPr>
        </p:nvSpPr>
        <p:spPr>
          <a:xfrm>
            <a:off x="500514" y="2237718"/>
            <a:ext cx="5096722" cy="3323983"/>
          </a:xfrm>
        </p:spPr>
        <p:txBody>
          <a:bodyPr/>
          <a:lstStyle/>
          <a:p>
            <a:r>
              <a:rPr lang="en-GB" b="1" noProof="0" dirty="0">
                <a:latin typeface="+mj-lt"/>
              </a:rPr>
              <a:t>Income &amp; poverty</a:t>
            </a:r>
            <a:endParaRPr lang="en-GB" noProof="0" dirty="0">
              <a:latin typeface="+mj-lt"/>
            </a:endParaRPr>
          </a:p>
          <a:p>
            <a:pPr lvl="1"/>
            <a:r>
              <a:rPr lang="en-GB" noProof="0" dirty="0"/>
              <a:t>(Lack of) resources…</a:t>
            </a:r>
          </a:p>
          <a:p>
            <a:pPr marL="252000" lvl="3" indent="0">
              <a:buNone/>
            </a:pPr>
            <a:r>
              <a:rPr lang="en-GB" noProof="0" dirty="0"/>
              <a:t>…in </a:t>
            </a:r>
            <a:r>
              <a:rPr lang="en-GB" i="1" noProof="0" dirty="0"/>
              <a:t>absolute </a:t>
            </a:r>
            <a:r>
              <a:rPr lang="en-GB" noProof="0" dirty="0"/>
              <a:t>terms: money to “buy things” (food, housing, health care, etc.)</a:t>
            </a:r>
          </a:p>
          <a:p>
            <a:pPr marL="252000" lvl="3" indent="0">
              <a:buNone/>
            </a:pPr>
            <a:r>
              <a:rPr lang="en-GB" i="1" noProof="0" dirty="0"/>
              <a:t>…relative </a:t>
            </a:r>
            <a:r>
              <a:rPr lang="en-GB" noProof="0" dirty="0"/>
              <a:t>deprivation</a:t>
            </a:r>
          </a:p>
          <a:p>
            <a:pPr marL="252000" lvl="3" indent="0">
              <a:buNone/>
            </a:pPr>
            <a:endParaRPr lang="en-GB" sz="800" noProof="0" dirty="0"/>
          </a:p>
          <a:p>
            <a:r>
              <a:rPr lang="en-GB" b="1" noProof="0" dirty="0">
                <a:latin typeface="+mj-lt"/>
              </a:rPr>
              <a:t>Work &amp; occupational exposures</a:t>
            </a:r>
            <a:endParaRPr lang="en-GB" noProof="0" dirty="0">
              <a:latin typeface="+mj-lt"/>
            </a:endParaRPr>
          </a:p>
          <a:p>
            <a:pPr lvl="1"/>
            <a:r>
              <a:rPr lang="en-GB" noProof="0" dirty="0"/>
              <a:t>Dangerous, insecure, physically demanding jobs</a:t>
            </a:r>
          </a:p>
          <a:p>
            <a:pPr lvl="1"/>
            <a:r>
              <a:rPr lang="en-GB" noProof="0" dirty="0"/>
              <a:t>Exposure to chemicals, dusts, injuries</a:t>
            </a:r>
          </a:p>
          <a:p>
            <a:pPr marL="0" lvl="1" indent="0">
              <a:buNone/>
            </a:pPr>
            <a:endParaRPr lang="en-GB" sz="800" noProof="0" dirty="0"/>
          </a:p>
          <a:p>
            <a:pPr marL="0" lvl="1" indent="0">
              <a:buNone/>
            </a:pPr>
            <a:r>
              <a:rPr lang="en-GB" b="1" noProof="0" dirty="0">
                <a:latin typeface="+mj-lt"/>
              </a:rPr>
              <a:t>Housing &amp; living environment</a:t>
            </a:r>
            <a:endParaRPr lang="en-GB" noProof="0" dirty="0">
              <a:latin typeface="+mj-lt"/>
            </a:endParaRPr>
          </a:p>
          <a:p>
            <a:pPr lvl="1"/>
            <a:r>
              <a:rPr lang="en-GB" noProof="0" dirty="0"/>
              <a:t>Cold, damp, mould</a:t>
            </a:r>
          </a:p>
          <a:p>
            <a:pPr lvl="1"/>
            <a:r>
              <a:rPr lang="en-GB" noProof="0" dirty="0"/>
              <a:t>Crowding</a:t>
            </a:r>
          </a:p>
          <a:p>
            <a:pPr lvl="1"/>
            <a:r>
              <a:rPr lang="en-GB" noProof="0" dirty="0"/>
              <a:t>Neighbourhood pollution/noise, traffic</a:t>
            </a:r>
          </a:p>
          <a:p>
            <a:endParaRPr lang="en-GB" noProof="0" dirty="0"/>
          </a:p>
        </p:txBody>
      </p:sp>
      <p:sp>
        <p:nvSpPr>
          <p:cNvPr id="6" name="Geschweifte Klammer rechts 5">
            <a:extLst>
              <a:ext uri="{FF2B5EF4-FFF2-40B4-BE49-F238E27FC236}">
                <a16:creationId xmlns:a16="http://schemas.microsoft.com/office/drawing/2014/main" id="{6C257943-7B90-7755-3BF2-B21BD8463E33}"/>
              </a:ext>
            </a:extLst>
          </p:cNvPr>
          <p:cNvSpPr/>
          <p:nvPr/>
        </p:nvSpPr>
        <p:spPr>
          <a:xfrm>
            <a:off x="5865091" y="2567709"/>
            <a:ext cx="323273" cy="3805382"/>
          </a:xfrm>
          <a:prstGeom prst="rightBrace">
            <a:avLst/>
          </a:prstGeom>
          <a:ln w="19050">
            <a:solidFill>
              <a:srgbClr val="0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noProof="0" dirty="0"/>
          </a:p>
        </p:txBody>
      </p:sp>
      <p:sp>
        <p:nvSpPr>
          <p:cNvPr id="7" name="Textplatzhalter 3">
            <a:extLst>
              <a:ext uri="{FF2B5EF4-FFF2-40B4-BE49-F238E27FC236}">
                <a16:creationId xmlns:a16="http://schemas.microsoft.com/office/drawing/2014/main" id="{E099DC04-B68C-C4A2-883D-6A9605C67E06}"/>
              </a:ext>
            </a:extLst>
          </p:cNvPr>
          <p:cNvSpPr txBox="1">
            <a:spLocks/>
          </p:cNvSpPr>
          <p:nvPr/>
        </p:nvSpPr>
        <p:spPr>
          <a:xfrm>
            <a:off x="6456219" y="2598668"/>
            <a:ext cx="3870036" cy="3104917"/>
          </a:xfrm>
          <a:prstGeom prst="rect">
            <a:avLst/>
          </a:prstGeom>
          <a:solidFill>
            <a:schemeClr val="accent5">
              <a:lumMod val="20000"/>
              <a:lumOff val="80000"/>
            </a:schemeClr>
          </a:solidFill>
        </p:spPr>
        <p:txBody>
          <a:bodyPr vert="horz" lIns="0" tIns="0" rIns="0" bIns="0" rtlCol="0">
            <a:noAutofit/>
          </a:bodyPr>
          <a:lstStyle>
            <a:lvl1pPr marL="0" indent="0" algn="l" defTabSz="864000" rtl="0" eaLnBrk="1" latinLnBrk="0" hangingPunct="1">
              <a:lnSpc>
                <a:spcPct val="105000"/>
              </a:lnSpc>
              <a:spcBef>
                <a:spcPts val="200"/>
              </a:spcBef>
              <a:spcAft>
                <a:spcPts val="100"/>
              </a:spcAft>
              <a:buFont typeface="Arial" panose="020B0604020202020204" pitchFamily="34" charset="0"/>
              <a:buNone/>
              <a:defRPr sz="1800" kern="1200">
                <a:solidFill>
                  <a:srgbClr val="000000"/>
                </a:solidFill>
                <a:latin typeface="+mn-lt"/>
                <a:ea typeface="+mn-ea"/>
                <a:cs typeface="+mn-cs"/>
              </a:defRPr>
            </a:lvl1pPr>
            <a:lvl2pPr marL="216000" indent="-216000" algn="l" defTabSz="864000" rtl="0" eaLnBrk="1" latinLnBrk="0" hangingPunct="1">
              <a:lnSpc>
                <a:spcPct val="105000"/>
              </a:lnSpc>
              <a:spcBef>
                <a:spcPts val="200"/>
              </a:spcBef>
              <a:spcAft>
                <a:spcPts val="100"/>
              </a:spcAft>
              <a:buFont typeface="Arial" panose="020B0604020202020204" pitchFamily="34" charset="0"/>
              <a:buChar char="–"/>
              <a:defRPr sz="1800" kern="1200">
                <a:solidFill>
                  <a:srgbClr val="000000"/>
                </a:solidFill>
                <a:latin typeface="+mn-lt"/>
                <a:ea typeface="+mn-ea"/>
                <a:cs typeface="+mn-cs"/>
              </a:defRPr>
            </a:lvl2pPr>
            <a:lvl3pPr marL="198000" indent="-270000" algn="l" defTabSz="864000" rtl="0" eaLnBrk="1" latinLnBrk="0" hangingPunct="1">
              <a:lnSpc>
                <a:spcPct val="105000"/>
              </a:lnSpc>
              <a:spcBef>
                <a:spcPts val="600"/>
              </a:spcBef>
              <a:spcAft>
                <a:spcPts val="100"/>
              </a:spcAft>
              <a:buFont typeface="+mj-lt"/>
              <a:buAutoNum type="arabicPeriod"/>
              <a:defRPr sz="1800" kern="1200">
                <a:solidFill>
                  <a:srgbClr val="000000"/>
                </a:solidFill>
                <a:latin typeface="+mn-lt"/>
                <a:ea typeface="+mn-ea"/>
                <a:cs typeface="+mn-cs"/>
              </a:defRPr>
            </a:lvl3pPr>
            <a:lvl4pPr marL="432000" indent="-180000" algn="l" defTabSz="864000" rtl="0" eaLnBrk="1" latinLnBrk="0" hangingPunct="1">
              <a:lnSpc>
                <a:spcPct val="105000"/>
              </a:lnSpc>
              <a:spcBef>
                <a:spcPts val="200"/>
              </a:spcBef>
              <a:spcAft>
                <a:spcPts val="100"/>
              </a:spcAft>
              <a:buFont typeface="Wingdings" panose="05000000000000000000" pitchFamily="2" charset="2"/>
              <a:buChar char="§"/>
              <a:defRPr sz="1800" kern="1200">
                <a:solidFill>
                  <a:srgbClr val="000000"/>
                </a:solidFill>
                <a:latin typeface="+mn-lt"/>
                <a:ea typeface="+mn-ea"/>
                <a:cs typeface="+mn-cs"/>
              </a:defRPr>
            </a:lvl4pPr>
            <a:lvl5pPr marL="648000" indent="-180000" algn="l" defTabSz="864000" rtl="0" eaLnBrk="1" latinLnBrk="0" hangingPunct="1">
              <a:lnSpc>
                <a:spcPct val="105000"/>
              </a:lnSpc>
              <a:spcBef>
                <a:spcPts val="200"/>
              </a:spcBef>
              <a:spcAft>
                <a:spcPts val="100"/>
              </a:spcAft>
              <a:buFont typeface="Courier New" panose="02070309020205020404" pitchFamily="49" charset="0"/>
              <a:buChar char="o"/>
              <a:defRPr sz="1800" kern="1200">
                <a:solidFill>
                  <a:srgbClr val="000000"/>
                </a:solidFill>
                <a:latin typeface="+mn-lt"/>
                <a:ea typeface="+mn-ea"/>
                <a:cs typeface="+mn-cs"/>
              </a:defRPr>
            </a:lvl5pPr>
            <a:lvl6pPr marL="864000" indent="-180000" algn="l" defTabSz="864000" rtl="0" eaLnBrk="1" latinLnBrk="0" hangingPunct="1">
              <a:lnSpc>
                <a:spcPct val="105000"/>
              </a:lnSpc>
              <a:spcBef>
                <a:spcPts val="200"/>
              </a:spcBef>
              <a:spcAft>
                <a:spcPts val="100"/>
              </a:spcAft>
              <a:buFont typeface="Arial" panose="020B0604020202020204" pitchFamily="34" charset="0"/>
              <a:buChar char="–"/>
              <a:defRPr sz="1800" kern="1200">
                <a:solidFill>
                  <a:srgbClr val="000000"/>
                </a:solidFill>
                <a:latin typeface="+mn-lt"/>
                <a:ea typeface="+mn-ea"/>
                <a:cs typeface="+mn-cs"/>
              </a:defRPr>
            </a:lvl6pPr>
            <a:lvl7pPr marL="1080000" indent="-216000" algn="l" defTabSz="864000" rtl="0" eaLnBrk="1" latinLnBrk="0" hangingPunct="1">
              <a:lnSpc>
                <a:spcPct val="105000"/>
              </a:lnSpc>
              <a:spcBef>
                <a:spcPts val="200"/>
              </a:spcBef>
              <a:spcAft>
                <a:spcPts val="100"/>
              </a:spcAft>
              <a:buFont typeface="Arial" panose="020B0604020202020204" pitchFamily="34" charset="0"/>
              <a:buChar char="–"/>
              <a:defRPr sz="1400" kern="1200">
                <a:solidFill>
                  <a:srgbClr val="000000"/>
                </a:solidFill>
                <a:latin typeface="+mn-lt"/>
                <a:ea typeface="+mn-ea"/>
                <a:cs typeface="+mn-cs"/>
              </a:defRPr>
            </a:lvl7pPr>
            <a:lvl8pPr marL="1296000" indent="-216000" algn="l" defTabSz="864000" rtl="0" eaLnBrk="1" latinLnBrk="0" hangingPunct="1">
              <a:lnSpc>
                <a:spcPct val="105000"/>
              </a:lnSpc>
              <a:spcBef>
                <a:spcPts val="200"/>
              </a:spcBef>
              <a:spcAft>
                <a:spcPts val="100"/>
              </a:spcAft>
              <a:buFont typeface="Arial" panose="020B0604020202020204" pitchFamily="34" charset="0"/>
              <a:buChar char="–"/>
              <a:defRPr sz="1400" kern="1200">
                <a:solidFill>
                  <a:srgbClr val="000000"/>
                </a:solidFill>
                <a:latin typeface="+mn-lt"/>
                <a:ea typeface="+mn-ea"/>
                <a:cs typeface="+mn-cs"/>
              </a:defRPr>
            </a:lvl8pPr>
            <a:lvl9pPr marL="1512000" indent="-216000" algn="l" defTabSz="864000" rtl="0" eaLnBrk="1" latinLnBrk="0" hangingPunct="1">
              <a:lnSpc>
                <a:spcPct val="105000"/>
              </a:lnSpc>
              <a:spcBef>
                <a:spcPts val="200"/>
              </a:spcBef>
              <a:spcAft>
                <a:spcPts val="100"/>
              </a:spcAft>
              <a:buFont typeface="Arial" panose="020B0604020202020204" pitchFamily="34" charset="0"/>
              <a:buChar char="–"/>
              <a:defRPr sz="1400" kern="1200">
                <a:solidFill>
                  <a:srgbClr val="000000"/>
                </a:solidFill>
                <a:latin typeface="+mn-lt"/>
                <a:ea typeface="+mn-ea"/>
                <a:cs typeface="+mn-cs"/>
              </a:defRPr>
            </a:lvl9pPr>
          </a:lstStyle>
          <a:p>
            <a:r>
              <a:rPr lang="en-GB" b="1" noProof="0" dirty="0">
                <a:latin typeface="+mj-lt"/>
              </a:rPr>
              <a:t>Accumulation of risks</a:t>
            </a:r>
          </a:p>
          <a:p>
            <a:r>
              <a:rPr lang="en-GB" dirty="0"/>
              <a:t>For example: </a:t>
            </a:r>
            <a:r>
              <a:rPr lang="en-GB" noProof="0" dirty="0"/>
              <a:t>low income + poor housing + hazardous work + polluted neighbourhood</a:t>
            </a:r>
          </a:p>
          <a:p>
            <a:endParaRPr lang="en-GB" sz="800" noProof="0" dirty="0"/>
          </a:p>
          <a:p>
            <a:r>
              <a:rPr lang="en-GB" b="1" noProof="0" dirty="0">
                <a:latin typeface="+mj-lt"/>
              </a:rPr>
              <a:t>Cumulative disadvantage across the life course</a:t>
            </a:r>
          </a:p>
          <a:p>
            <a:endParaRPr lang="en-GB" sz="800" noProof="0" dirty="0"/>
          </a:p>
          <a:p>
            <a:r>
              <a:rPr lang="en-GB" b="1" dirty="0">
                <a:latin typeface="+mj-lt"/>
              </a:rPr>
              <a:t>Power as a “fundamental cause”</a:t>
            </a:r>
          </a:p>
          <a:p>
            <a:r>
              <a:rPr lang="en-GB" dirty="0"/>
              <a:t>Not just money: power to avoid risks, claim safer jobs, “life chances”</a:t>
            </a:r>
            <a:endParaRPr lang="en-GB" noProof="0" dirty="0"/>
          </a:p>
          <a:p>
            <a:endParaRPr lang="en-GB" noProof="0" dirty="0"/>
          </a:p>
        </p:txBody>
      </p:sp>
      <p:sp>
        <p:nvSpPr>
          <p:cNvPr id="8" name="Geschweifte Klammer rechts 7">
            <a:extLst>
              <a:ext uri="{FF2B5EF4-FFF2-40B4-BE49-F238E27FC236}">
                <a16:creationId xmlns:a16="http://schemas.microsoft.com/office/drawing/2014/main" id="{EB73AA5C-AE7D-2E0C-5FD0-113CDD7969A6}"/>
              </a:ext>
            </a:extLst>
          </p:cNvPr>
          <p:cNvSpPr/>
          <p:nvPr/>
        </p:nvSpPr>
        <p:spPr>
          <a:xfrm rot="5400000">
            <a:off x="8197799" y="3841935"/>
            <a:ext cx="373943" cy="4078777"/>
          </a:xfrm>
          <a:prstGeom prst="rightBrace">
            <a:avLst/>
          </a:prstGeom>
          <a:ln w="19050">
            <a:solidFill>
              <a:srgbClr val="0068B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noProof="0" dirty="0"/>
          </a:p>
        </p:txBody>
      </p:sp>
      <p:sp>
        <p:nvSpPr>
          <p:cNvPr id="10" name="Textfeld 9">
            <a:extLst>
              <a:ext uri="{FF2B5EF4-FFF2-40B4-BE49-F238E27FC236}">
                <a16:creationId xmlns:a16="http://schemas.microsoft.com/office/drawing/2014/main" id="{46732F05-935A-5B0B-BD8F-608F2093EBB0}"/>
              </a:ext>
            </a:extLst>
          </p:cNvPr>
          <p:cNvSpPr txBox="1"/>
          <p:nvPr/>
        </p:nvSpPr>
        <p:spPr>
          <a:xfrm>
            <a:off x="7269019" y="6022113"/>
            <a:ext cx="2740602" cy="400110"/>
          </a:xfrm>
          <a:prstGeom prst="rect">
            <a:avLst/>
          </a:prstGeom>
          <a:noFill/>
        </p:spPr>
        <p:txBody>
          <a:bodyPr wrap="square">
            <a:spAutoFit/>
          </a:bodyPr>
          <a:lstStyle/>
          <a:p>
            <a:r>
              <a:rPr lang="en-GB" sz="2000" b="1" dirty="0">
                <a:solidFill>
                  <a:srgbClr val="0068B4"/>
                </a:solidFill>
                <a:latin typeface="+mj-lt"/>
              </a:rPr>
              <a:t>Stronger gradients</a:t>
            </a:r>
          </a:p>
        </p:txBody>
      </p:sp>
      <p:graphicFrame>
        <p:nvGraphicFramePr>
          <p:cNvPr id="11" name="Diagramm 10">
            <a:extLst>
              <a:ext uri="{FF2B5EF4-FFF2-40B4-BE49-F238E27FC236}">
                <a16:creationId xmlns:a16="http://schemas.microsoft.com/office/drawing/2014/main" id="{AFF2B16F-0A2E-F898-9B14-78338226650E}"/>
              </a:ext>
            </a:extLst>
          </p:cNvPr>
          <p:cNvGraphicFramePr/>
          <p:nvPr>
            <p:extLst>
              <p:ext uri="{D42A27DB-BD31-4B8C-83A1-F6EECF244321}">
                <p14:modId xmlns:p14="http://schemas.microsoft.com/office/powerpoint/2010/main" val="201024804"/>
              </p:ext>
            </p:extLst>
          </p:nvPr>
        </p:nvGraphicFramePr>
        <p:xfrm>
          <a:off x="2980962" y="1269643"/>
          <a:ext cx="5768257" cy="8406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Fußzeilenplatzhalter 4">
            <a:extLst>
              <a:ext uri="{FF2B5EF4-FFF2-40B4-BE49-F238E27FC236}">
                <a16:creationId xmlns:a16="http://schemas.microsoft.com/office/drawing/2014/main" id="{54429CAC-95D7-5125-CBB7-4926345F228F}"/>
              </a:ext>
            </a:extLst>
          </p:cNvPr>
          <p:cNvSpPr>
            <a:spLocks noGrp="1"/>
          </p:cNvSpPr>
          <p:nvPr>
            <p:ph type="ftr" sz="quarter" idx="11"/>
          </p:nvPr>
        </p:nvSpPr>
        <p:spPr>
          <a:xfrm>
            <a:off x="5543550" y="6417721"/>
            <a:ext cx="4176713" cy="216000"/>
          </a:xfrm>
        </p:spPr>
        <p:txBody>
          <a:bodyPr/>
          <a:lstStyle/>
          <a:p>
            <a:r>
              <a:rPr lang="en-GB" noProof="0" dirty="0"/>
              <a:t>Bartley &amp; Kelly-Irving 2025: </a:t>
            </a:r>
            <a:r>
              <a:rPr lang="en-GB" noProof="0" dirty="0" err="1"/>
              <a:t>ch.</a:t>
            </a:r>
            <a:r>
              <a:rPr lang="en-GB" noProof="0" dirty="0"/>
              <a:t> 5</a:t>
            </a:r>
          </a:p>
        </p:txBody>
      </p:sp>
    </p:spTree>
    <p:extLst>
      <p:ext uri="{BB962C8B-B14F-4D97-AF65-F5344CB8AC3E}">
        <p14:creationId xmlns:p14="http://schemas.microsoft.com/office/powerpoint/2010/main" val="2174658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041059C-1755-68DF-387C-8CAD863F7C49}"/>
              </a:ext>
            </a:extLst>
          </p:cNvPr>
          <p:cNvSpPr>
            <a:spLocks noGrp="1"/>
          </p:cNvSpPr>
          <p:nvPr>
            <p:ph type="title"/>
          </p:nvPr>
        </p:nvSpPr>
        <p:spPr/>
        <p:txBody>
          <a:bodyPr/>
          <a:lstStyle/>
          <a:p>
            <a:r>
              <a:rPr lang="en-GB" dirty="0"/>
              <a:t>(3) Psychosocial factors</a:t>
            </a:r>
          </a:p>
        </p:txBody>
      </p:sp>
      <p:sp>
        <p:nvSpPr>
          <p:cNvPr id="3" name="Foliennummernplatzhalter 2">
            <a:extLst>
              <a:ext uri="{FF2B5EF4-FFF2-40B4-BE49-F238E27FC236}">
                <a16:creationId xmlns:a16="http://schemas.microsoft.com/office/drawing/2014/main" id="{B0DC63B2-75E6-7E8A-4427-F1C70910F3EB}"/>
              </a:ext>
            </a:extLst>
          </p:cNvPr>
          <p:cNvSpPr>
            <a:spLocks noGrp="1"/>
          </p:cNvSpPr>
          <p:nvPr>
            <p:ph type="sldNum" sz="quarter" idx="12"/>
          </p:nvPr>
        </p:nvSpPr>
        <p:spPr/>
        <p:txBody>
          <a:bodyPr/>
          <a:lstStyle/>
          <a:p>
            <a:fld id="{0A6ABA92-B65E-42F5-BB28-73DA50746AED}" type="slidenum">
              <a:rPr lang="en-GB" smtClean="0"/>
              <a:t>10</a:t>
            </a:fld>
            <a:endParaRPr lang="en-GB" dirty="0"/>
          </a:p>
        </p:txBody>
      </p:sp>
      <p:sp>
        <p:nvSpPr>
          <p:cNvPr id="4" name="Textplatzhalter 3">
            <a:extLst>
              <a:ext uri="{FF2B5EF4-FFF2-40B4-BE49-F238E27FC236}">
                <a16:creationId xmlns:a16="http://schemas.microsoft.com/office/drawing/2014/main" id="{F9AE3554-5B37-68DD-B6CD-20BFFC86CFD8}"/>
              </a:ext>
            </a:extLst>
          </p:cNvPr>
          <p:cNvSpPr>
            <a:spLocks noGrp="1"/>
          </p:cNvSpPr>
          <p:nvPr>
            <p:ph type="body" sz="quarter" idx="13"/>
          </p:nvPr>
        </p:nvSpPr>
        <p:spPr>
          <a:xfrm>
            <a:off x="498789" y="1521881"/>
            <a:ext cx="9586070" cy="4656138"/>
          </a:xfrm>
        </p:spPr>
        <p:txBody>
          <a:bodyPr/>
          <a:lstStyle/>
          <a:p>
            <a:r>
              <a:rPr lang="en-GB" i="1" dirty="0"/>
              <a:t>“the way social inequality makes people feel, and how these feelings may</a:t>
            </a:r>
            <a:br>
              <a:rPr lang="en-GB" i="1" dirty="0"/>
            </a:br>
            <a:r>
              <a:rPr lang="en-GB" i="1" dirty="0"/>
              <a:t>themselves alter body chemistry” </a:t>
            </a:r>
            <a:r>
              <a:rPr lang="en-GB" sz="1200" dirty="0"/>
              <a:t>(Bartley &amp; Kelly-Irving 2025: 112)</a:t>
            </a:r>
            <a:endParaRPr lang="en-GB" dirty="0"/>
          </a:p>
          <a:p>
            <a:endParaRPr lang="en-GB" dirty="0"/>
          </a:p>
          <a:p>
            <a:r>
              <a:rPr lang="en-GB" dirty="0"/>
              <a:t>Wilkinson &amp; Picket (2009): how inequality gets “under our skin”</a:t>
            </a:r>
          </a:p>
          <a:p>
            <a:endParaRPr lang="en-GB" dirty="0"/>
          </a:p>
          <a:p>
            <a:r>
              <a:rPr lang="en-GB" dirty="0"/>
              <a:t>Core idea: chronic stressors at home, at work, or in communities (e.g. social isolation, job strain, inequality) trigger </a:t>
            </a:r>
            <a:r>
              <a:rPr lang="en-GB" b="1" dirty="0">
                <a:latin typeface="+mj-lt"/>
              </a:rPr>
              <a:t>psychological responses that alter biology via stress systems</a:t>
            </a:r>
          </a:p>
          <a:p>
            <a:pPr lvl="1"/>
            <a:r>
              <a:rPr lang="en-GB" dirty="0"/>
              <a:t>Evolutionary biological roots: responses to external threats (e.g. “fight-or-flight” response)</a:t>
            </a:r>
          </a:p>
          <a:p>
            <a:pPr lvl="1"/>
            <a:r>
              <a:rPr lang="en-GB" b="1" dirty="0">
                <a:latin typeface="+mj-lt"/>
              </a:rPr>
              <a:t>“Allostatic load” </a:t>
            </a:r>
            <a:r>
              <a:rPr lang="en-GB" dirty="0">
                <a:sym typeface="Wingdings" panose="05000000000000000000" pitchFamily="2" charset="2"/>
              </a:rPr>
              <a:t></a:t>
            </a:r>
            <a:r>
              <a:rPr lang="en-GB" dirty="0"/>
              <a:t> “the wear and tear on the body“ </a:t>
            </a:r>
            <a:r>
              <a:rPr lang="en-GB" sz="1200" dirty="0"/>
              <a:t>(McEwen 1998)</a:t>
            </a:r>
            <a:r>
              <a:rPr lang="en-GB" dirty="0"/>
              <a:t>, the cumulative burden of chronic stress and life events </a:t>
            </a:r>
            <a:r>
              <a:rPr lang="en-GB" dirty="0">
                <a:sym typeface="Wingdings" panose="05000000000000000000" pitchFamily="2" charset="2"/>
              </a:rPr>
              <a:t> strong links to disease / health outcomes</a:t>
            </a:r>
            <a:endParaRPr lang="en-GB" dirty="0"/>
          </a:p>
          <a:p>
            <a:endParaRPr lang="en-GB" dirty="0"/>
          </a:p>
        </p:txBody>
      </p:sp>
      <p:pic>
        <p:nvPicPr>
          <p:cNvPr id="5" name="Picture 2" descr="The Spirit Level eBook by Kate Pickett - 9780141921150 | Rakuten Kobo Greece">
            <a:extLst>
              <a:ext uri="{FF2B5EF4-FFF2-40B4-BE49-F238E27FC236}">
                <a16:creationId xmlns:a16="http://schemas.microsoft.com/office/drawing/2014/main" id="{3C7D11B8-8A74-F869-CEB8-0F7FDEB63F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33164" y="269054"/>
            <a:ext cx="1769745" cy="2704385"/>
          </a:xfrm>
          <a:prstGeom prst="rect">
            <a:avLst/>
          </a:prstGeom>
          <a:noFill/>
          <a:extLst>
            <a:ext uri="{909E8E84-426E-40DD-AFC4-6F175D3DCCD1}">
              <a14:hiddenFill xmlns:a14="http://schemas.microsoft.com/office/drawing/2010/main">
                <a:solidFill>
                  <a:srgbClr val="FFFFFF"/>
                </a:solidFill>
              </a14:hiddenFill>
            </a:ext>
          </a:extLst>
        </p:spPr>
      </p:pic>
      <p:sp>
        <p:nvSpPr>
          <p:cNvPr id="6" name="Fußzeilenplatzhalter 4">
            <a:extLst>
              <a:ext uri="{FF2B5EF4-FFF2-40B4-BE49-F238E27FC236}">
                <a16:creationId xmlns:a16="http://schemas.microsoft.com/office/drawing/2014/main" id="{3607B6B4-3DDF-1217-EFE5-14521AB66EF0}"/>
              </a:ext>
            </a:extLst>
          </p:cNvPr>
          <p:cNvSpPr>
            <a:spLocks noGrp="1"/>
          </p:cNvSpPr>
          <p:nvPr>
            <p:ph type="ftr" sz="quarter" idx="11"/>
          </p:nvPr>
        </p:nvSpPr>
        <p:spPr>
          <a:xfrm>
            <a:off x="5543550" y="6417721"/>
            <a:ext cx="4176713" cy="216000"/>
          </a:xfrm>
        </p:spPr>
        <p:txBody>
          <a:bodyPr/>
          <a:lstStyle/>
          <a:p>
            <a:r>
              <a:rPr lang="en-GB" noProof="0" dirty="0"/>
              <a:t>Bartley &amp; Kelly-Irving 2025: </a:t>
            </a:r>
            <a:r>
              <a:rPr lang="en-GB" noProof="0" dirty="0" err="1"/>
              <a:t>ch.</a:t>
            </a:r>
            <a:r>
              <a:rPr lang="en-GB" noProof="0" dirty="0"/>
              <a:t> 6</a:t>
            </a:r>
          </a:p>
        </p:txBody>
      </p:sp>
    </p:spTree>
    <p:extLst>
      <p:ext uri="{BB962C8B-B14F-4D97-AF65-F5344CB8AC3E}">
        <p14:creationId xmlns:p14="http://schemas.microsoft.com/office/powerpoint/2010/main" val="3070472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5DC5296-B9DC-5290-7A4A-7C325BC1265A}"/>
              </a:ext>
            </a:extLst>
          </p:cNvPr>
          <p:cNvSpPr>
            <a:spLocks noGrp="1"/>
          </p:cNvSpPr>
          <p:nvPr>
            <p:ph type="title"/>
          </p:nvPr>
        </p:nvSpPr>
        <p:spPr/>
        <p:txBody>
          <a:bodyPr/>
          <a:lstStyle/>
          <a:p>
            <a:r>
              <a:rPr lang="en-GB" dirty="0"/>
              <a:t>(3) Main types of Psychosocial factors</a:t>
            </a:r>
          </a:p>
        </p:txBody>
      </p:sp>
      <p:sp>
        <p:nvSpPr>
          <p:cNvPr id="3" name="Foliennummernplatzhalter 2">
            <a:extLst>
              <a:ext uri="{FF2B5EF4-FFF2-40B4-BE49-F238E27FC236}">
                <a16:creationId xmlns:a16="http://schemas.microsoft.com/office/drawing/2014/main" id="{D636F6E3-74DA-CD2A-2E77-C300465C79B4}"/>
              </a:ext>
            </a:extLst>
          </p:cNvPr>
          <p:cNvSpPr>
            <a:spLocks noGrp="1"/>
          </p:cNvSpPr>
          <p:nvPr>
            <p:ph type="sldNum" sz="quarter" idx="12"/>
          </p:nvPr>
        </p:nvSpPr>
        <p:spPr/>
        <p:txBody>
          <a:bodyPr/>
          <a:lstStyle/>
          <a:p>
            <a:fld id="{0A6ABA92-B65E-42F5-BB28-73DA50746AED}" type="slidenum">
              <a:rPr lang="en-GB" smtClean="0"/>
              <a:t>11</a:t>
            </a:fld>
            <a:endParaRPr lang="en-GB" dirty="0"/>
          </a:p>
        </p:txBody>
      </p:sp>
      <p:sp>
        <p:nvSpPr>
          <p:cNvPr id="4" name="Textplatzhalter 3">
            <a:extLst>
              <a:ext uri="{FF2B5EF4-FFF2-40B4-BE49-F238E27FC236}">
                <a16:creationId xmlns:a16="http://schemas.microsoft.com/office/drawing/2014/main" id="{E443F86A-4BA1-4621-9832-26AD08422E43}"/>
              </a:ext>
            </a:extLst>
          </p:cNvPr>
          <p:cNvSpPr>
            <a:spLocks noGrp="1"/>
          </p:cNvSpPr>
          <p:nvPr>
            <p:ph type="body" sz="quarter" idx="13"/>
          </p:nvPr>
        </p:nvSpPr>
        <p:spPr/>
        <p:txBody>
          <a:bodyPr/>
          <a:lstStyle/>
          <a:p>
            <a:pPr marL="342900" indent="-342900">
              <a:buFont typeface="+mj-lt"/>
              <a:buAutoNum type="arabicPeriod"/>
            </a:pPr>
            <a:r>
              <a:rPr lang="en-GB" b="1" dirty="0">
                <a:latin typeface="+mj-lt"/>
              </a:rPr>
              <a:t>Social support</a:t>
            </a:r>
          </a:p>
          <a:p>
            <a:pPr marL="774900" lvl="3" indent="-342900"/>
            <a:r>
              <a:rPr lang="en-GB" dirty="0"/>
              <a:t>Supportive relationships from friends and relatives act as a “buffer” against other stressors</a:t>
            </a:r>
          </a:p>
          <a:p>
            <a:pPr marL="774900" lvl="3" indent="-342900"/>
            <a:r>
              <a:rPr lang="en-GB" dirty="0"/>
              <a:t>Social connections, networks, integration in the community, “social capital” vs. loneliness, social isolation</a:t>
            </a:r>
          </a:p>
          <a:p>
            <a:pPr marL="774900" lvl="3" indent="-342900"/>
            <a:endParaRPr lang="en-GB" sz="800" dirty="0"/>
          </a:p>
          <a:p>
            <a:pPr marL="342900" indent="-342900">
              <a:buFont typeface="+mj-lt"/>
              <a:buAutoNum type="arabicPeriod"/>
            </a:pPr>
            <a:r>
              <a:rPr lang="en-GB" b="1" dirty="0">
                <a:latin typeface="+mj-lt"/>
              </a:rPr>
              <a:t>Job strain</a:t>
            </a:r>
          </a:p>
          <a:p>
            <a:pPr marL="774900" lvl="3" indent="-342900"/>
            <a:r>
              <a:rPr lang="en-GB" dirty="0"/>
              <a:t>High demand + low control at work</a:t>
            </a:r>
          </a:p>
          <a:p>
            <a:pPr lvl="3" indent="0">
              <a:buNone/>
            </a:pPr>
            <a:r>
              <a:rPr lang="en-GB" dirty="0">
                <a:sym typeface="Wingdings" panose="05000000000000000000" pitchFamily="2" charset="2"/>
              </a:rPr>
              <a:t> </a:t>
            </a:r>
            <a:r>
              <a:rPr lang="en-GB" dirty="0"/>
              <a:t>Theoretical link to the concept of </a:t>
            </a:r>
            <a:r>
              <a:rPr lang="en-GB" i="1" dirty="0"/>
              <a:t>“social class” </a:t>
            </a:r>
            <a:r>
              <a:rPr lang="en-GB" dirty="0"/>
              <a:t>(partly defined by job autonomy)</a:t>
            </a:r>
          </a:p>
          <a:p>
            <a:pPr marL="774900" lvl="3" indent="-342900"/>
            <a:endParaRPr lang="en-GB" sz="800" dirty="0"/>
          </a:p>
          <a:p>
            <a:pPr marL="342900" indent="-342900">
              <a:buFont typeface="+mj-lt"/>
              <a:buAutoNum type="arabicPeriod"/>
            </a:pPr>
            <a:r>
              <a:rPr lang="en-GB" b="1" dirty="0">
                <a:latin typeface="+mj-lt"/>
              </a:rPr>
              <a:t>Effort-reward imbalance</a:t>
            </a:r>
          </a:p>
          <a:p>
            <a:pPr marL="774900" lvl="3" indent="-342900"/>
            <a:r>
              <a:rPr lang="en-GB" dirty="0"/>
              <a:t>Feeling that progression in one’s job does not match the amount of effort put into it</a:t>
            </a:r>
          </a:p>
          <a:p>
            <a:pPr marL="774900" lvl="3" indent="-342900"/>
            <a:r>
              <a:rPr lang="en-GB" dirty="0"/>
              <a:t>Feeling of lack of recognition of one's efforts</a:t>
            </a:r>
          </a:p>
          <a:p>
            <a:pPr marL="717750" lvl="3" indent="-285750">
              <a:buFont typeface="Wingdings" panose="05000000000000000000" pitchFamily="2" charset="2"/>
              <a:buChar char="à"/>
            </a:pPr>
            <a:r>
              <a:rPr lang="en-GB" dirty="0">
                <a:sym typeface="Wingdings" panose="05000000000000000000" pitchFamily="2" charset="2"/>
              </a:rPr>
              <a:t>T</a:t>
            </a:r>
            <a:r>
              <a:rPr lang="en-GB" dirty="0"/>
              <a:t>heoretical link to the concept of </a:t>
            </a:r>
            <a:r>
              <a:rPr lang="en-GB" i="1" dirty="0"/>
              <a:t>“social status” </a:t>
            </a:r>
            <a:r>
              <a:rPr lang="en-GB" dirty="0"/>
              <a:t>(prestige; beyond material deprivation)</a:t>
            </a:r>
          </a:p>
          <a:p>
            <a:pPr marL="717750" lvl="3" indent="-285750">
              <a:buFont typeface="Wingdings" panose="05000000000000000000" pitchFamily="2" charset="2"/>
              <a:buChar char="à"/>
            </a:pPr>
            <a:endParaRPr lang="en-GB" sz="800" dirty="0"/>
          </a:p>
          <a:p>
            <a:pPr marL="342900" indent="-342900">
              <a:buFont typeface="+mj-lt"/>
              <a:buAutoNum type="arabicPeriod"/>
            </a:pPr>
            <a:r>
              <a:rPr lang="en-GB" b="1" dirty="0">
                <a:latin typeface="+mj-lt"/>
              </a:rPr>
              <a:t>Adverse childhood experiences (ACEs)</a:t>
            </a:r>
          </a:p>
          <a:p>
            <a:pPr marL="774900" lvl="3" indent="-342900"/>
            <a:r>
              <a:rPr lang="en-GB" dirty="0"/>
              <a:t>E.g. household dysfunction, neglect, abuse</a:t>
            </a:r>
          </a:p>
          <a:p>
            <a:pPr marL="342900" indent="-342900">
              <a:buFont typeface="+mj-lt"/>
              <a:buAutoNum type="arabicPeriod"/>
            </a:pPr>
            <a:endParaRPr lang="en-GB" dirty="0"/>
          </a:p>
        </p:txBody>
      </p:sp>
      <p:sp>
        <p:nvSpPr>
          <p:cNvPr id="5" name="Fußzeilenplatzhalter 4">
            <a:extLst>
              <a:ext uri="{FF2B5EF4-FFF2-40B4-BE49-F238E27FC236}">
                <a16:creationId xmlns:a16="http://schemas.microsoft.com/office/drawing/2014/main" id="{58DEF6CC-364E-647E-2527-FFBF733FBB04}"/>
              </a:ext>
            </a:extLst>
          </p:cNvPr>
          <p:cNvSpPr>
            <a:spLocks noGrp="1"/>
          </p:cNvSpPr>
          <p:nvPr>
            <p:ph type="ftr" sz="quarter" idx="11"/>
          </p:nvPr>
        </p:nvSpPr>
        <p:spPr>
          <a:xfrm>
            <a:off x="5543550" y="6417721"/>
            <a:ext cx="4176713" cy="216000"/>
          </a:xfrm>
        </p:spPr>
        <p:txBody>
          <a:bodyPr/>
          <a:lstStyle/>
          <a:p>
            <a:r>
              <a:rPr lang="en-GB" noProof="0" dirty="0"/>
              <a:t>Bartley &amp; Kelly-Irving 2025: </a:t>
            </a:r>
            <a:r>
              <a:rPr lang="en-GB" noProof="0" dirty="0" err="1"/>
              <a:t>ch.</a:t>
            </a:r>
            <a:r>
              <a:rPr lang="en-GB" noProof="0" dirty="0"/>
              <a:t> 6</a:t>
            </a:r>
          </a:p>
        </p:txBody>
      </p:sp>
    </p:spTree>
    <p:extLst>
      <p:ext uri="{BB962C8B-B14F-4D97-AF65-F5344CB8AC3E}">
        <p14:creationId xmlns:p14="http://schemas.microsoft.com/office/powerpoint/2010/main" val="3979188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13" end="1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287CF6-26D6-63E2-5033-3948E6FF249A}"/>
              </a:ext>
            </a:extLst>
          </p:cNvPr>
          <p:cNvSpPr>
            <a:spLocks noGrp="1"/>
          </p:cNvSpPr>
          <p:nvPr>
            <p:ph type="title"/>
          </p:nvPr>
        </p:nvSpPr>
        <p:spPr/>
        <p:txBody>
          <a:bodyPr/>
          <a:lstStyle/>
          <a:p>
            <a:r>
              <a:rPr lang="en-GB" noProof="0" dirty="0"/>
              <a:t>Discussion: Policy implications</a:t>
            </a:r>
          </a:p>
        </p:txBody>
      </p:sp>
      <p:sp>
        <p:nvSpPr>
          <p:cNvPr id="3" name="Foliennummernplatzhalter 2">
            <a:extLst>
              <a:ext uri="{FF2B5EF4-FFF2-40B4-BE49-F238E27FC236}">
                <a16:creationId xmlns:a16="http://schemas.microsoft.com/office/drawing/2014/main" id="{1AF13479-8E6A-D410-0639-2C9DF527BE23}"/>
              </a:ext>
            </a:extLst>
          </p:cNvPr>
          <p:cNvSpPr>
            <a:spLocks noGrp="1"/>
          </p:cNvSpPr>
          <p:nvPr>
            <p:ph type="sldNum" sz="quarter" idx="12"/>
          </p:nvPr>
        </p:nvSpPr>
        <p:spPr/>
        <p:txBody>
          <a:bodyPr/>
          <a:lstStyle/>
          <a:p>
            <a:fld id="{0A6ABA92-B65E-42F5-BB28-73DA50746AED}" type="slidenum">
              <a:rPr lang="en-GB" noProof="0" smtClean="0"/>
              <a:t>12</a:t>
            </a:fld>
            <a:endParaRPr lang="en-GB" noProof="0" dirty="0"/>
          </a:p>
        </p:txBody>
      </p:sp>
      <p:sp>
        <p:nvSpPr>
          <p:cNvPr id="4" name="Textplatzhalter 3">
            <a:extLst>
              <a:ext uri="{FF2B5EF4-FFF2-40B4-BE49-F238E27FC236}">
                <a16:creationId xmlns:a16="http://schemas.microsoft.com/office/drawing/2014/main" id="{4F235E01-17C7-4920-A36C-3E7966BEB1CC}"/>
              </a:ext>
            </a:extLst>
          </p:cNvPr>
          <p:cNvSpPr>
            <a:spLocks noGrp="1"/>
          </p:cNvSpPr>
          <p:nvPr>
            <p:ph type="body" sz="quarter" idx="13"/>
          </p:nvPr>
        </p:nvSpPr>
        <p:spPr>
          <a:xfrm>
            <a:off x="498789" y="1521881"/>
            <a:ext cx="10083486" cy="704083"/>
          </a:xfrm>
        </p:spPr>
        <p:txBody>
          <a:bodyPr/>
          <a:lstStyle/>
          <a:p>
            <a:r>
              <a:rPr lang="en-GB" noProof="0" dirty="0"/>
              <a:t>From the perspective of the three explanations (behavioural, materialist, psychosocial), which </a:t>
            </a:r>
            <a:r>
              <a:rPr lang="en-GB" b="1" noProof="0" dirty="0">
                <a:latin typeface="+mj-lt"/>
              </a:rPr>
              <a:t>policy changes </a:t>
            </a:r>
            <a:r>
              <a:rPr lang="en-GB" noProof="0" dirty="0"/>
              <a:t>are most promising to reduce health inequalities?</a:t>
            </a:r>
          </a:p>
          <a:p>
            <a:pPr marL="342900" indent="-342900">
              <a:buFont typeface="+mj-lt"/>
              <a:buAutoNum type="arabicPeriod"/>
            </a:pPr>
            <a:endParaRPr lang="en-GB" noProof="0" dirty="0"/>
          </a:p>
          <a:p>
            <a:pPr marL="342900" indent="-342900">
              <a:buFont typeface="+mj-lt"/>
              <a:buAutoNum type="arabicPeriod"/>
            </a:pPr>
            <a:endParaRPr lang="en-GB" noProof="0" dirty="0"/>
          </a:p>
          <a:p>
            <a:pPr marL="342900" indent="-342900">
              <a:buFont typeface="+mj-lt"/>
              <a:buAutoNum type="arabicPeriod"/>
            </a:pPr>
            <a:endParaRPr lang="en-GB" noProof="0" dirty="0"/>
          </a:p>
          <a:p>
            <a:endParaRPr lang="en-GB" noProof="0" dirty="0"/>
          </a:p>
        </p:txBody>
      </p:sp>
      <p:sp>
        <p:nvSpPr>
          <p:cNvPr id="8" name="Textfeld 7">
            <a:extLst>
              <a:ext uri="{FF2B5EF4-FFF2-40B4-BE49-F238E27FC236}">
                <a16:creationId xmlns:a16="http://schemas.microsoft.com/office/drawing/2014/main" id="{8A791BEC-E0E0-362C-85BC-9B6ED6719BA5}"/>
              </a:ext>
            </a:extLst>
          </p:cNvPr>
          <p:cNvSpPr txBox="1"/>
          <p:nvPr/>
        </p:nvSpPr>
        <p:spPr>
          <a:xfrm>
            <a:off x="498789" y="2418134"/>
            <a:ext cx="6075795" cy="3924151"/>
          </a:xfrm>
          <a:prstGeom prst="rect">
            <a:avLst/>
          </a:prstGeom>
          <a:solidFill>
            <a:schemeClr val="accent5">
              <a:lumMod val="20000"/>
              <a:lumOff val="80000"/>
            </a:schemeClr>
          </a:solidFill>
          <a:ln>
            <a:solidFill>
              <a:srgbClr val="111111"/>
            </a:solidFill>
          </a:ln>
        </p:spPr>
        <p:txBody>
          <a:bodyPr wrap="square">
            <a:spAutoFit/>
          </a:bodyPr>
          <a:lstStyle/>
          <a:p>
            <a:pPr>
              <a:spcAft>
                <a:spcPts val="600"/>
              </a:spcAft>
            </a:pPr>
            <a:r>
              <a:rPr lang="en-GB" b="1" noProof="0" dirty="0">
                <a:solidFill>
                  <a:srgbClr val="0068B4"/>
                </a:solidFill>
                <a:latin typeface="+mj-lt"/>
              </a:rPr>
              <a:t>POLICY WISHLIST</a:t>
            </a:r>
          </a:p>
          <a:p>
            <a:pPr marL="342900" indent="-342900">
              <a:spcAft>
                <a:spcPts val="600"/>
              </a:spcAft>
              <a:buFont typeface="+mj-lt"/>
              <a:buAutoNum type="arabicPeriod"/>
            </a:pPr>
            <a:r>
              <a:rPr lang="en-GB" sz="1600" noProof="0" dirty="0"/>
              <a:t>Strengthen health literacy</a:t>
            </a:r>
            <a:br>
              <a:rPr lang="en-GB" sz="1600" noProof="0" dirty="0"/>
            </a:br>
            <a:r>
              <a:rPr lang="en-GB" sz="1100" noProof="0" dirty="0"/>
              <a:t>(</a:t>
            </a:r>
            <a:r>
              <a:rPr lang="en-GB" sz="1100" noProof="0" dirty="0" err="1">
                <a:sym typeface="Wingdings" panose="05000000000000000000" pitchFamily="2" charset="2"/>
                <a:hlinkClick r:id="rId2"/>
              </a:rPr>
              <a:t>Bevölkerungsrat</a:t>
            </a:r>
            <a:r>
              <a:rPr lang="en-GB" sz="1100" noProof="0" dirty="0">
                <a:sym typeface="Wingdings" panose="05000000000000000000" pitchFamily="2" charset="2"/>
                <a:hlinkClick r:id="rId2"/>
              </a:rPr>
              <a:t> 2025, most popular reform proposal</a:t>
            </a:r>
            <a:r>
              <a:rPr lang="en-GB" sz="1100" noProof="0" dirty="0">
                <a:sym typeface="Wingdings" panose="05000000000000000000" pitchFamily="2" charset="2"/>
              </a:rPr>
              <a:t>)</a:t>
            </a:r>
          </a:p>
          <a:p>
            <a:pPr marL="342900" indent="-342900">
              <a:spcAft>
                <a:spcPts val="600"/>
              </a:spcAft>
              <a:buFont typeface="+mj-lt"/>
              <a:buAutoNum type="arabicPeriod"/>
            </a:pPr>
            <a:r>
              <a:rPr lang="en-GB" sz="1600" noProof="0" dirty="0">
                <a:sym typeface="Wingdings" panose="05000000000000000000" pitchFamily="2" charset="2"/>
              </a:rPr>
              <a:t>Distribute healthcare financing more equitably</a:t>
            </a:r>
            <a:br>
              <a:rPr lang="en-GB" sz="1600" noProof="0" dirty="0">
                <a:sym typeface="Wingdings" panose="05000000000000000000" pitchFamily="2" charset="2"/>
              </a:rPr>
            </a:br>
            <a:r>
              <a:rPr lang="en-GB" sz="1100" noProof="0" dirty="0">
                <a:sym typeface="Wingdings" panose="05000000000000000000" pitchFamily="2" charset="2"/>
              </a:rPr>
              <a:t>(</a:t>
            </a:r>
            <a:r>
              <a:rPr lang="en-GB" sz="1100" noProof="0" dirty="0">
                <a:sym typeface="Wingdings" panose="05000000000000000000" pitchFamily="2" charset="2"/>
                <a:hlinkClick r:id="rId3"/>
              </a:rPr>
              <a:t>Canton of Ticino: Limit health insurance premiums to 10%</a:t>
            </a:r>
            <a:r>
              <a:rPr lang="en-GB" sz="1100" noProof="0" dirty="0">
                <a:sym typeface="Wingdings" panose="05000000000000000000" pitchFamily="2" charset="2"/>
              </a:rPr>
              <a:t>)</a:t>
            </a:r>
          </a:p>
          <a:p>
            <a:pPr marL="342900" indent="-342900">
              <a:spcAft>
                <a:spcPts val="600"/>
              </a:spcAft>
              <a:buFont typeface="+mj-lt"/>
              <a:buAutoNum type="arabicPeriod"/>
            </a:pPr>
            <a:r>
              <a:rPr lang="en-GB" sz="1600" dirty="0">
                <a:sym typeface="Wingdings" panose="05000000000000000000" pitchFamily="2" charset="2"/>
              </a:rPr>
              <a:t>Reduce poverty and income in</a:t>
            </a:r>
            <a:r>
              <a:rPr lang="en-GB" sz="1600" noProof="0" dirty="0">
                <a:sym typeface="Wingdings" panose="05000000000000000000" pitchFamily="2" charset="2"/>
              </a:rPr>
              <a:t>security via taxes &amp; social benefits</a:t>
            </a:r>
          </a:p>
          <a:p>
            <a:pPr marL="342900" indent="-342900">
              <a:spcAft>
                <a:spcPts val="600"/>
              </a:spcAft>
              <a:buFont typeface="+mj-lt"/>
              <a:buAutoNum type="arabicPeriod"/>
            </a:pPr>
            <a:r>
              <a:rPr lang="en-GB" sz="1600" noProof="0" dirty="0"/>
              <a:t>Regulate employment and working conditions</a:t>
            </a:r>
          </a:p>
          <a:p>
            <a:pPr marL="342900" indent="-342900">
              <a:spcAft>
                <a:spcPts val="600"/>
              </a:spcAft>
              <a:buFont typeface="+mj-lt"/>
              <a:buAutoNum type="arabicPeriod"/>
            </a:pPr>
            <a:r>
              <a:rPr lang="en-GB" sz="1600" dirty="0"/>
              <a:t>Expand childcare benefits and parental leave</a:t>
            </a:r>
            <a:endParaRPr lang="en-GB" sz="1600" noProof="0" dirty="0"/>
          </a:p>
          <a:p>
            <a:pPr marL="342900" indent="-342900">
              <a:spcAft>
                <a:spcPts val="600"/>
              </a:spcAft>
              <a:buFont typeface="+mj-lt"/>
              <a:buAutoNum type="arabicPeriod"/>
            </a:pPr>
            <a:r>
              <a:rPr lang="en-GB" sz="1600" noProof="0" dirty="0"/>
              <a:t>Provide decent housing &amp; </a:t>
            </a:r>
            <a:r>
              <a:rPr lang="en-GB" sz="1600" dirty="0"/>
              <a:t>sustainable </a:t>
            </a:r>
            <a:r>
              <a:rPr lang="en-GB" sz="1600" noProof="0" dirty="0"/>
              <a:t>neighbourhoods</a:t>
            </a:r>
          </a:p>
          <a:p>
            <a:pPr marL="342900" indent="-342900">
              <a:spcAft>
                <a:spcPts val="600"/>
              </a:spcAft>
              <a:buFont typeface="+mj-lt"/>
              <a:buAutoNum type="arabicPeriod"/>
            </a:pPr>
            <a:r>
              <a:rPr lang="en-GB" sz="1600" dirty="0"/>
              <a:t>Raise taxes on tobacco, alcohol, and sugar</a:t>
            </a:r>
            <a:br>
              <a:rPr lang="en-GB" sz="1600" dirty="0"/>
            </a:br>
            <a:r>
              <a:rPr lang="en-GB" sz="1100" dirty="0"/>
              <a:t>(</a:t>
            </a:r>
            <a:r>
              <a:rPr lang="en-GB" sz="1100" dirty="0" err="1">
                <a:sym typeface="Wingdings" panose="05000000000000000000" pitchFamily="2" charset="2"/>
                <a:hlinkClick r:id="rId2"/>
              </a:rPr>
              <a:t>Bevölkerungsrat</a:t>
            </a:r>
            <a:r>
              <a:rPr lang="en-GB" sz="1100" dirty="0">
                <a:sym typeface="Wingdings" panose="05000000000000000000" pitchFamily="2" charset="2"/>
                <a:hlinkClick r:id="rId2"/>
              </a:rPr>
              <a:t> 2025, more contested reform proposal</a:t>
            </a:r>
            <a:r>
              <a:rPr lang="en-GB" sz="1100" dirty="0">
                <a:sym typeface="Wingdings" panose="05000000000000000000" pitchFamily="2" charset="2"/>
              </a:rPr>
              <a:t>)</a:t>
            </a:r>
          </a:p>
          <a:p>
            <a:pPr marL="342900" indent="-342900">
              <a:spcAft>
                <a:spcPts val="600"/>
              </a:spcAft>
              <a:buFont typeface="+mj-lt"/>
              <a:buAutoNum type="arabicPeriod"/>
            </a:pPr>
            <a:r>
              <a:rPr lang="en-GB" sz="1600" dirty="0"/>
              <a:t>Invest in education and lifelong learning</a:t>
            </a:r>
          </a:p>
          <a:p>
            <a:pPr marL="342900" indent="-342900">
              <a:spcAft>
                <a:spcPts val="600"/>
              </a:spcAft>
              <a:buFont typeface="+mj-lt"/>
              <a:buAutoNum type="arabicPeriod"/>
            </a:pPr>
            <a:r>
              <a:rPr lang="en-GB" sz="1600" dirty="0"/>
              <a:t>Promote community-based mental health services</a:t>
            </a:r>
          </a:p>
        </p:txBody>
      </p:sp>
      <p:pic>
        <p:nvPicPr>
          <p:cNvPr id="10" name="Grafik 9" descr="Klemmbrett abgehakt mit einfarbiger Füllung">
            <a:extLst>
              <a:ext uri="{FF2B5EF4-FFF2-40B4-BE49-F238E27FC236}">
                <a16:creationId xmlns:a16="http://schemas.microsoft.com/office/drawing/2014/main" id="{F6244527-1750-EA05-70C8-F187A801E13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648335" y="2418134"/>
            <a:ext cx="926249" cy="926249"/>
          </a:xfrm>
          <a:prstGeom prst="rect">
            <a:avLst/>
          </a:prstGeom>
        </p:spPr>
      </p:pic>
      <p:sp>
        <p:nvSpPr>
          <p:cNvPr id="11" name="Textplatzhalter 3">
            <a:extLst>
              <a:ext uri="{FF2B5EF4-FFF2-40B4-BE49-F238E27FC236}">
                <a16:creationId xmlns:a16="http://schemas.microsoft.com/office/drawing/2014/main" id="{390665E1-8242-2B4C-A7CB-D02FE027B110}"/>
              </a:ext>
            </a:extLst>
          </p:cNvPr>
          <p:cNvSpPr txBox="1">
            <a:spLocks/>
          </p:cNvSpPr>
          <p:nvPr/>
        </p:nvSpPr>
        <p:spPr>
          <a:xfrm>
            <a:off x="6798971" y="2418133"/>
            <a:ext cx="4003938" cy="3086739"/>
          </a:xfrm>
          <a:prstGeom prst="rect">
            <a:avLst/>
          </a:prstGeom>
        </p:spPr>
        <p:txBody>
          <a:bodyPr vert="horz" lIns="0" tIns="0" rIns="0" bIns="0" rtlCol="0">
            <a:noAutofit/>
          </a:bodyPr>
          <a:lstStyle>
            <a:lvl1pPr marL="0" indent="0" algn="l" defTabSz="864000" rtl="0" eaLnBrk="1" latinLnBrk="0" hangingPunct="1">
              <a:lnSpc>
                <a:spcPct val="105000"/>
              </a:lnSpc>
              <a:spcBef>
                <a:spcPts val="200"/>
              </a:spcBef>
              <a:spcAft>
                <a:spcPts val="100"/>
              </a:spcAft>
              <a:buFont typeface="Arial" panose="020B0604020202020204" pitchFamily="34" charset="0"/>
              <a:buNone/>
              <a:defRPr sz="1800" kern="1200">
                <a:solidFill>
                  <a:srgbClr val="000000"/>
                </a:solidFill>
                <a:latin typeface="+mn-lt"/>
                <a:ea typeface="+mn-ea"/>
                <a:cs typeface="+mn-cs"/>
              </a:defRPr>
            </a:lvl1pPr>
            <a:lvl2pPr marL="216000" indent="-216000" algn="l" defTabSz="864000" rtl="0" eaLnBrk="1" latinLnBrk="0" hangingPunct="1">
              <a:lnSpc>
                <a:spcPct val="105000"/>
              </a:lnSpc>
              <a:spcBef>
                <a:spcPts val="200"/>
              </a:spcBef>
              <a:spcAft>
                <a:spcPts val="100"/>
              </a:spcAft>
              <a:buFont typeface="Arial" panose="020B0604020202020204" pitchFamily="34" charset="0"/>
              <a:buChar char="–"/>
              <a:defRPr sz="1800" kern="1200">
                <a:solidFill>
                  <a:srgbClr val="000000"/>
                </a:solidFill>
                <a:latin typeface="+mn-lt"/>
                <a:ea typeface="+mn-ea"/>
                <a:cs typeface="+mn-cs"/>
              </a:defRPr>
            </a:lvl2pPr>
            <a:lvl3pPr marL="198000" indent="-270000" algn="l" defTabSz="864000" rtl="0" eaLnBrk="1" latinLnBrk="0" hangingPunct="1">
              <a:lnSpc>
                <a:spcPct val="105000"/>
              </a:lnSpc>
              <a:spcBef>
                <a:spcPts val="600"/>
              </a:spcBef>
              <a:spcAft>
                <a:spcPts val="100"/>
              </a:spcAft>
              <a:buFont typeface="+mj-lt"/>
              <a:buAutoNum type="arabicPeriod"/>
              <a:defRPr sz="1800" kern="1200">
                <a:solidFill>
                  <a:srgbClr val="000000"/>
                </a:solidFill>
                <a:latin typeface="+mn-lt"/>
                <a:ea typeface="+mn-ea"/>
                <a:cs typeface="+mn-cs"/>
              </a:defRPr>
            </a:lvl3pPr>
            <a:lvl4pPr marL="432000" indent="-180000" algn="l" defTabSz="864000" rtl="0" eaLnBrk="1" latinLnBrk="0" hangingPunct="1">
              <a:lnSpc>
                <a:spcPct val="105000"/>
              </a:lnSpc>
              <a:spcBef>
                <a:spcPts val="200"/>
              </a:spcBef>
              <a:spcAft>
                <a:spcPts val="100"/>
              </a:spcAft>
              <a:buFont typeface="Wingdings" panose="05000000000000000000" pitchFamily="2" charset="2"/>
              <a:buChar char="§"/>
              <a:defRPr sz="1800" kern="1200">
                <a:solidFill>
                  <a:srgbClr val="000000"/>
                </a:solidFill>
                <a:latin typeface="+mn-lt"/>
                <a:ea typeface="+mn-ea"/>
                <a:cs typeface="+mn-cs"/>
              </a:defRPr>
            </a:lvl4pPr>
            <a:lvl5pPr marL="648000" indent="-180000" algn="l" defTabSz="864000" rtl="0" eaLnBrk="1" latinLnBrk="0" hangingPunct="1">
              <a:lnSpc>
                <a:spcPct val="105000"/>
              </a:lnSpc>
              <a:spcBef>
                <a:spcPts val="200"/>
              </a:spcBef>
              <a:spcAft>
                <a:spcPts val="100"/>
              </a:spcAft>
              <a:buFont typeface="Courier New" panose="02070309020205020404" pitchFamily="49" charset="0"/>
              <a:buChar char="o"/>
              <a:defRPr sz="1800" kern="1200">
                <a:solidFill>
                  <a:srgbClr val="000000"/>
                </a:solidFill>
                <a:latin typeface="+mn-lt"/>
                <a:ea typeface="+mn-ea"/>
                <a:cs typeface="+mn-cs"/>
              </a:defRPr>
            </a:lvl5pPr>
            <a:lvl6pPr marL="864000" indent="-180000" algn="l" defTabSz="864000" rtl="0" eaLnBrk="1" latinLnBrk="0" hangingPunct="1">
              <a:lnSpc>
                <a:spcPct val="105000"/>
              </a:lnSpc>
              <a:spcBef>
                <a:spcPts val="200"/>
              </a:spcBef>
              <a:spcAft>
                <a:spcPts val="100"/>
              </a:spcAft>
              <a:buFont typeface="Arial" panose="020B0604020202020204" pitchFamily="34" charset="0"/>
              <a:buChar char="–"/>
              <a:defRPr sz="1800" kern="1200">
                <a:solidFill>
                  <a:srgbClr val="000000"/>
                </a:solidFill>
                <a:latin typeface="+mn-lt"/>
                <a:ea typeface="+mn-ea"/>
                <a:cs typeface="+mn-cs"/>
              </a:defRPr>
            </a:lvl6pPr>
            <a:lvl7pPr marL="1080000" indent="-216000" algn="l" defTabSz="864000" rtl="0" eaLnBrk="1" latinLnBrk="0" hangingPunct="1">
              <a:lnSpc>
                <a:spcPct val="105000"/>
              </a:lnSpc>
              <a:spcBef>
                <a:spcPts val="200"/>
              </a:spcBef>
              <a:spcAft>
                <a:spcPts val="100"/>
              </a:spcAft>
              <a:buFont typeface="Arial" panose="020B0604020202020204" pitchFamily="34" charset="0"/>
              <a:buChar char="–"/>
              <a:defRPr sz="1400" kern="1200">
                <a:solidFill>
                  <a:srgbClr val="000000"/>
                </a:solidFill>
                <a:latin typeface="+mn-lt"/>
                <a:ea typeface="+mn-ea"/>
                <a:cs typeface="+mn-cs"/>
              </a:defRPr>
            </a:lvl7pPr>
            <a:lvl8pPr marL="1296000" indent="-216000" algn="l" defTabSz="864000" rtl="0" eaLnBrk="1" latinLnBrk="0" hangingPunct="1">
              <a:lnSpc>
                <a:spcPct val="105000"/>
              </a:lnSpc>
              <a:spcBef>
                <a:spcPts val="200"/>
              </a:spcBef>
              <a:spcAft>
                <a:spcPts val="100"/>
              </a:spcAft>
              <a:buFont typeface="Arial" panose="020B0604020202020204" pitchFamily="34" charset="0"/>
              <a:buChar char="–"/>
              <a:defRPr sz="1400" kern="1200">
                <a:solidFill>
                  <a:srgbClr val="000000"/>
                </a:solidFill>
                <a:latin typeface="+mn-lt"/>
                <a:ea typeface="+mn-ea"/>
                <a:cs typeface="+mn-cs"/>
              </a:defRPr>
            </a:lvl8pPr>
            <a:lvl9pPr marL="1512000" indent="-216000" algn="l" defTabSz="864000" rtl="0" eaLnBrk="1" latinLnBrk="0" hangingPunct="1">
              <a:lnSpc>
                <a:spcPct val="105000"/>
              </a:lnSpc>
              <a:spcBef>
                <a:spcPts val="200"/>
              </a:spcBef>
              <a:spcAft>
                <a:spcPts val="100"/>
              </a:spcAft>
              <a:buFont typeface="Arial" panose="020B0604020202020204" pitchFamily="34" charset="0"/>
              <a:buChar char="–"/>
              <a:defRPr sz="1400" kern="1200">
                <a:solidFill>
                  <a:srgbClr val="000000"/>
                </a:solidFill>
                <a:latin typeface="+mn-lt"/>
                <a:ea typeface="+mn-ea"/>
                <a:cs typeface="+mn-cs"/>
              </a:defRPr>
            </a:lvl9pPr>
          </a:lstStyle>
          <a:p>
            <a:pPr>
              <a:lnSpc>
                <a:spcPct val="100000"/>
              </a:lnSpc>
              <a:spcBef>
                <a:spcPts val="1200"/>
              </a:spcBef>
            </a:pPr>
            <a:r>
              <a:rPr lang="en-GB" b="1" dirty="0">
                <a:latin typeface="+mj-lt"/>
              </a:rPr>
              <a:t>Which policies would</a:t>
            </a:r>
            <a:br>
              <a:rPr lang="en-GB" b="1" dirty="0">
                <a:latin typeface="+mj-lt"/>
              </a:rPr>
            </a:br>
            <a:r>
              <a:rPr lang="en-GB" b="1" dirty="0">
                <a:latin typeface="+mj-lt"/>
              </a:rPr>
              <a:t>you prioritise?</a:t>
            </a:r>
          </a:p>
          <a:p>
            <a:pPr>
              <a:lnSpc>
                <a:spcPct val="100000"/>
              </a:lnSpc>
              <a:spcBef>
                <a:spcPts val="1200"/>
              </a:spcBef>
            </a:pPr>
            <a:endParaRPr lang="en-GB" b="1" dirty="0">
              <a:latin typeface="+mj-lt"/>
            </a:endParaRPr>
          </a:p>
          <a:p>
            <a:pPr>
              <a:lnSpc>
                <a:spcPct val="100000"/>
              </a:lnSpc>
              <a:spcBef>
                <a:spcPts val="1200"/>
              </a:spcBef>
            </a:pPr>
            <a:endParaRPr lang="en-GB" b="1" dirty="0">
              <a:latin typeface="+mj-lt"/>
            </a:endParaRPr>
          </a:p>
          <a:p>
            <a:pPr>
              <a:lnSpc>
                <a:spcPct val="100000"/>
              </a:lnSpc>
              <a:spcBef>
                <a:spcPts val="1200"/>
              </a:spcBef>
            </a:pPr>
            <a:r>
              <a:rPr lang="en-GB" b="1" dirty="0">
                <a:latin typeface="+mj-lt"/>
              </a:rPr>
              <a:t>Can you </a:t>
            </a:r>
            <a:r>
              <a:rPr lang="en-GB" b="1" i="1" dirty="0">
                <a:latin typeface="+mj-lt"/>
              </a:rPr>
              <a:t>justify </a:t>
            </a:r>
            <a:r>
              <a:rPr lang="en-GB" b="1" dirty="0">
                <a:latin typeface="+mj-lt"/>
              </a:rPr>
              <a:t>your choice with one of the main health inequality theories (health behaviour, materialist, psychosocial)?</a:t>
            </a:r>
          </a:p>
          <a:p>
            <a:pPr>
              <a:lnSpc>
                <a:spcPct val="100000"/>
              </a:lnSpc>
              <a:spcBef>
                <a:spcPts val="1200"/>
              </a:spcBef>
            </a:pPr>
            <a:r>
              <a:rPr lang="en-GB" b="1" dirty="0">
                <a:latin typeface="+mj-lt"/>
              </a:rPr>
              <a:t>What </a:t>
            </a:r>
            <a:r>
              <a:rPr lang="en-GB" b="1" i="1" dirty="0">
                <a:latin typeface="+mj-lt"/>
              </a:rPr>
              <a:t>mechanism</a:t>
            </a:r>
            <a:r>
              <a:rPr lang="en-GB" b="1" dirty="0">
                <a:latin typeface="+mj-lt"/>
              </a:rPr>
              <a:t> does it target (e.g. reducing risky behaviours, improving material resources, reducing stress)?</a:t>
            </a:r>
          </a:p>
        </p:txBody>
      </p:sp>
      <p:pic>
        <p:nvPicPr>
          <p:cNvPr id="2050" name="Picture 2">
            <a:extLst>
              <a:ext uri="{FF2B5EF4-FFF2-40B4-BE49-F238E27FC236}">
                <a16:creationId xmlns:a16="http://schemas.microsoft.com/office/drawing/2014/main" id="{FDF4098E-5EEA-9871-B158-A5360777B79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65908" y="2105683"/>
            <a:ext cx="1708727" cy="1708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01013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BFEFBF3-909B-5941-3B4D-6FDE8528D30C}"/>
              </a:ext>
            </a:extLst>
          </p:cNvPr>
          <p:cNvSpPr>
            <a:spLocks noGrp="1"/>
          </p:cNvSpPr>
          <p:nvPr>
            <p:ph type="title"/>
          </p:nvPr>
        </p:nvSpPr>
        <p:spPr/>
        <p:txBody>
          <a:bodyPr/>
          <a:lstStyle/>
          <a:p>
            <a:r>
              <a:rPr lang="en-GB" dirty="0"/>
              <a:t>Mini evaluation</a:t>
            </a:r>
          </a:p>
        </p:txBody>
      </p:sp>
      <p:sp>
        <p:nvSpPr>
          <p:cNvPr id="3" name="Foliennummernplatzhalter 2">
            <a:extLst>
              <a:ext uri="{FF2B5EF4-FFF2-40B4-BE49-F238E27FC236}">
                <a16:creationId xmlns:a16="http://schemas.microsoft.com/office/drawing/2014/main" id="{BD5F43EF-BC58-4E5C-4861-97DF544F189B}"/>
              </a:ext>
            </a:extLst>
          </p:cNvPr>
          <p:cNvSpPr>
            <a:spLocks noGrp="1"/>
          </p:cNvSpPr>
          <p:nvPr>
            <p:ph type="sldNum" sz="quarter" idx="12"/>
          </p:nvPr>
        </p:nvSpPr>
        <p:spPr/>
        <p:txBody>
          <a:bodyPr/>
          <a:lstStyle/>
          <a:p>
            <a:fld id="{0A6ABA92-B65E-42F5-BB28-73DA50746AED}" type="slidenum">
              <a:rPr lang="en-GB" smtClean="0"/>
              <a:t>13</a:t>
            </a:fld>
            <a:endParaRPr lang="en-GB" dirty="0"/>
          </a:p>
        </p:txBody>
      </p:sp>
      <p:sp>
        <p:nvSpPr>
          <p:cNvPr id="4" name="Textplatzhalter 3">
            <a:extLst>
              <a:ext uri="{FF2B5EF4-FFF2-40B4-BE49-F238E27FC236}">
                <a16:creationId xmlns:a16="http://schemas.microsoft.com/office/drawing/2014/main" id="{4A646CB3-C80C-F9F4-D0CB-08340562EFA3}"/>
              </a:ext>
            </a:extLst>
          </p:cNvPr>
          <p:cNvSpPr>
            <a:spLocks noGrp="1"/>
          </p:cNvSpPr>
          <p:nvPr>
            <p:ph type="body" sz="quarter" idx="13"/>
          </p:nvPr>
        </p:nvSpPr>
        <p:spPr/>
        <p:txBody>
          <a:bodyPr/>
          <a:lstStyle/>
          <a:p>
            <a:endParaRPr lang="en-GB" dirty="0"/>
          </a:p>
          <a:p>
            <a:r>
              <a:rPr lang="en-GB" dirty="0"/>
              <a:t>What is going well?</a:t>
            </a:r>
          </a:p>
          <a:p>
            <a:r>
              <a:rPr lang="en-GB" dirty="0"/>
              <a:t>What can I change / improve?</a:t>
            </a:r>
          </a:p>
          <a:p>
            <a:endParaRPr lang="en-GB" dirty="0"/>
          </a:p>
          <a:p>
            <a:r>
              <a:rPr lang="en-GB" dirty="0">
                <a:hlinkClick r:id="rId2"/>
              </a:rPr>
              <a:t>https://docs.google.com/forms/d/e/1FAIpQLScjmTqbnPLuJqc47nrwFacyfb3fm6XSKCxy5-0pv48IiTU0Iw/viewform?usp=sharing&amp;ouid=116046000436575219118</a:t>
            </a:r>
            <a:r>
              <a:rPr lang="en-GB" dirty="0"/>
              <a:t> </a:t>
            </a:r>
          </a:p>
          <a:p>
            <a:endParaRPr lang="en-GB" dirty="0"/>
          </a:p>
        </p:txBody>
      </p:sp>
    </p:spTree>
    <p:extLst>
      <p:ext uri="{BB962C8B-B14F-4D97-AF65-F5344CB8AC3E}">
        <p14:creationId xmlns:p14="http://schemas.microsoft.com/office/powerpoint/2010/main" val="8562586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EFDB0E6-5D50-88BC-973E-111D1B119727}"/>
              </a:ext>
            </a:extLst>
          </p:cNvPr>
          <p:cNvSpPr>
            <a:spLocks noGrp="1"/>
          </p:cNvSpPr>
          <p:nvPr>
            <p:ph type="title"/>
          </p:nvPr>
        </p:nvSpPr>
        <p:spPr/>
        <p:txBody>
          <a:bodyPr/>
          <a:lstStyle/>
          <a:p>
            <a:r>
              <a:rPr lang="en-GB" dirty="0"/>
              <a:t>Recap – purpose of the Applied part</a:t>
            </a:r>
          </a:p>
        </p:txBody>
      </p:sp>
      <p:sp>
        <p:nvSpPr>
          <p:cNvPr id="3" name="Foliennummernplatzhalter 2">
            <a:extLst>
              <a:ext uri="{FF2B5EF4-FFF2-40B4-BE49-F238E27FC236}">
                <a16:creationId xmlns:a16="http://schemas.microsoft.com/office/drawing/2014/main" id="{59725AD3-4898-CFF7-81A2-133748FC446E}"/>
              </a:ext>
            </a:extLst>
          </p:cNvPr>
          <p:cNvSpPr>
            <a:spLocks noGrp="1"/>
          </p:cNvSpPr>
          <p:nvPr>
            <p:ph type="sldNum" sz="quarter" idx="12"/>
          </p:nvPr>
        </p:nvSpPr>
        <p:spPr/>
        <p:txBody>
          <a:bodyPr/>
          <a:lstStyle/>
          <a:p>
            <a:fld id="{0A6ABA92-B65E-42F5-BB28-73DA50746AED}" type="slidenum">
              <a:rPr lang="en-GB" smtClean="0"/>
              <a:t>14</a:t>
            </a:fld>
            <a:endParaRPr lang="en-GB" dirty="0"/>
          </a:p>
        </p:txBody>
      </p:sp>
      <p:sp>
        <p:nvSpPr>
          <p:cNvPr id="4" name="Textplatzhalter 3">
            <a:extLst>
              <a:ext uri="{FF2B5EF4-FFF2-40B4-BE49-F238E27FC236}">
                <a16:creationId xmlns:a16="http://schemas.microsoft.com/office/drawing/2014/main" id="{91120B91-564B-3E32-4495-80FE0554C9AF}"/>
              </a:ext>
            </a:extLst>
          </p:cNvPr>
          <p:cNvSpPr>
            <a:spLocks noGrp="1"/>
          </p:cNvSpPr>
          <p:nvPr>
            <p:ph type="body" sz="quarter" idx="13"/>
          </p:nvPr>
        </p:nvSpPr>
        <p:spPr/>
        <p:txBody>
          <a:bodyPr/>
          <a:lstStyle/>
          <a:p>
            <a:pPr marL="216000" marR="0" lvl="1" indent="-216000" algn="l" defTabSz="864000" rtl="0" eaLnBrk="1" fontAlgn="auto" latinLnBrk="0" hangingPunct="1">
              <a:lnSpc>
                <a:spcPct val="105000"/>
              </a:lnSpc>
              <a:spcBef>
                <a:spcPts val="200"/>
              </a:spcBef>
              <a:spcAft>
                <a:spcPts val="10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srgbClr val="000000"/>
                </a:solidFill>
                <a:effectLst/>
                <a:uLnTx/>
                <a:uFillTx/>
                <a:latin typeface="Franklin Gothic Book" panose="020B0503020102020204"/>
                <a:ea typeface="+mn-ea"/>
                <a:cs typeface="+mn-cs"/>
              </a:rPr>
              <a:t>Using </a:t>
            </a:r>
            <a:r>
              <a:rPr kumimoji="0" lang="en-GB" sz="1800" b="1" i="0" u="none" strike="noStrike" kern="1200" cap="none" spc="0" normalizeH="0" baseline="0" noProof="0" dirty="0">
                <a:ln>
                  <a:noFill/>
                </a:ln>
                <a:solidFill>
                  <a:srgbClr val="0070C0"/>
                </a:solidFill>
                <a:effectLst/>
                <a:uLnTx/>
                <a:uFillTx/>
                <a:latin typeface="Franklin Gothic Medium" panose="020B0603020102020204"/>
                <a:ea typeface="+mn-ea"/>
                <a:cs typeface="+mn-cs"/>
              </a:rPr>
              <a:t>survey data </a:t>
            </a:r>
            <a:r>
              <a:rPr kumimoji="0" lang="en-GB" sz="1800" b="0" i="0" u="none" strike="noStrike" kern="1200" cap="none" spc="0" normalizeH="0" baseline="0" noProof="0" dirty="0">
                <a:ln>
                  <a:noFill/>
                </a:ln>
                <a:solidFill>
                  <a:srgbClr val="000000"/>
                </a:solidFill>
                <a:effectLst/>
                <a:uLnTx/>
                <a:uFillTx/>
                <a:latin typeface="Franklin Gothic Book" panose="020B0503020102020204"/>
                <a:ea typeface="+mn-ea"/>
                <a:cs typeface="+mn-cs"/>
              </a:rPr>
              <a:t>to describe, compare, and explain health inequalities across countries &amp; over time</a:t>
            </a:r>
          </a:p>
          <a:p>
            <a:pPr marL="432000" marR="0" lvl="3" indent="-180000" algn="l" defTabSz="864000" rtl="0" eaLnBrk="1" fontAlgn="auto" latinLnBrk="0" hangingPunct="1">
              <a:lnSpc>
                <a:spcPct val="105000"/>
              </a:lnSpc>
              <a:spcBef>
                <a:spcPts val="200"/>
              </a:spcBef>
              <a:spcAft>
                <a:spcPts val="100"/>
              </a:spcAft>
              <a:buClrTx/>
              <a:buSzTx/>
              <a:buFont typeface="Wingdings" panose="05000000000000000000" pitchFamily="2" charset="2"/>
              <a:buChar char="§"/>
              <a:tabLst/>
              <a:defRPr/>
            </a:pPr>
            <a:r>
              <a:rPr kumimoji="0" lang="en-GB" sz="1800" b="0" i="0" u="none" strike="noStrike" kern="1200" cap="none" spc="0" normalizeH="0" baseline="0" noProof="0" dirty="0">
                <a:ln>
                  <a:noFill/>
                </a:ln>
                <a:solidFill>
                  <a:srgbClr val="000000"/>
                </a:solidFill>
                <a:effectLst/>
                <a:uLnTx/>
                <a:uFillTx/>
                <a:latin typeface="Franklin Gothic Book" panose="020B0503020102020204"/>
                <a:ea typeface="+mn-ea"/>
                <a:cs typeface="+mn-cs"/>
              </a:rPr>
              <a:t>ISSP 2011 &amp; 2021 “Health and Health Care” and ESS 7 &amp; 11 “Social Inequalities in Health”</a:t>
            </a:r>
          </a:p>
          <a:p>
            <a:pPr lvl="1"/>
            <a:r>
              <a:rPr lang="en-GB" dirty="0"/>
              <a:t>Develop an </a:t>
            </a:r>
            <a:r>
              <a:rPr lang="en-GB" b="1" dirty="0">
                <a:solidFill>
                  <a:srgbClr val="0070C0"/>
                </a:solidFill>
                <a:latin typeface="+mj-lt"/>
              </a:rPr>
              <a:t>own empirical project </a:t>
            </a:r>
            <a:r>
              <a:rPr lang="en-GB" dirty="0"/>
              <a:t>using ISSP or ESS data</a:t>
            </a:r>
          </a:p>
          <a:p>
            <a:pPr lvl="3"/>
            <a:r>
              <a:rPr lang="en-GB" dirty="0"/>
              <a:t>Motivation: practicing </a:t>
            </a:r>
            <a:r>
              <a:rPr lang="en-GB" b="1" dirty="0"/>
              <a:t>core academic skills, </a:t>
            </a:r>
            <a:r>
              <a:rPr lang="en-GB" dirty="0"/>
              <a:t>implement an </a:t>
            </a:r>
            <a:r>
              <a:rPr lang="en-GB" b="1" dirty="0"/>
              <a:t>own empirical research project from A-Z</a:t>
            </a:r>
          </a:p>
          <a:p>
            <a:pPr lvl="4"/>
            <a:r>
              <a:rPr lang="en-GB" dirty="0"/>
              <a:t>Apply basic survey research methods, data management, analytical strategies, etc.</a:t>
            </a:r>
          </a:p>
          <a:p>
            <a:pPr lvl="4"/>
            <a:r>
              <a:rPr lang="en-GB" dirty="0"/>
              <a:t>Practice with the datasets in class, give &amp; receive feedback on your projects</a:t>
            </a:r>
          </a:p>
          <a:p>
            <a:pPr lvl="4"/>
            <a:r>
              <a:rPr lang="en-GB" dirty="0"/>
              <a:t>Not a methods course – focus on </a:t>
            </a:r>
            <a:r>
              <a:rPr lang="en-GB" i="1" dirty="0"/>
              <a:t>applying</a:t>
            </a:r>
            <a:r>
              <a:rPr lang="en-GB" dirty="0"/>
              <a:t> methods (at any level of methodological training)</a:t>
            </a:r>
            <a:endParaRPr kumimoji="0" lang="en-GB" sz="1800" b="0" i="0" u="none" strike="noStrike" kern="1200" cap="none" spc="0" normalizeH="0" baseline="0" noProof="0" dirty="0">
              <a:ln>
                <a:noFill/>
              </a:ln>
              <a:solidFill>
                <a:srgbClr val="000000"/>
              </a:solidFill>
              <a:effectLst/>
              <a:uLnTx/>
              <a:uFillTx/>
              <a:latin typeface="Franklin Gothic Book" panose="020B0503020102020204"/>
              <a:ea typeface="+mn-ea"/>
              <a:cs typeface="+mn-cs"/>
            </a:endParaRPr>
          </a:p>
          <a:p>
            <a:pPr lvl="1"/>
            <a:r>
              <a:rPr lang="en-GB" b="1" dirty="0">
                <a:solidFill>
                  <a:srgbClr val="0068B4"/>
                </a:solidFill>
                <a:latin typeface="+mj-lt"/>
              </a:rPr>
              <a:t>Written paper</a:t>
            </a:r>
            <a:r>
              <a:rPr lang="en-GB" dirty="0"/>
              <a:t> due on 29</a:t>
            </a:r>
            <a:r>
              <a:rPr lang="en-GB" baseline="30000" dirty="0"/>
              <a:t>th</a:t>
            </a:r>
            <a:r>
              <a:rPr lang="en-GB" dirty="0"/>
              <a:t> January 2026</a:t>
            </a:r>
          </a:p>
          <a:p>
            <a:pPr lvl="3"/>
            <a:r>
              <a:rPr lang="en-GB" dirty="0"/>
              <a:t>Presentations on 24</a:t>
            </a:r>
            <a:r>
              <a:rPr lang="en-GB" baseline="30000" dirty="0"/>
              <a:t>th</a:t>
            </a:r>
            <a:r>
              <a:rPr lang="en-GB" dirty="0"/>
              <a:t> November or 1</a:t>
            </a:r>
            <a:r>
              <a:rPr lang="en-GB" baseline="30000" dirty="0"/>
              <a:t>st</a:t>
            </a:r>
            <a:r>
              <a:rPr lang="en-GB" dirty="0"/>
              <a:t> December</a:t>
            </a:r>
          </a:p>
          <a:p>
            <a:pPr lvl="3"/>
            <a:r>
              <a:rPr lang="en-GB" dirty="0"/>
              <a:t>Outline/preliminary draft of your projects due 1 week before the presentation (not graded)</a:t>
            </a:r>
          </a:p>
          <a:p>
            <a:pPr lvl="3"/>
            <a:r>
              <a:rPr lang="en-GB" dirty="0"/>
              <a:t>Opportunity for 1:1 feedback meetings before </a:t>
            </a:r>
            <a:r>
              <a:rPr lang="en-GB" u="sng" dirty="0"/>
              <a:t>or</a:t>
            </a:r>
            <a:r>
              <a:rPr lang="en-GB" dirty="0"/>
              <a:t> after your presentation (scheduled on request)</a:t>
            </a:r>
          </a:p>
          <a:p>
            <a:pPr lvl="3">
              <a:buFont typeface="Wingdings" panose="05000000000000000000" pitchFamily="2" charset="2"/>
              <a:buChar char="Ø"/>
            </a:pPr>
            <a:r>
              <a:rPr lang="en-GB" b="1" u="sng" dirty="0">
                <a:solidFill>
                  <a:srgbClr val="00963E"/>
                </a:solidFill>
                <a:latin typeface="+mj-lt"/>
              </a:rPr>
              <a:t>Homework for next week (6</a:t>
            </a:r>
            <a:r>
              <a:rPr lang="en-GB" b="1" u="sng" baseline="30000" dirty="0">
                <a:solidFill>
                  <a:srgbClr val="00963E"/>
                </a:solidFill>
                <a:latin typeface="+mj-lt"/>
              </a:rPr>
              <a:t>th</a:t>
            </a:r>
            <a:r>
              <a:rPr lang="en-GB" b="1" u="sng" dirty="0">
                <a:solidFill>
                  <a:srgbClr val="00963E"/>
                </a:solidFill>
                <a:latin typeface="+mj-lt"/>
              </a:rPr>
              <a:t> October)</a:t>
            </a:r>
            <a:r>
              <a:rPr lang="en-GB" b="1" dirty="0">
                <a:solidFill>
                  <a:srgbClr val="00963E"/>
                </a:solidFill>
                <a:latin typeface="+mj-lt"/>
              </a:rPr>
              <a:t>: write down a potential </a:t>
            </a:r>
            <a:r>
              <a:rPr lang="en-GB" b="1" u="sng" dirty="0">
                <a:solidFill>
                  <a:srgbClr val="00963E"/>
                </a:solidFill>
                <a:latin typeface="+mj-lt"/>
              </a:rPr>
              <a:t>topic</a:t>
            </a:r>
            <a:r>
              <a:rPr lang="en-GB" b="1" dirty="0">
                <a:solidFill>
                  <a:srgbClr val="00963E"/>
                </a:solidFill>
                <a:latin typeface="+mj-lt"/>
              </a:rPr>
              <a:t> / </a:t>
            </a:r>
            <a:r>
              <a:rPr lang="en-GB" b="1" u="sng" dirty="0">
                <a:solidFill>
                  <a:srgbClr val="00963E"/>
                </a:solidFill>
                <a:latin typeface="+mj-lt"/>
              </a:rPr>
              <a:t>research question(s)</a:t>
            </a:r>
          </a:p>
          <a:p>
            <a:pPr lvl="3">
              <a:buFont typeface="Wingdings" panose="05000000000000000000" pitchFamily="2" charset="2"/>
              <a:buChar char="Ø"/>
            </a:pPr>
            <a:r>
              <a:rPr lang="en-GB" b="1" dirty="0">
                <a:solidFill>
                  <a:srgbClr val="00963E"/>
                </a:solidFill>
                <a:latin typeface="+mj-lt"/>
              </a:rPr>
              <a:t>Next week in class, we will discuss criteria to develop a well-specified research question and provide peer feedback on each other’s research question ideas</a:t>
            </a:r>
          </a:p>
          <a:p>
            <a:endParaRPr lang="en-GB" dirty="0"/>
          </a:p>
        </p:txBody>
      </p:sp>
    </p:spTree>
    <p:extLst>
      <p:ext uri="{BB962C8B-B14F-4D97-AF65-F5344CB8AC3E}">
        <p14:creationId xmlns:p14="http://schemas.microsoft.com/office/powerpoint/2010/main" val="24638024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94AA8E3-B99A-B1DC-2F5C-9C03E91C0003}"/>
              </a:ext>
            </a:extLst>
          </p:cNvPr>
          <p:cNvSpPr>
            <a:spLocks noGrp="1"/>
          </p:cNvSpPr>
          <p:nvPr>
            <p:ph type="title"/>
          </p:nvPr>
        </p:nvSpPr>
        <p:spPr/>
        <p:txBody>
          <a:bodyPr/>
          <a:lstStyle/>
          <a:p>
            <a:r>
              <a:rPr lang="en-GB" dirty="0"/>
              <a:t>Using </a:t>
            </a:r>
            <a:r>
              <a:rPr lang="en-GB" dirty="0" err="1"/>
              <a:t>chatgpt</a:t>
            </a:r>
            <a:r>
              <a:rPr lang="en-GB" dirty="0"/>
              <a:t> to get Ideas for research questions</a:t>
            </a:r>
          </a:p>
        </p:txBody>
      </p:sp>
      <p:sp>
        <p:nvSpPr>
          <p:cNvPr id="3" name="Foliennummernplatzhalter 2">
            <a:extLst>
              <a:ext uri="{FF2B5EF4-FFF2-40B4-BE49-F238E27FC236}">
                <a16:creationId xmlns:a16="http://schemas.microsoft.com/office/drawing/2014/main" id="{1A40E38A-500C-E5E3-8A4E-E6C6D9B6F255}"/>
              </a:ext>
            </a:extLst>
          </p:cNvPr>
          <p:cNvSpPr>
            <a:spLocks noGrp="1"/>
          </p:cNvSpPr>
          <p:nvPr>
            <p:ph type="sldNum" sz="quarter" idx="12"/>
          </p:nvPr>
        </p:nvSpPr>
        <p:spPr/>
        <p:txBody>
          <a:bodyPr/>
          <a:lstStyle/>
          <a:p>
            <a:fld id="{0A6ABA92-B65E-42F5-BB28-73DA50746AED}" type="slidenum">
              <a:rPr lang="en-GB" smtClean="0"/>
              <a:t>15</a:t>
            </a:fld>
            <a:endParaRPr lang="en-GB" dirty="0"/>
          </a:p>
        </p:txBody>
      </p:sp>
      <p:sp>
        <p:nvSpPr>
          <p:cNvPr id="4" name="Textplatzhalter 3">
            <a:extLst>
              <a:ext uri="{FF2B5EF4-FFF2-40B4-BE49-F238E27FC236}">
                <a16:creationId xmlns:a16="http://schemas.microsoft.com/office/drawing/2014/main" id="{484BE224-AA43-9BC3-CE88-8C42FBC4C24E}"/>
              </a:ext>
            </a:extLst>
          </p:cNvPr>
          <p:cNvSpPr>
            <a:spLocks noGrp="1"/>
          </p:cNvSpPr>
          <p:nvPr>
            <p:ph type="body" sz="quarter" idx="13"/>
          </p:nvPr>
        </p:nvSpPr>
        <p:spPr>
          <a:xfrm>
            <a:off x="498789" y="1413164"/>
            <a:ext cx="7592266" cy="5112557"/>
          </a:xfrm>
          <a:solidFill>
            <a:schemeClr val="bg1">
              <a:lumMod val="95000"/>
            </a:schemeClr>
          </a:solidFill>
        </p:spPr>
        <p:txBody>
          <a:bodyPr/>
          <a:lstStyle/>
          <a:p>
            <a:r>
              <a:rPr lang="en-GB" sz="1200" b="1" dirty="0"/>
              <a:t>🔍 Possible Student Paper Research Questions (ESS / ISSP)</a:t>
            </a:r>
          </a:p>
          <a:p>
            <a:r>
              <a:rPr lang="en-GB" sz="1200" b="1" dirty="0"/>
              <a:t>1. Health behaviours explanation</a:t>
            </a:r>
          </a:p>
          <a:p>
            <a:r>
              <a:rPr lang="en-GB" sz="1200" dirty="0"/>
              <a:t>How large is the </a:t>
            </a:r>
            <a:r>
              <a:rPr lang="en-GB" sz="1200" b="1" dirty="0"/>
              <a:t>income gradient</a:t>
            </a:r>
            <a:r>
              <a:rPr lang="en-GB" sz="1200" dirty="0"/>
              <a:t> in smoking, heavy drinking, diet, or physical activity across European countries?</a:t>
            </a:r>
          </a:p>
          <a:p>
            <a:r>
              <a:rPr lang="en-GB" sz="1200" dirty="0"/>
              <a:t>Does the </a:t>
            </a:r>
            <a:r>
              <a:rPr lang="en-GB" sz="1200" b="1" dirty="0"/>
              <a:t>“alcohol harm paradox”</a:t>
            </a:r>
            <a:r>
              <a:rPr lang="en-GB" sz="1200" dirty="0"/>
              <a:t> appear in ESS data (i.e. similar consumption but worse health among low-income groups)?</a:t>
            </a:r>
          </a:p>
          <a:p>
            <a:r>
              <a:rPr lang="en-GB" sz="1200" dirty="0"/>
              <a:t>How do levels of </a:t>
            </a:r>
            <a:r>
              <a:rPr lang="en-GB" sz="1200" b="1" dirty="0"/>
              <a:t>health literacy</a:t>
            </a:r>
            <a:r>
              <a:rPr lang="en-GB" sz="1200" dirty="0"/>
              <a:t> (knowledge, attitudes, trust in health info) vary by education and SES?</a:t>
            </a:r>
          </a:p>
          <a:p>
            <a:r>
              <a:rPr lang="en-GB" sz="1200" b="1" dirty="0"/>
              <a:t>2. Materialist explanation</a:t>
            </a:r>
          </a:p>
          <a:p>
            <a:r>
              <a:rPr lang="en-GB" sz="1200" dirty="0"/>
              <a:t>How strongly are </a:t>
            </a:r>
            <a:r>
              <a:rPr lang="en-GB" sz="1200" b="1" dirty="0"/>
              <a:t>income, housing quality, and employment insecurity</a:t>
            </a:r>
            <a:r>
              <a:rPr lang="en-GB" sz="1200" dirty="0"/>
              <a:t> associated with self-rated health? Do these associations differ across welfare regimes (e.g. Nordic vs. Southern Europe)?</a:t>
            </a:r>
          </a:p>
          <a:p>
            <a:r>
              <a:rPr lang="en-GB" sz="1200" dirty="0"/>
              <a:t>Is </a:t>
            </a:r>
            <a:r>
              <a:rPr lang="en-GB" sz="1200" b="1" dirty="0"/>
              <a:t>poverty or income inequality</a:t>
            </a:r>
            <a:r>
              <a:rPr lang="en-GB" sz="1200" dirty="0"/>
              <a:t> within a country more strongly linked to health inequality?</a:t>
            </a:r>
          </a:p>
          <a:p>
            <a:r>
              <a:rPr lang="en-GB" sz="1200" dirty="0"/>
              <a:t>Do differences in </a:t>
            </a:r>
            <a:r>
              <a:rPr lang="en-GB" sz="1200" b="1" dirty="0"/>
              <a:t>occupational class</a:t>
            </a:r>
            <a:r>
              <a:rPr lang="en-GB" sz="1200" dirty="0"/>
              <a:t> explain part of the self-rated health gradient even after controlling for income?</a:t>
            </a:r>
          </a:p>
          <a:p>
            <a:r>
              <a:rPr lang="en-GB" sz="1200" b="1" dirty="0"/>
              <a:t>3. Psychosocial explanation</a:t>
            </a:r>
          </a:p>
          <a:p>
            <a:r>
              <a:rPr lang="en-GB" sz="1200" dirty="0"/>
              <a:t>To what extent does </a:t>
            </a:r>
            <a:r>
              <a:rPr lang="en-GB" sz="1200" b="1" dirty="0"/>
              <a:t>social isolation, loneliness, or low social trust</a:t>
            </a:r>
            <a:r>
              <a:rPr lang="en-GB" sz="1200" dirty="0"/>
              <a:t> explain inequalities in self-rated health?</a:t>
            </a:r>
          </a:p>
          <a:p>
            <a:r>
              <a:rPr lang="en-GB" sz="1200" dirty="0"/>
              <a:t>Are people in </a:t>
            </a:r>
            <a:r>
              <a:rPr lang="en-GB" sz="1200" b="1" dirty="0"/>
              <a:t>low-control jobs</a:t>
            </a:r>
            <a:r>
              <a:rPr lang="en-GB" sz="1200" dirty="0"/>
              <a:t> (measured by autonomy, decision-making) more likely to report poor health?</a:t>
            </a:r>
          </a:p>
          <a:p>
            <a:r>
              <a:rPr lang="en-GB" sz="1200" dirty="0"/>
              <a:t>Is there evidence that </a:t>
            </a:r>
            <a:r>
              <a:rPr lang="en-GB" sz="1200" b="1" dirty="0"/>
              <a:t>perceived unfairness or low social status</a:t>
            </a:r>
            <a:r>
              <a:rPr lang="en-GB" sz="1200" dirty="0"/>
              <a:t> predicts worse health outcomes beyond material conditions?</a:t>
            </a:r>
          </a:p>
          <a:p>
            <a:r>
              <a:rPr lang="en-GB" sz="1200" b="1" dirty="0"/>
              <a:t>4. Cross-cutting / policy-relevant</a:t>
            </a:r>
          </a:p>
          <a:p>
            <a:r>
              <a:rPr lang="en-GB" sz="1200" dirty="0"/>
              <a:t>How much of the SES gradient in health is explained by </a:t>
            </a:r>
            <a:r>
              <a:rPr lang="en-GB" sz="1200" b="1" dirty="0"/>
              <a:t>behaviours vs. material conditions vs. psychosocial stressors</a:t>
            </a:r>
            <a:r>
              <a:rPr lang="en-GB" sz="1200" dirty="0"/>
              <a:t>? (students could test mediation models).</a:t>
            </a:r>
          </a:p>
          <a:p>
            <a:r>
              <a:rPr lang="en-GB" sz="1200" dirty="0"/>
              <a:t>Are </a:t>
            </a:r>
            <a:r>
              <a:rPr lang="en-GB" sz="1200" b="1" dirty="0"/>
              <a:t>health inequalities smaller in countries</a:t>
            </a:r>
            <a:r>
              <a:rPr lang="en-GB" sz="1200" dirty="0"/>
              <a:t> with stronger welfare states (high redistribution, generous family policies)?</a:t>
            </a:r>
          </a:p>
          <a:p>
            <a:r>
              <a:rPr lang="en-GB" sz="1200" dirty="0"/>
              <a:t>Do </a:t>
            </a:r>
            <a:r>
              <a:rPr lang="en-GB" sz="1200" b="1" dirty="0"/>
              <a:t>subjective beliefs about the causes of health inequality</a:t>
            </a:r>
            <a:r>
              <a:rPr lang="en-GB" sz="1200" dirty="0"/>
              <a:t> (e.g. individual responsibility vs. structural causes, ISSP modules) shape support for redistributive health policies?</a:t>
            </a:r>
          </a:p>
          <a:p>
            <a:r>
              <a:rPr lang="en-GB" sz="1200" dirty="0"/>
              <a:t>How do </a:t>
            </a:r>
            <a:r>
              <a:rPr lang="en-GB" sz="1200" b="1" dirty="0"/>
              <a:t>attitudes toward smoking bans, sugar taxes, or healthcare provision</a:t>
            </a:r>
            <a:r>
              <a:rPr lang="en-GB" sz="1200" dirty="0"/>
              <a:t> vary by income and health status?</a:t>
            </a:r>
          </a:p>
          <a:p>
            <a:endParaRPr lang="en-GB" sz="1200" dirty="0"/>
          </a:p>
        </p:txBody>
      </p:sp>
      <p:sp>
        <p:nvSpPr>
          <p:cNvPr id="5" name="Geschweifte Klammer rechts 4">
            <a:extLst>
              <a:ext uri="{FF2B5EF4-FFF2-40B4-BE49-F238E27FC236}">
                <a16:creationId xmlns:a16="http://schemas.microsoft.com/office/drawing/2014/main" id="{69CACCD9-1380-B72D-EE24-28C413C585F4}"/>
              </a:ext>
            </a:extLst>
          </p:cNvPr>
          <p:cNvSpPr/>
          <p:nvPr/>
        </p:nvSpPr>
        <p:spPr>
          <a:xfrm>
            <a:off x="8091055" y="1413164"/>
            <a:ext cx="166254" cy="5112557"/>
          </a:xfrm>
          <a:prstGeom prst="rightBrace">
            <a:avLst/>
          </a:prstGeom>
          <a:ln w="19050">
            <a:solidFill>
              <a:srgbClr val="0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p>
        </p:txBody>
      </p:sp>
      <p:sp>
        <p:nvSpPr>
          <p:cNvPr id="6" name="Textfeld 5">
            <a:extLst>
              <a:ext uri="{FF2B5EF4-FFF2-40B4-BE49-F238E27FC236}">
                <a16:creationId xmlns:a16="http://schemas.microsoft.com/office/drawing/2014/main" id="{E00D380E-6D31-A649-5944-DE2B82897154}"/>
              </a:ext>
            </a:extLst>
          </p:cNvPr>
          <p:cNvSpPr txBox="1"/>
          <p:nvPr/>
        </p:nvSpPr>
        <p:spPr>
          <a:xfrm>
            <a:off x="8318327" y="2495505"/>
            <a:ext cx="2484582" cy="3212739"/>
          </a:xfrm>
          <a:prstGeom prst="rect">
            <a:avLst/>
          </a:prstGeom>
          <a:noFill/>
        </p:spPr>
        <p:txBody>
          <a:bodyPr wrap="square" lIns="0" tIns="0" rIns="0" bIns="0" rtlCol="0">
            <a:spAutoFit/>
          </a:bodyPr>
          <a:lstStyle/>
          <a:p>
            <a:pPr algn="l">
              <a:lnSpc>
                <a:spcPct val="117000"/>
              </a:lnSpc>
            </a:pPr>
            <a:r>
              <a:rPr lang="en-GB" b="1" dirty="0">
                <a:solidFill>
                  <a:srgbClr val="000000"/>
                </a:solidFill>
                <a:latin typeface="+mj-lt"/>
              </a:rPr>
              <a:t>Caution</a:t>
            </a:r>
            <a:r>
              <a:rPr lang="en-GB" dirty="0">
                <a:solidFill>
                  <a:srgbClr val="000000"/>
                </a:solidFill>
              </a:rPr>
              <a:t>: Many of these need refinement (some are purely descriptive, others are not specific enough or have no clear link to the </a:t>
            </a:r>
            <a:r>
              <a:rPr lang="en-GB" dirty="0" err="1">
                <a:solidFill>
                  <a:srgbClr val="000000"/>
                </a:solidFill>
              </a:rPr>
              <a:t>availabe</a:t>
            </a:r>
            <a:r>
              <a:rPr lang="en-GB" dirty="0">
                <a:solidFill>
                  <a:srgbClr val="000000"/>
                </a:solidFill>
              </a:rPr>
              <a:t> variables).</a:t>
            </a:r>
          </a:p>
          <a:p>
            <a:pPr algn="l">
              <a:lnSpc>
                <a:spcPct val="117000"/>
              </a:lnSpc>
            </a:pPr>
            <a:r>
              <a:rPr lang="en-GB" dirty="0">
                <a:solidFill>
                  <a:srgbClr val="000000"/>
                </a:solidFill>
              </a:rPr>
              <a:t>But can be useful to get </a:t>
            </a:r>
            <a:r>
              <a:rPr lang="en-GB" b="1" dirty="0">
                <a:solidFill>
                  <a:srgbClr val="000000"/>
                </a:solidFill>
                <a:latin typeface="+mj-lt"/>
              </a:rPr>
              <a:t>ideas</a:t>
            </a:r>
            <a:r>
              <a:rPr lang="en-GB" dirty="0">
                <a:solidFill>
                  <a:srgbClr val="000000"/>
                </a:solidFill>
              </a:rPr>
              <a:t> for potential research questions…</a:t>
            </a:r>
          </a:p>
        </p:txBody>
      </p:sp>
    </p:spTree>
    <p:extLst>
      <p:ext uri="{BB962C8B-B14F-4D97-AF65-F5344CB8AC3E}">
        <p14:creationId xmlns:p14="http://schemas.microsoft.com/office/powerpoint/2010/main" val="14978209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3D75825-827E-ADD3-B30E-44771FBBD8D7}"/>
              </a:ext>
            </a:extLst>
          </p:cNvPr>
          <p:cNvSpPr>
            <a:spLocks noGrp="1"/>
          </p:cNvSpPr>
          <p:nvPr>
            <p:ph type="title"/>
          </p:nvPr>
        </p:nvSpPr>
        <p:spPr/>
        <p:txBody>
          <a:bodyPr/>
          <a:lstStyle/>
          <a:p>
            <a:r>
              <a:rPr lang="en-GB" dirty="0"/>
              <a:t>Applied part – ISSP/ESS datasets</a:t>
            </a:r>
          </a:p>
        </p:txBody>
      </p:sp>
      <p:sp>
        <p:nvSpPr>
          <p:cNvPr id="3" name="Foliennummernplatzhalter 2">
            <a:extLst>
              <a:ext uri="{FF2B5EF4-FFF2-40B4-BE49-F238E27FC236}">
                <a16:creationId xmlns:a16="http://schemas.microsoft.com/office/drawing/2014/main" id="{560E0C0E-D67C-7BDE-2481-A78CA75FF919}"/>
              </a:ext>
            </a:extLst>
          </p:cNvPr>
          <p:cNvSpPr>
            <a:spLocks noGrp="1"/>
          </p:cNvSpPr>
          <p:nvPr>
            <p:ph type="sldNum" sz="quarter" idx="12"/>
          </p:nvPr>
        </p:nvSpPr>
        <p:spPr/>
        <p:txBody>
          <a:bodyPr/>
          <a:lstStyle/>
          <a:p>
            <a:fld id="{0A6ABA92-B65E-42F5-BB28-73DA50746AED}" type="slidenum">
              <a:rPr lang="en-GB" smtClean="0"/>
              <a:t>16</a:t>
            </a:fld>
            <a:endParaRPr lang="en-GB" dirty="0"/>
          </a:p>
        </p:txBody>
      </p:sp>
      <p:sp>
        <p:nvSpPr>
          <p:cNvPr id="4" name="Textplatzhalter 3">
            <a:extLst>
              <a:ext uri="{FF2B5EF4-FFF2-40B4-BE49-F238E27FC236}">
                <a16:creationId xmlns:a16="http://schemas.microsoft.com/office/drawing/2014/main" id="{7F3C7652-A0DD-9DB6-9DD7-A3C134125406}"/>
              </a:ext>
            </a:extLst>
          </p:cNvPr>
          <p:cNvSpPr>
            <a:spLocks noGrp="1"/>
          </p:cNvSpPr>
          <p:nvPr>
            <p:ph type="body" sz="quarter" idx="13"/>
          </p:nvPr>
        </p:nvSpPr>
        <p:spPr/>
        <p:txBody>
          <a:bodyPr/>
          <a:lstStyle/>
          <a:p>
            <a:r>
              <a:rPr lang="en-GB" dirty="0"/>
              <a:t>Milestones so far: getting started (week 1) ✅, first descriptive health inequality indicators (week 2) ✅</a:t>
            </a:r>
          </a:p>
          <a:p>
            <a:r>
              <a:rPr lang="en-GB" b="1" dirty="0">
                <a:latin typeface="+mj-lt"/>
              </a:rPr>
              <a:t>Milestone today: Find items for behavioural, material, and psychosocial explanations in the ISSP/ESS</a:t>
            </a:r>
          </a:p>
          <a:p>
            <a:endParaRPr lang="en-GB" b="1" dirty="0">
              <a:latin typeface="+mj-lt"/>
            </a:endParaRPr>
          </a:p>
          <a:p>
            <a:r>
              <a:rPr lang="en-GB" b="1" u="sng" dirty="0">
                <a:latin typeface="+mj-lt"/>
              </a:rPr>
              <a:t>Task</a:t>
            </a:r>
            <a:r>
              <a:rPr lang="en-GB" b="1" dirty="0">
                <a:latin typeface="+mj-lt"/>
              </a:rPr>
              <a:t>: Create an overview of the most relevant variables to test the behavioural, material, and psychosocial explanations of health inequality.</a:t>
            </a:r>
          </a:p>
          <a:p>
            <a:r>
              <a:rPr lang="en-GB" dirty="0"/>
              <a:t>Class divided in four groups, each looking at one of the four datasets (ISSP 11/21, ESS 7/11)</a:t>
            </a:r>
          </a:p>
          <a:p>
            <a:r>
              <a:rPr lang="en-GB" dirty="0"/>
              <a:t>Every group works in one Google document:</a:t>
            </a:r>
          </a:p>
          <a:p>
            <a:pPr lvl="1"/>
            <a:r>
              <a:rPr lang="en-GB" dirty="0"/>
              <a:t>ESS 7 </a:t>
            </a:r>
            <a:r>
              <a:rPr lang="en-GB" dirty="0">
                <a:hlinkClick r:id="rId2"/>
              </a:rPr>
              <a:t>link</a:t>
            </a:r>
            <a:endParaRPr lang="en-GB" dirty="0"/>
          </a:p>
          <a:p>
            <a:pPr lvl="1"/>
            <a:r>
              <a:rPr lang="en-GB" dirty="0"/>
              <a:t>ESS 11 </a:t>
            </a:r>
            <a:r>
              <a:rPr lang="en-GB" dirty="0">
                <a:hlinkClick r:id="rId3"/>
              </a:rPr>
              <a:t>link</a:t>
            </a:r>
            <a:endParaRPr lang="en-GB" dirty="0"/>
          </a:p>
          <a:p>
            <a:pPr lvl="1"/>
            <a:r>
              <a:rPr lang="en-GB" dirty="0"/>
              <a:t>ISSP 2011 </a:t>
            </a:r>
            <a:r>
              <a:rPr lang="en-GB" dirty="0">
                <a:hlinkClick r:id="rId4"/>
              </a:rPr>
              <a:t>link</a:t>
            </a:r>
            <a:endParaRPr lang="en-GB" dirty="0"/>
          </a:p>
          <a:p>
            <a:pPr lvl="1"/>
            <a:r>
              <a:rPr lang="en-GB" dirty="0"/>
              <a:t>ISSP 2021 </a:t>
            </a:r>
            <a:r>
              <a:rPr lang="en-GB" dirty="0">
                <a:hlinkClick r:id="rId5"/>
              </a:rPr>
              <a:t>link</a:t>
            </a:r>
            <a:endParaRPr lang="en-GB" dirty="0"/>
          </a:p>
          <a:p>
            <a:pPr marL="0" lvl="1" indent="0">
              <a:buNone/>
            </a:pPr>
            <a:r>
              <a:rPr lang="en-GB" dirty="0"/>
              <a:t>Present the available items </a:t>
            </a:r>
          </a:p>
          <a:p>
            <a:pPr marL="0" lvl="1" indent="0">
              <a:buNone/>
            </a:pPr>
            <a:endParaRPr lang="en-GB" dirty="0"/>
          </a:p>
          <a:p>
            <a:pPr marL="0" lvl="1" indent="0">
              <a:buNone/>
            </a:pPr>
            <a:r>
              <a:rPr lang="en-GB" i="1" dirty="0"/>
              <a:t>Task 2 (optional/if time allows): pick one or two key variables linked to a theory of health inequality, and analyse if there is a social gradient in these variables</a:t>
            </a:r>
          </a:p>
        </p:txBody>
      </p:sp>
    </p:spTree>
    <p:extLst>
      <p:ext uri="{BB962C8B-B14F-4D97-AF65-F5344CB8AC3E}">
        <p14:creationId xmlns:p14="http://schemas.microsoft.com/office/powerpoint/2010/main" val="9794864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FB5E6B2-79C6-8921-4E1E-DB50CF512C41}"/>
              </a:ext>
            </a:extLst>
          </p:cNvPr>
          <p:cNvSpPr>
            <a:spLocks noGrp="1"/>
          </p:cNvSpPr>
          <p:nvPr>
            <p:ph type="title"/>
          </p:nvPr>
        </p:nvSpPr>
        <p:spPr/>
        <p:txBody>
          <a:bodyPr/>
          <a:lstStyle/>
          <a:p>
            <a:r>
              <a:rPr lang="en-GB" noProof="0" dirty="0"/>
              <a:t>Outlook next week</a:t>
            </a:r>
          </a:p>
        </p:txBody>
      </p:sp>
      <p:sp>
        <p:nvSpPr>
          <p:cNvPr id="3" name="Foliennummernplatzhalter 2">
            <a:extLst>
              <a:ext uri="{FF2B5EF4-FFF2-40B4-BE49-F238E27FC236}">
                <a16:creationId xmlns:a16="http://schemas.microsoft.com/office/drawing/2014/main" id="{163632CE-87A4-FBDA-C335-1F02410E899D}"/>
              </a:ext>
            </a:extLst>
          </p:cNvPr>
          <p:cNvSpPr>
            <a:spLocks noGrp="1"/>
          </p:cNvSpPr>
          <p:nvPr>
            <p:ph type="sldNum" sz="quarter" idx="12"/>
          </p:nvPr>
        </p:nvSpPr>
        <p:spPr/>
        <p:txBody>
          <a:bodyPr/>
          <a:lstStyle/>
          <a:p>
            <a:fld id="{0A6ABA92-B65E-42F5-BB28-73DA50746AED}" type="slidenum">
              <a:rPr lang="en-GB" noProof="0" smtClean="0"/>
              <a:t>17</a:t>
            </a:fld>
            <a:endParaRPr lang="en-GB" noProof="0" dirty="0"/>
          </a:p>
        </p:txBody>
      </p:sp>
      <p:sp>
        <p:nvSpPr>
          <p:cNvPr id="4" name="Textplatzhalter 3">
            <a:extLst>
              <a:ext uri="{FF2B5EF4-FFF2-40B4-BE49-F238E27FC236}">
                <a16:creationId xmlns:a16="http://schemas.microsoft.com/office/drawing/2014/main" id="{E46C947E-F350-568D-D0AA-539392C2712E}"/>
              </a:ext>
            </a:extLst>
          </p:cNvPr>
          <p:cNvSpPr>
            <a:spLocks noGrp="1"/>
          </p:cNvSpPr>
          <p:nvPr>
            <p:ph type="body" sz="quarter" idx="13"/>
          </p:nvPr>
        </p:nvSpPr>
        <p:spPr/>
        <p:txBody>
          <a:bodyPr/>
          <a:lstStyle/>
          <a:p>
            <a:endParaRPr lang="en-GB" b="1" noProof="0" dirty="0"/>
          </a:p>
          <a:p>
            <a:endParaRPr lang="en-GB" b="1" noProof="0" dirty="0"/>
          </a:p>
          <a:p>
            <a:r>
              <a:rPr lang="en-GB" b="1" noProof="0" dirty="0">
                <a:latin typeface="+mj-lt"/>
              </a:rPr>
              <a:t>4	06.10.2025	Health inequality attributions</a:t>
            </a:r>
          </a:p>
          <a:p>
            <a:endParaRPr lang="en-GB" u="sng" noProof="0" dirty="0"/>
          </a:p>
          <a:p>
            <a:r>
              <a:rPr lang="en-GB" dirty="0"/>
              <a:t>Focus on </a:t>
            </a:r>
            <a:r>
              <a:rPr lang="en-GB" i="1" dirty="0"/>
              <a:t>perceptions</a:t>
            </a:r>
            <a:r>
              <a:rPr lang="en-GB" dirty="0"/>
              <a:t> – how people explain the social gradient in health</a:t>
            </a:r>
          </a:p>
          <a:p>
            <a:endParaRPr lang="en-GB" u="sng" noProof="0" dirty="0"/>
          </a:p>
          <a:p>
            <a:r>
              <a:rPr lang="en-GB" u="sng" noProof="0" dirty="0"/>
              <a:t>Reading</a:t>
            </a:r>
            <a:r>
              <a:rPr lang="en-GB" noProof="0" dirty="0"/>
              <a:t>: Baute, S. (2025). ‘Health Inequality Attributions and Support for Healthcare Policy’.</a:t>
            </a:r>
          </a:p>
          <a:p>
            <a:r>
              <a:rPr lang="en-GB" i="1" noProof="0" dirty="0"/>
              <a:t>Social Science &amp; Medicine</a:t>
            </a:r>
            <a:r>
              <a:rPr lang="en-GB" noProof="0" dirty="0"/>
              <a:t>: 117946.</a:t>
            </a:r>
          </a:p>
          <a:p>
            <a:endParaRPr lang="en-GB" u="sng" noProof="0" dirty="0"/>
          </a:p>
          <a:p>
            <a:r>
              <a:rPr lang="en-GB" u="sng" noProof="0" dirty="0"/>
              <a:t>Applied focus</a:t>
            </a:r>
            <a:r>
              <a:rPr lang="en-GB" noProof="0" dirty="0"/>
              <a:t>: ISSP items on causes of health problems and stigma attributions</a:t>
            </a:r>
          </a:p>
          <a:p>
            <a:endParaRPr lang="en-GB" noProof="0" dirty="0"/>
          </a:p>
          <a:p>
            <a:pPr lvl="3">
              <a:buFont typeface="Wingdings" panose="05000000000000000000" pitchFamily="2" charset="2"/>
              <a:buChar char="Ø"/>
            </a:pPr>
            <a:r>
              <a:rPr lang="en-GB" b="1" u="sng" dirty="0">
                <a:solidFill>
                  <a:srgbClr val="00963E"/>
                </a:solidFill>
                <a:latin typeface="+mj-lt"/>
              </a:rPr>
              <a:t>Homework for next week</a:t>
            </a:r>
            <a:r>
              <a:rPr lang="en-GB" b="1" dirty="0">
                <a:solidFill>
                  <a:srgbClr val="00963E"/>
                </a:solidFill>
                <a:latin typeface="+mj-lt"/>
              </a:rPr>
              <a:t>: write down a potential </a:t>
            </a:r>
            <a:r>
              <a:rPr lang="en-GB" b="1" u="sng" dirty="0">
                <a:solidFill>
                  <a:srgbClr val="00963E"/>
                </a:solidFill>
                <a:latin typeface="+mj-lt"/>
              </a:rPr>
              <a:t>topic</a:t>
            </a:r>
            <a:r>
              <a:rPr lang="en-GB" b="1" dirty="0">
                <a:solidFill>
                  <a:srgbClr val="00963E"/>
                </a:solidFill>
                <a:latin typeface="+mj-lt"/>
              </a:rPr>
              <a:t> / </a:t>
            </a:r>
            <a:r>
              <a:rPr lang="en-GB" b="1" u="sng" dirty="0">
                <a:solidFill>
                  <a:srgbClr val="00963E"/>
                </a:solidFill>
                <a:latin typeface="+mj-lt"/>
              </a:rPr>
              <a:t>research question(s)</a:t>
            </a:r>
          </a:p>
          <a:p>
            <a:pPr lvl="3">
              <a:buFont typeface="Wingdings" panose="05000000000000000000" pitchFamily="2" charset="2"/>
              <a:buChar char="Ø"/>
            </a:pPr>
            <a:r>
              <a:rPr lang="en-GB" b="1" dirty="0">
                <a:solidFill>
                  <a:srgbClr val="00963E"/>
                </a:solidFill>
                <a:latin typeface="+mj-lt"/>
              </a:rPr>
              <a:t>Next week in class, we will discuss criteria to develop a well-specified research question and provide peer feedback on each other’s research question ideas</a:t>
            </a:r>
          </a:p>
          <a:p>
            <a:endParaRPr lang="en-GB" noProof="0" dirty="0"/>
          </a:p>
        </p:txBody>
      </p:sp>
    </p:spTree>
    <p:extLst>
      <p:ext uri="{BB962C8B-B14F-4D97-AF65-F5344CB8AC3E}">
        <p14:creationId xmlns:p14="http://schemas.microsoft.com/office/powerpoint/2010/main" val="35077469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3DD29B7-B65B-DED0-D6C8-C8C8DF4EF175}"/>
              </a:ext>
            </a:extLst>
          </p:cNvPr>
          <p:cNvSpPr>
            <a:spLocks noGrp="1"/>
          </p:cNvSpPr>
          <p:nvPr>
            <p:ph type="title"/>
          </p:nvPr>
        </p:nvSpPr>
        <p:spPr/>
        <p:txBody>
          <a:bodyPr/>
          <a:lstStyle/>
          <a:p>
            <a:r>
              <a:rPr lang="en-GB" noProof="0" dirty="0"/>
              <a:t>References</a:t>
            </a:r>
          </a:p>
        </p:txBody>
      </p:sp>
      <p:sp>
        <p:nvSpPr>
          <p:cNvPr id="3" name="Foliennummernplatzhalter 2">
            <a:extLst>
              <a:ext uri="{FF2B5EF4-FFF2-40B4-BE49-F238E27FC236}">
                <a16:creationId xmlns:a16="http://schemas.microsoft.com/office/drawing/2014/main" id="{AC92A160-F563-D402-3115-22953A7A9860}"/>
              </a:ext>
            </a:extLst>
          </p:cNvPr>
          <p:cNvSpPr>
            <a:spLocks noGrp="1"/>
          </p:cNvSpPr>
          <p:nvPr>
            <p:ph type="sldNum" sz="quarter" idx="12"/>
          </p:nvPr>
        </p:nvSpPr>
        <p:spPr/>
        <p:txBody>
          <a:bodyPr/>
          <a:lstStyle/>
          <a:p>
            <a:fld id="{0A6ABA92-B65E-42F5-BB28-73DA50746AED}" type="slidenum">
              <a:rPr lang="en-GB" noProof="0" smtClean="0"/>
              <a:t>18</a:t>
            </a:fld>
            <a:endParaRPr lang="en-GB" noProof="0" dirty="0"/>
          </a:p>
        </p:txBody>
      </p:sp>
      <p:sp>
        <p:nvSpPr>
          <p:cNvPr id="4" name="Textplatzhalter 3">
            <a:extLst>
              <a:ext uri="{FF2B5EF4-FFF2-40B4-BE49-F238E27FC236}">
                <a16:creationId xmlns:a16="http://schemas.microsoft.com/office/drawing/2014/main" id="{C3C40011-4FED-A2D5-39BC-2B1AC94B5720}"/>
              </a:ext>
            </a:extLst>
          </p:cNvPr>
          <p:cNvSpPr>
            <a:spLocks noGrp="1"/>
          </p:cNvSpPr>
          <p:nvPr>
            <p:ph type="body" sz="quarter" idx="13"/>
          </p:nvPr>
        </p:nvSpPr>
        <p:spPr/>
        <p:txBody>
          <a:bodyPr/>
          <a:lstStyle/>
          <a:p>
            <a:pPr marL="171450" indent="-171450">
              <a:buFont typeface="Wingdings" panose="05000000000000000000" pitchFamily="2" charset="2"/>
              <a:buChar char="§"/>
            </a:pPr>
            <a:r>
              <a:rPr lang="en-GB" sz="1200" dirty="0"/>
              <a:t>Bartley, M., &amp; Kelly-Irving, M. (2025). </a:t>
            </a:r>
            <a:r>
              <a:rPr lang="en-GB" sz="1200" i="1" dirty="0"/>
              <a:t>Health Inequality. An Introduction to Concepts, Theories and Methods </a:t>
            </a:r>
            <a:r>
              <a:rPr lang="en-GB" sz="1200" dirty="0"/>
              <a:t>(3rd ed.). Polity Press.</a:t>
            </a:r>
          </a:p>
          <a:p>
            <a:pPr marL="171450" indent="-171450">
              <a:buFont typeface="Wingdings" panose="05000000000000000000" pitchFamily="2" charset="2"/>
              <a:buChar char="§"/>
            </a:pPr>
            <a:r>
              <a:rPr lang="en-GB" sz="1200" dirty="0"/>
              <a:t>Mackenbach, J. P. (2019). </a:t>
            </a:r>
            <a:r>
              <a:rPr lang="en-GB" sz="1200" i="1" dirty="0"/>
              <a:t>Health Inequalities. Persistence and Change in European Welfare States</a:t>
            </a:r>
            <a:r>
              <a:rPr lang="en-GB" sz="1200" dirty="0"/>
              <a:t>. Oxford University Press.</a:t>
            </a:r>
          </a:p>
          <a:p>
            <a:pPr marL="171450" indent="-171450">
              <a:buFont typeface="Wingdings" panose="05000000000000000000" pitchFamily="2" charset="2"/>
              <a:buChar char="§"/>
            </a:pPr>
            <a:r>
              <a:rPr lang="en-GB" sz="1200" dirty="0"/>
              <a:t>McEwen, B. S. (1998). Stress, Adaptation, and Disease: Allostasis and Allostatic Load. </a:t>
            </a:r>
            <a:r>
              <a:rPr lang="en-GB" sz="1200" i="1" dirty="0"/>
              <a:t>Annals of the New York Academy of Sciences</a:t>
            </a:r>
            <a:r>
              <a:rPr lang="en-GB" sz="1200" dirty="0"/>
              <a:t>, 840(1), 33–44. https://doi.org/10.1111/j.1749-6632.1998.tb09546.x</a:t>
            </a:r>
          </a:p>
          <a:p>
            <a:pPr marL="171450" indent="-171450">
              <a:buFont typeface="Wingdings" panose="05000000000000000000" pitchFamily="2" charset="2"/>
              <a:buChar char="§"/>
            </a:pPr>
            <a:r>
              <a:rPr lang="en-GB" sz="1200" dirty="0"/>
              <a:t>Petrovic, D., de </a:t>
            </a:r>
            <a:r>
              <a:rPr lang="en-GB" sz="1200" dirty="0" err="1"/>
              <a:t>Mestral</a:t>
            </a:r>
            <a:r>
              <a:rPr lang="en-GB" sz="1200" dirty="0"/>
              <a:t>, C., </a:t>
            </a:r>
            <a:r>
              <a:rPr lang="en-GB" sz="1200" dirty="0" err="1"/>
              <a:t>Bochud</a:t>
            </a:r>
            <a:r>
              <a:rPr lang="en-GB" sz="1200" dirty="0"/>
              <a:t>, M., Bartley, M., Kivimäki, M., </a:t>
            </a:r>
            <a:r>
              <a:rPr lang="en-GB" sz="1200" dirty="0" err="1"/>
              <a:t>Vineis</a:t>
            </a:r>
            <a:r>
              <a:rPr lang="en-GB" sz="1200" dirty="0"/>
              <a:t>, P., Mackenbach, J., &amp; </a:t>
            </a:r>
            <a:r>
              <a:rPr lang="en-GB" sz="1200" dirty="0" err="1"/>
              <a:t>Stringhini</a:t>
            </a:r>
            <a:r>
              <a:rPr lang="en-GB" sz="1200" dirty="0"/>
              <a:t>, S. (2018). The contribution of health </a:t>
            </a:r>
            <a:r>
              <a:rPr lang="en-GB" sz="1200" dirty="0" err="1"/>
              <a:t>behaviors</a:t>
            </a:r>
            <a:r>
              <a:rPr lang="en-GB" sz="1200" dirty="0"/>
              <a:t> to socioeconomic inequalities in health: A systematic review. </a:t>
            </a:r>
            <a:r>
              <a:rPr lang="en-GB" sz="1200" i="1" dirty="0"/>
              <a:t>Preventive Medicine</a:t>
            </a:r>
            <a:r>
              <a:rPr lang="en-GB" sz="1200" dirty="0"/>
              <a:t>, 113, 15–31. https://doi.org/10.1016/j.ypmed.2018.05.003</a:t>
            </a:r>
          </a:p>
          <a:p>
            <a:pPr marL="171450" indent="-171450">
              <a:buFont typeface="Wingdings" panose="05000000000000000000" pitchFamily="2" charset="2"/>
              <a:buChar char="§"/>
            </a:pPr>
            <a:r>
              <a:rPr lang="en-GB" sz="1200" dirty="0"/>
              <a:t>Tolstrup, J. S., Kruckow, S., Becker, U., Andersen, O., Sawyer, S. M., </a:t>
            </a:r>
            <a:r>
              <a:rPr lang="en-GB" sz="1200" dirty="0" err="1"/>
              <a:t>Katikireddi</a:t>
            </a:r>
            <a:r>
              <a:rPr lang="en-GB" sz="1200" dirty="0"/>
              <a:t>, S. V., &amp; Møller, S. P. (2023). Socioeconomic inequalities in alcohol-related harm in adolescents: A prospective cohort study of 68,299 Danish 15–19-year-olds. </a:t>
            </a:r>
            <a:r>
              <a:rPr lang="en-GB" sz="1200" i="1" dirty="0" err="1"/>
              <a:t>eClinicalMedicine</a:t>
            </a:r>
            <a:r>
              <a:rPr lang="en-GB" sz="1200" dirty="0"/>
              <a:t>, 62. https://doi.org/10.1016/j.eclinm.2023.102129</a:t>
            </a:r>
            <a:endParaRPr lang="en-GB" sz="1200" noProof="0" dirty="0"/>
          </a:p>
        </p:txBody>
      </p:sp>
    </p:spTree>
    <p:extLst>
      <p:ext uri="{BB962C8B-B14F-4D97-AF65-F5344CB8AC3E}">
        <p14:creationId xmlns:p14="http://schemas.microsoft.com/office/powerpoint/2010/main" val="3111741107"/>
      </p:ext>
    </p:extLst>
  </p:cSld>
  <p:clrMapOvr>
    <a:masterClrMapping/>
  </p:clrMapOvr>
</p:sld>
</file>

<file path=ppt/theme/theme1.xml><?xml version="1.0" encoding="utf-8"?>
<a:theme xmlns:a="http://schemas.openxmlformats.org/drawingml/2006/main" name="Universität Luzern">
  <a:themeElements>
    <a:clrScheme name="Custom 4">
      <a:dk1>
        <a:srgbClr val="000000"/>
      </a:dk1>
      <a:lt1>
        <a:srgbClr val="FFFFFF"/>
      </a:lt1>
      <a:dk2>
        <a:srgbClr val="000000"/>
      </a:dk2>
      <a:lt2>
        <a:srgbClr val="FFFFFF"/>
      </a:lt2>
      <a:accent1>
        <a:srgbClr val="E5007D"/>
      </a:accent1>
      <a:accent2>
        <a:srgbClr val="941680"/>
      </a:accent2>
      <a:accent3>
        <a:srgbClr val="009EE3"/>
      </a:accent3>
      <a:accent4>
        <a:srgbClr val="2E2382"/>
      </a:accent4>
      <a:accent5>
        <a:srgbClr val="FFED00"/>
      </a:accent5>
      <a:accent6>
        <a:srgbClr val="94C119"/>
      </a:accent6>
      <a:hlink>
        <a:srgbClr val="002D89"/>
      </a:hlink>
      <a:folHlink>
        <a:srgbClr val="002D89"/>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9D3E6"/>
        </a:solidFill>
        <a:ln>
          <a:noFill/>
        </a:ln>
      </a:spPr>
      <a:bodyPr lIns="72000" tIns="72000" rIns="72000" bIns="72000" rtlCol="0" anchor="t" anchorCtr="0"/>
      <a:lstStyle>
        <a:defPPr algn="l">
          <a:lnSpc>
            <a:spcPct val="117000"/>
          </a:lnSpc>
          <a:defRPr sz="1400" dirty="0"/>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rgbClr val="000000"/>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lnSpc>
            <a:spcPct val="117000"/>
          </a:lnSpc>
          <a:defRPr sz="1400" dirty="0">
            <a:solidFill>
              <a:srgbClr val="000000"/>
            </a:solidFill>
          </a:defRPr>
        </a:defPPr>
      </a:lstStyle>
    </a:txDef>
  </a:objectDefaults>
  <a:extraClrSchemeLst>
    <a:extraClrScheme>
      <a:clrScheme name="Universität Luzern - Farbstil 1">
        <a:dk1>
          <a:srgbClr val="000000"/>
        </a:dk1>
        <a:lt1>
          <a:srgbClr val="FFFFFF"/>
        </a:lt1>
        <a:dk2>
          <a:srgbClr val="000000"/>
        </a:dk2>
        <a:lt2>
          <a:srgbClr val="FFFFFF"/>
        </a:lt2>
        <a:accent1>
          <a:srgbClr val="E5007D"/>
        </a:accent1>
        <a:accent2>
          <a:srgbClr val="941680"/>
        </a:accent2>
        <a:accent3>
          <a:srgbClr val="009EE3"/>
        </a:accent3>
        <a:accent4>
          <a:srgbClr val="2E2382"/>
        </a:accent4>
        <a:accent5>
          <a:srgbClr val="FFED00"/>
        </a:accent5>
        <a:accent6>
          <a:srgbClr val="94C119"/>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Universität Luzern - Farbstil 2">
        <a:dk1>
          <a:srgbClr val="000000"/>
        </a:dk1>
        <a:lt1>
          <a:srgbClr val="FFFFFF"/>
        </a:lt1>
        <a:dk2>
          <a:srgbClr val="000000"/>
        </a:dk2>
        <a:lt2>
          <a:srgbClr val="FFFFFF"/>
        </a:lt2>
        <a:accent1>
          <a:srgbClr val="F39100"/>
        </a:accent1>
        <a:accent2>
          <a:srgbClr val="E3000B"/>
        </a:accent2>
        <a:accent3>
          <a:srgbClr val="009992"/>
        </a:accent3>
        <a:accent4>
          <a:srgbClr val="0068B4"/>
        </a:accent4>
        <a:accent5>
          <a:srgbClr val="E5004F"/>
        </a:accent5>
        <a:accent6>
          <a:srgbClr val="00963E"/>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Universität Luzern - Grau">
        <a:dk1>
          <a:srgbClr val="000000"/>
        </a:dk1>
        <a:lt1>
          <a:srgbClr val="FFFFFF"/>
        </a:lt1>
        <a:dk2>
          <a:srgbClr val="000000"/>
        </a:dk2>
        <a:lt2>
          <a:srgbClr val="FFFFFF"/>
        </a:lt2>
        <a:accent1>
          <a:srgbClr val="000000"/>
        </a:accent1>
        <a:accent2>
          <a:srgbClr val="333333"/>
        </a:accent2>
        <a:accent3>
          <a:srgbClr val="666666"/>
        </a:accent3>
        <a:accent4>
          <a:srgbClr val="999999"/>
        </a:accent4>
        <a:accent5>
          <a:srgbClr val="CCCCCC"/>
        </a:accent5>
        <a:accent6>
          <a:srgbClr val="E6E6E6"/>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custClrLst>
    <a:custClr name="Primäre Farbe 100%">
      <a:srgbClr val="E5007D"/>
    </a:custClr>
    <a:custClr name="Sekundäre Farbe 100%">
      <a:srgbClr val="000000"/>
    </a:custClr>
    <a:custClr>
      <a:srgbClr val="FFFFFF"/>
    </a:custClr>
    <a:custClr>
      <a:srgbClr val="0068B4"/>
    </a:custClr>
    <a:custClr>
      <a:srgbClr val="009EE3"/>
    </a:custClr>
    <a:custClr>
      <a:srgbClr val="009992"/>
    </a:custClr>
    <a:custClr>
      <a:srgbClr val="00963E"/>
    </a:custClr>
    <a:custClr>
      <a:srgbClr val="94C119"/>
    </a:custClr>
    <a:custClr>
      <a:srgbClr val="FFFFFF"/>
    </a:custClr>
    <a:custClr name="Rosa Hintergrund">
      <a:srgbClr val="F9D3E6"/>
    </a:custClr>
    <a:custClr name="Primäre Farbe 75%">
      <a:srgbClr val="EB5F9E"/>
    </a:custClr>
    <a:custClr name="Sekundäre Farbe 75%">
      <a:srgbClr val="646464"/>
    </a:custClr>
    <a:custClr>
      <a:srgbClr val="FFFFFF"/>
    </a:custClr>
    <a:custClr>
      <a:srgbClr val="FFED00"/>
    </a:custClr>
    <a:custClr>
      <a:srgbClr val="F39100"/>
    </a:custClr>
    <a:custClr>
      <a:srgbClr val="E3000B"/>
    </a:custClr>
    <a:custClr>
      <a:srgbClr val="E5004F"/>
    </a:custClr>
    <a:custClr>
      <a:srgbClr val="E5007D"/>
    </a:custClr>
    <a:custClr>
      <a:srgbClr val="FFFFFF"/>
    </a:custClr>
    <a:custClr>
      <a:srgbClr val="FFFFFF"/>
    </a:custClr>
    <a:custClr name="Primäre Farbe 50%">
      <a:srgbClr val="F29EC4"/>
    </a:custClr>
    <a:custClr name="Sekundäre Farbe 50%">
      <a:srgbClr val="9C9C9C"/>
    </a:custClr>
    <a:custClr>
      <a:srgbClr val="FFFFFF"/>
    </a:custClr>
    <a:custClr>
      <a:srgbClr val="941680"/>
    </a:custClr>
    <a:custClr>
      <a:srgbClr val="2E2382"/>
    </a:custClr>
    <a:custClr>
      <a:srgbClr val="FFFFFF"/>
    </a:custClr>
    <a:custClr>
      <a:srgbClr val="9184BE"/>
    </a:custClr>
    <a:custClr>
      <a:srgbClr val="C592C1"/>
    </a:custClr>
    <a:custClr>
      <a:srgbClr val="FFFFFF"/>
    </a:custClr>
    <a:custClr>
      <a:srgbClr val="FFFFFF"/>
    </a:custClr>
    <a:custClr name="Primäre Farbe 25%">
      <a:srgbClr val="F9D2E6"/>
    </a:custClr>
    <a:custClr name="Sekundäre Farbe 25%">
      <a:srgbClr val="D0D0D0"/>
    </a:custClr>
    <a:custClr>
      <a:srgbClr val="FFFFFF"/>
    </a:custClr>
    <a:custClr>
      <a:srgbClr val="F29EC4"/>
    </a:custClr>
    <a:custClr>
      <a:srgbClr val="F39BA2"/>
    </a:custClr>
    <a:custClr>
      <a:srgbClr val="F3987A"/>
    </a:custClr>
    <a:custClr>
      <a:srgbClr val="FCCB8D"/>
    </a:custClr>
    <a:custClr>
      <a:srgbClr val="FFF59A"/>
    </a:custClr>
    <a:custClr>
      <a:srgbClr val="FFFFFF"/>
    </a:custClr>
    <a:custClr>
      <a:srgbClr val="FFFFFF"/>
    </a:custClr>
    <a:custClr name="Primäre Farbe 5%">
      <a:srgbClr val="FEF6FA"/>
    </a:custClr>
    <a:custClr name="Sekundäre Farbe 5%">
      <a:srgbClr val="F6F6F6"/>
    </a:custClr>
    <a:custClr>
      <a:srgbClr val="FFFFFF"/>
    </a:custClr>
    <a:custClr>
      <a:srgbClr val="CFE09A"/>
    </a:custClr>
    <a:custClr>
      <a:srgbClr val="8DC899"/>
    </a:custClr>
    <a:custClr>
      <a:srgbClr val="91CCC9"/>
    </a:custClr>
    <a:custClr>
      <a:srgbClr val="81D0F5"/>
    </a:custClr>
    <a:custClr>
      <a:srgbClr val="8AADDC"/>
    </a:custClr>
    <a:custClr>
      <a:srgbClr val="FFFFFF"/>
    </a:custClr>
    <a:custClr>
      <a:srgbClr val="FFFFFF"/>
    </a:custClr>
  </a:custClrLst>
  <a:extLst>
    <a:ext uri="{05A4C25C-085E-4340-85A3-A5531E510DB2}">
      <thm15:themeFamily xmlns:thm15="http://schemas.microsoft.com/office/thememl/2012/main" name="2025 04_Presentation_template_UniLU_EN.potx" id="{5BB24A47-C4E0-4986-8B17-2EA72AABFD7F}" vid="{6163BBC9-2278-45B2-9623-4BB273D7B1F5}"/>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document xmlns="http://www.docugate.com/2015/docugatedatastorexml">
  <snapins xmlns=""/>
</document>
</file>

<file path=customXml/itemProps1.xml><?xml version="1.0" encoding="utf-8"?>
<ds:datastoreItem xmlns:ds="http://schemas.openxmlformats.org/officeDocument/2006/customXml" ds:itemID="{427112A0-A08A-45DC-9DED-48C9A0E4C6BD}">
  <ds:schemaRefs>
    <ds:schemaRef ds:uri="http://www.docugate.com/2015/docugatedatastorexml"/>
    <ds:schemaRef ds:uri=""/>
  </ds:schemaRefs>
</ds:datastoreItem>
</file>

<file path=docProps/app.xml><?xml version="1.0" encoding="utf-8"?>
<Properties xmlns="http://schemas.openxmlformats.org/officeDocument/2006/extended-properties" xmlns:vt="http://schemas.openxmlformats.org/officeDocument/2006/docPropsVTypes">
  <Template/>
  <TotalTime>0</TotalTime>
  <Words>2585</Words>
  <Application>Microsoft Office PowerPoint</Application>
  <PresentationFormat>Benutzerdefiniert</PresentationFormat>
  <Paragraphs>252</Paragraphs>
  <Slides>18</Slides>
  <Notes>6</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18</vt:i4>
      </vt:variant>
    </vt:vector>
  </HeadingPairs>
  <TitlesOfParts>
    <vt:vector size="24" baseType="lpstr">
      <vt:lpstr>Arial</vt:lpstr>
      <vt:lpstr>Courier New</vt:lpstr>
      <vt:lpstr>Franklin Gothic Book</vt:lpstr>
      <vt:lpstr>Franklin Gothic Medium</vt:lpstr>
      <vt:lpstr>Wingdings</vt:lpstr>
      <vt:lpstr>Universität Luzern</vt:lpstr>
      <vt:lpstr>PowerPoint-Präsentation</vt:lpstr>
      <vt:lpstr>Current events</vt:lpstr>
      <vt:lpstr>Three main explanatory models</vt:lpstr>
      <vt:lpstr>(1) Health behaviours – not the whole story</vt:lpstr>
      <vt:lpstr>(1) Why Health behaviours are unequal</vt:lpstr>
      <vt:lpstr>Examples – culture/Status</vt:lpstr>
      <vt:lpstr>(1) Why Health behaviours are unequal</vt:lpstr>
      <vt:lpstr>(2) Materialist explanation</vt:lpstr>
      <vt:lpstr>(2) Materialist explanation – Main pathways</vt:lpstr>
      <vt:lpstr>(3) Psychosocial factors</vt:lpstr>
      <vt:lpstr>(3) Main types of Psychosocial factors</vt:lpstr>
      <vt:lpstr>Discussion: Policy implications</vt:lpstr>
      <vt:lpstr>Mini evaluation</vt:lpstr>
      <vt:lpstr>Recap – purpose of the Applied part</vt:lpstr>
      <vt:lpstr>Using chatgpt to get Ideas for research questions</vt:lpstr>
      <vt:lpstr>Applied part – ISSP/ESS datasets</vt:lpstr>
      <vt:lpstr>Outlook next week</vt:lpstr>
      <vt:lpstr>References</vt:lpstr>
    </vt:vector>
  </TitlesOfParts>
  <Company>Universitaet Luzern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Weisstanner David</dc:creator>
  <cp:lastModifiedBy>Weisstanner David</cp:lastModifiedBy>
  <cp:revision>11</cp:revision>
  <dcterms:created xsi:type="dcterms:W3CDTF">2025-04-15T07:59:06Z</dcterms:created>
  <dcterms:modified xsi:type="dcterms:W3CDTF">2025-10-02T19:41:43Z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bel">
    <vt:i4>0</vt:i4>
  </property>
  <property fmtid="{D5CDD505-2E9C-101B-9397-08002B2CF9AE}" pid="3" name="einzelfelder_datum">
    <vt:lpwstr>15 April 2025</vt:lpwstr>
  </property>
  <property fmtid="{D5CDD505-2E9C-101B-9397-08002B2CF9AE}" pid="4" name="einzelfelder_datumunformatted">
    <vt:lpwstr>04/15/2025 00:00:00</vt:lpwstr>
  </property>
  <property fmtid="{D5CDD505-2E9C-101B-9397-08002B2CF9AE}" pid="5" name="einzelfelder_präsentationstitel">
    <vt:lpwstr>Title of the presentation</vt:lpwstr>
  </property>
  <property fmtid="{D5CDD505-2E9C-101B-9397-08002B2CF9AE}" pid="6" name="einzelfelder_präsentationstitelunformatted">
    <vt:lpwstr>Title of the presentation</vt:lpwstr>
  </property>
  <property fmtid="{D5CDD505-2E9C-101B-9397-08002B2CF9AE}" pid="7" name="mitarbeitende_ersteller_mitarbeitende_anrede">
    <vt:lpwstr>Herr</vt:lpwstr>
  </property>
  <property fmtid="{D5CDD505-2E9C-101B-9397-08002B2CF9AE}" pid="8" name="mitarbeitende_ersteller_mitarbeitende_anredee">
    <vt:lpwstr>Mr</vt:lpwstr>
  </property>
  <property fmtid="{D5CDD505-2E9C-101B-9397-08002B2CF9AE}" pid="9" name="mitarbeitende_ersteller_mitarbeitende_anstellungbis">
    <vt:lpwstr>31.12.2027</vt:lpwstr>
  </property>
  <property fmtid="{D5CDD505-2E9C-101B-9397-08002B2CF9AE}" pid="10" name="mitarbeitende_ersteller_mitarbeitende_anstellungvon">
    <vt:lpwstr>01.01.2023</vt:lpwstr>
  </property>
  <property fmtid="{D5CDD505-2E9C-101B-9397-08002B2CF9AE}" pid="11" name="mitarbeitende_ersteller_mitarbeitende_email">
    <vt:lpwstr>david.weisstanner@unilu.ch</vt:lpwstr>
  </property>
  <property fmtid="{D5CDD505-2E9C-101B-9397-08002B2CF9AE}" pid="12" name="mitarbeitende_ersteller_mitarbeitende_fakultaetsumbruch">
    <vt:lpwstr>Fakultät für Gesundheits-wissenschaften und Medizin</vt:lpwstr>
  </property>
  <property fmtid="{D5CDD505-2E9C-101B-9397-08002B2CF9AE}" pid="13" name="mitarbeitende_ersteller_mitarbeitende_fakultaet">
    <vt:lpwstr>Fakultät für Gesundheitswissenschaften und Medizin</vt:lpwstr>
  </property>
  <property fmtid="{D5CDD505-2E9C-101B-9397-08002B2CF9AE}" pid="14" name="mitarbeitende_ersteller_mitarbeitende_fakultaete">
    <vt:lpwstr>Faculty of Health Sciences and Medicine</vt:lpwstr>
  </property>
  <property fmtid="{D5CDD505-2E9C-101B-9397-08002B2CF9AE}" pid="15" name="mitarbeitende_ersteller_mitarbeitende_fakultaetkurzzeichen">
    <vt:lpwstr>GMF</vt:lpwstr>
  </property>
  <property fmtid="{D5CDD505-2E9C-101B-9397-08002B2CF9AE}" pid="16" name="mitarbeitende_ersteller_mitarbeitende_finanzquelle">
    <vt:lpwstr>Budget der Hochschule</vt:lpwstr>
  </property>
  <property fmtid="{D5CDD505-2E9C-101B-9397-08002B2CF9AE}" pid="17" name="mitarbeitende_ersteller_mitarbeitende_funktion">
    <vt:lpwstr>Assistenzprofessor</vt:lpwstr>
  </property>
  <property fmtid="{D5CDD505-2E9C-101B-9397-08002B2CF9AE}" pid="18" name="mitarbeitende_ersteller_mitarbeitende_funktione">
    <vt:lpwstr>Assistant Professor</vt:lpwstr>
  </property>
  <property fmtid="{D5CDD505-2E9C-101B-9397-08002B2CF9AE}" pid="19" name="mitarbeitende_ersteller_mitarbeitende_geburtstag">
    <vt:lpwstr>10.05.1989</vt:lpwstr>
  </property>
  <property fmtid="{D5CDD505-2E9C-101B-9397-08002B2CF9AE}" pid="20" name="mitarbeitende_ersteller_mitarbeitende_geschlecht">
    <vt:lpwstr>m</vt:lpwstr>
  </property>
  <property fmtid="{D5CDD505-2E9C-101B-9397-08002B2CF9AE}" pid="21" name="mitarbeitende_ersteller_mitarbeitende_id">
    <vt:lpwstr/>
  </property>
  <property fmtid="{D5CDD505-2E9C-101B-9397-08002B2CF9AE}" pid="22" name="mitarbeitende_ersteller_mitarbeitende_institut">
    <vt:lpwstr>Gesundheitswissenschaften</vt:lpwstr>
  </property>
  <property fmtid="{D5CDD505-2E9C-101B-9397-08002B2CF9AE}" pid="23" name="mitarbeitende_ersteller_mitarbeitende_institute">
    <vt:lpwstr>Health Sciences</vt:lpwstr>
  </property>
  <property fmtid="{D5CDD505-2E9C-101B-9397-08002B2CF9AE}" pid="24" name="mitarbeitende_ersteller_mitarbeitende_kostenstelle">
    <vt:lpwstr>6200</vt:lpwstr>
  </property>
  <property fmtid="{D5CDD505-2E9C-101B-9397-08002B2CF9AE}" pid="25" name="mitarbeitende_ersteller_mitarbeitende_kurzzeichen">
    <vt:lpwstr>WeDa</vt:lpwstr>
  </property>
  <property fmtid="{D5CDD505-2E9C-101B-9397-08002B2CF9AE}" pid="26" name="mitarbeitende_ersteller_mitarbeitende_land">
    <vt:lpwstr>Schweiz</vt:lpwstr>
  </property>
  <property fmtid="{D5CDD505-2E9C-101B-9397-08002B2CF9AE}" pid="27" name="mitarbeitende_ersteller_mitarbeitende_logoname">
    <vt:lpwstr/>
  </property>
  <property fmtid="{D5CDD505-2E9C-101B-9397-08002B2CF9AE}" pid="28" name="mitarbeitende_ersteller_mitarbeitende_ort">
    <vt:lpwstr>Luzern</vt:lpwstr>
  </property>
  <property fmtid="{D5CDD505-2E9C-101B-9397-08002B2CF9AE}" pid="29" name="mitarbeitende_ersteller_mitarbeitende_pensum">
    <vt:lpwstr>100</vt:lpwstr>
  </property>
  <property fmtid="{D5CDD505-2E9C-101B-9397-08002B2CF9AE}" pid="30" name="mitarbeitende_ersteller_mitarbeitende_plz">
    <vt:lpwstr>6005</vt:lpwstr>
  </property>
  <property fmtid="{D5CDD505-2E9C-101B-9397-08002B2CF9AE}" pid="31" name="mitarbeitende_ersteller_mitarbeitende_professurabteilungprojekt">
    <vt:lpwstr/>
  </property>
  <property fmtid="{D5CDD505-2E9C-101B-9397-08002B2CF9AE}" pid="32" name="mitarbeitende_ersteller_mitarbeitende_seminarinstitutfachbereich">
    <vt:lpwstr>Gesundheitswissenschaften</vt:lpwstr>
  </property>
  <property fmtid="{D5CDD505-2E9C-101B-9397-08002B2CF9AE}" pid="33" name="mitarbeitende_ersteller_mitarbeitende_strasse">
    <vt:lpwstr>Alpenquai 4</vt:lpwstr>
  </property>
  <property fmtid="{D5CDD505-2E9C-101B-9397-08002B2CF9AE}" pid="34" name="mitarbeitende_ersteller_mitarbeitende_svnummer">
    <vt:lpwstr>756.3354.3021.43</vt:lpwstr>
  </property>
  <property fmtid="{D5CDD505-2E9C-101B-9397-08002B2CF9AE}" pid="35" name="mitarbeitende_ersteller_mitarbeitende_teldirekt">
    <vt:lpwstr>+41 41 229 57 40</vt:lpwstr>
  </property>
  <property fmtid="{D5CDD505-2E9C-101B-9397-08002B2CF9AE}" pid="36" name="mitarbeitende_ersteller_mitarbeitende_titelhinten">
    <vt:lpwstr/>
  </property>
  <property fmtid="{D5CDD505-2E9C-101B-9397-08002B2CF9AE}" pid="37" name="mitarbeitende_ersteller_mitarbeitende_titelmitname">
    <vt:lpwstr>Ass.-Prof. David Weisstanner</vt:lpwstr>
  </property>
  <property fmtid="{D5CDD505-2E9C-101B-9397-08002B2CF9AE}" pid="38" name="mitarbeitende_ersteller_mitarbeitende_titelvor">
    <vt:lpwstr>Ass.-Prof.</vt:lpwstr>
  </property>
  <property fmtid="{D5CDD505-2E9C-101B-9397-08002B2CF9AE}" pid="39" name="mitarbeitende_ersteller_mitarbeitende_url">
    <vt:lpwstr>www.unilu.ch</vt:lpwstr>
  </property>
  <property fmtid="{D5CDD505-2E9C-101B-9397-08002B2CF9AE}" pid="40" name="mitarbeitende_ersteller_mitarbeitende_vorname">
    <vt:lpwstr>David</vt:lpwstr>
  </property>
  <property fmtid="{D5CDD505-2E9C-101B-9397-08002B2CF9AE}" pid="41" name="mitarbeitende_ersteller_mitarbeitende_name">
    <vt:lpwstr>Weisstanner</vt:lpwstr>
  </property>
  <property fmtid="{D5CDD505-2E9C-101B-9397-08002B2CF9AE}" pid="42" name="mitarbeitende_ersteller_mitarbeitende_personalnummer">
    <vt:lpwstr>419501</vt:lpwstr>
  </property>
  <property fmtid="{D5CDD505-2E9C-101B-9397-08002B2CF9AE}" pid="43" name="mitarbeitende_ersteller_mitarbeitende_nationalitaet">
    <vt:lpwstr>Schweiz</vt:lpwstr>
  </property>
  <property fmtid="{D5CDD505-2E9C-101B-9397-08002B2CF9AE}" pid="44" name="mitarbeitende_ersteller_mitarbeitende_nationalitaete">
    <vt:lpwstr>Switzerland</vt:lpwstr>
  </property>
  <property fmtid="{D5CDD505-2E9C-101B-9397-08002B2CF9AE}" pid="45" name="mitarbeitende_ersteller_sourceid">
    <vt:lpwstr>59360b04-643b-4c9b-ada7-4d540978b1e5</vt:lpwstr>
  </property>
  <property fmtid="{D5CDD505-2E9C-101B-9397-08002B2CF9AE}" pid="46" name="mitarbeitende_spesenfür_mitarbeitende_anrede">
    <vt:lpwstr>Herr</vt:lpwstr>
  </property>
  <property fmtid="{D5CDD505-2E9C-101B-9397-08002B2CF9AE}" pid="47" name="mitarbeitende_spesenfür_mitarbeitende_anredee">
    <vt:lpwstr>Mr</vt:lpwstr>
  </property>
  <property fmtid="{D5CDD505-2E9C-101B-9397-08002B2CF9AE}" pid="48" name="mitarbeitende_spesenfür_mitarbeitende_anstellungbis">
    <vt:lpwstr>31.12.2027</vt:lpwstr>
  </property>
  <property fmtid="{D5CDD505-2E9C-101B-9397-08002B2CF9AE}" pid="49" name="mitarbeitende_spesenfür_mitarbeitende_anstellungvon">
    <vt:lpwstr>01.01.2023</vt:lpwstr>
  </property>
  <property fmtid="{D5CDD505-2E9C-101B-9397-08002B2CF9AE}" pid="50" name="mitarbeitende_spesenfür_mitarbeitende_email">
    <vt:lpwstr>david.weisstanner@unilu.ch</vt:lpwstr>
  </property>
  <property fmtid="{D5CDD505-2E9C-101B-9397-08002B2CF9AE}" pid="51" name="mitarbeitende_spesenfür_mitarbeitende_fakultaetsumbruch">
    <vt:lpwstr>Gesundheitswissenschaften und Medizin</vt:lpwstr>
  </property>
  <property fmtid="{D5CDD505-2E9C-101B-9397-08002B2CF9AE}" pid="52" name="mitarbeitende_spesenfür_mitarbeitende_fakultaet">
    <vt:lpwstr>Gesundheitswissenschaften und Medizin</vt:lpwstr>
  </property>
  <property fmtid="{D5CDD505-2E9C-101B-9397-08002B2CF9AE}" pid="53" name="mitarbeitende_spesenfür_mitarbeitende_fakultaete">
    <vt:lpwstr>Department of Health Sciences and Medicine</vt:lpwstr>
  </property>
  <property fmtid="{D5CDD505-2E9C-101B-9397-08002B2CF9AE}" pid="54" name="mitarbeitende_spesenfür_mitarbeitende_fakultaetkurzzeichen">
    <vt:lpwstr>GWM</vt:lpwstr>
  </property>
  <property fmtid="{D5CDD505-2E9C-101B-9397-08002B2CF9AE}" pid="55" name="mitarbeitende_spesenfür_mitarbeitende_finanzquelle">
    <vt:lpwstr>Budget der Hochschule</vt:lpwstr>
  </property>
  <property fmtid="{D5CDD505-2E9C-101B-9397-08002B2CF9AE}" pid="56" name="mitarbeitende_spesenfür_mitarbeitende_funktion">
    <vt:lpwstr>Assistenzprofessor</vt:lpwstr>
  </property>
  <property fmtid="{D5CDD505-2E9C-101B-9397-08002B2CF9AE}" pid="57" name="mitarbeitende_spesenfür_mitarbeitende_funktione">
    <vt:lpwstr>Assistant Professor</vt:lpwstr>
  </property>
  <property fmtid="{D5CDD505-2E9C-101B-9397-08002B2CF9AE}" pid="58" name="mitarbeitende_spesenfür_mitarbeitende_geburtstag">
    <vt:lpwstr>10.05.1989</vt:lpwstr>
  </property>
  <property fmtid="{D5CDD505-2E9C-101B-9397-08002B2CF9AE}" pid="59" name="mitarbeitende_spesenfür_mitarbeitende_geschlecht">
    <vt:lpwstr>m</vt:lpwstr>
  </property>
  <property fmtid="{D5CDD505-2E9C-101B-9397-08002B2CF9AE}" pid="60" name="mitarbeitende_spesenfür_mitarbeitende_id">
    <vt:lpwstr/>
  </property>
  <property fmtid="{D5CDD505-2E9C-101B-9397-08002B2CF9AE}" pid="61" name="mitarbeitende_spesenfür_mitarbeitende_institut">
    <vt:lpwstr>Gesundheitswissenschaften</vt:lpwstr>
  </property>
  <property fmtid="{D5CDD505-2E9C-101B-9397-08002B2CF9AE}" pid="62" name="mitarbeitende_spesenfür_mitarbeitende_institute">
    <vt:lpwstr>Health Sciences</vt:lpwstr>
  </property>
  <property fmtid="{D5CDD505-2E9C-101B-9397-08002B2CF9AE}" pid="63" name="mitarbeitende_spesenfür_mitarbeitende_kostenstelle">
    <vt:lpwstr>6200</vt:lpwstr>
  </property>
  <property fmtid="{D5CDD505-2E9C-101B-9397-08002B2CF9AE}" pid="64" name="mitarbeitende_spesenfür_mitarbeitende_kurzzeichen">
    <vt:lpwstr>WeDa</vt:lpwstr>
  </property>
  <property fmtid="{D5CDD505-2E9C-101B-9397-08002B2CF9AE}" pid="65" name="mitarbeitende_spesenfür_mitarbeitende_land">
    <vt:lpwstr>Schweiz</vt:lpwstr>
  </property>
  <property fmtid="{D5CDD505-2E9C-101B-9397-08002B2CF9AE}" pid="66" name="mitarbeitende_spesenfür_mitarbeitende_logoname">
    <vt:lpwstr/>
  </property>
  <property fmtid="{D5CDD505-2E9C-101B-9397-08002B2CF9AE}" pid="67" name="mitarbeitende_spesenfür_mitarbeitende_ort">
    <vt:lpwstr>Luzern</vt:lpwstr>
  </property>
  <property fmtid="{D5CDD505-2E9C-101B-9397-08002B2CF9AE}" pid="68" name="mitarbeitende_spesenfür_mitarbeitende_pensum">
    <vt:lpwstr>100</vt:lpwstr>
  </property>
  <property fmtid="{D5CDD505-2E9C-101B-9397-08002B2CF9AE}" pid="69" name="mitarbeitende_spesenfür_mitarbeitende_plz">
    <vt:lpwstr>6002</vt:lpwstr>
  </property>
  <property fmtid="{D5CDD505-2E9C-101B-9397-08002B2CF9AE}" pid="70" name="mitarbeitende_spesenfür_mitarbeitende_professurabteilungprojekt">
    <vt:lpwstr/>
  </property>
  <property fmtid="{D5CDD505-2E9C-101B-9397-08002B2CF9AE}" pid="71" name="mitarbeitende_spesenfür_mitarbeitende_seminarinstitutfachbereich">
    <vt:lpwstr>Gesundheitswissenschaften</vt:lpwstr>
  </property>
  <property fmtid="{D5CDD505-2E9C-101B-9397-08002B2CF9AE}" pid="72" name="mitarbeitende_spesenfür_mitarbeitende_strasse">
    <vt:lpwstr>Inseliquai 10</vt:lpwstr>
  </property>
  <property fmtid="{D5CDD505-2E9C-101B-9397-08002B2CF9AE}" pid="73" name="mitarbeitende_spesenfür_mitarbeitende_svnummer">
    <vt:lpwstr>756.3354.3021.43</vt:lpwstr>
  </property>
  <property fmtid="{D5CDD505-2E9C-101B-9397-08002B2CF9AE}" pid="74" name="mitarbeitende_spesenfür_mitarbeitende_teldirekt">
    <vt:lpwstr>+41 41 229 57 40</vt:lpwstr>
  </property>
  <property fmtid="{D5CDD505-2E9C-101B-9397-08002B2CF9AE}" pid="75" name="mitarbeitende_spesenfür_mitarbeitende_titelhinten">
    <vt:lpwstr/>
  </property>
  <property fmtid="{D5CDD505-2E9C-101B-9397-08002B2CF9AE}" pid="76" name="mitarbeitende_spesenfür_mitarbeitende_titelmitname">
    <vt:lpwstr>Ass.-Prof. David Weisstanner</vt:lpwstr>
  </property>
  <property fmtid="{D5CDD505-2E9C-101B-9397-08002B2CF9AE}" pid="77" name="mitarbeitende_spesenfür_mitarbeitende_titelvor">
    <vt:lpwstr>Ass.-Prof.</vt:lpwstr>
  </property>
  <property fmtid="{D5CDD505-2E9C-101B-9397-08002B2CF9AE}" pid="78" name="mitarbeitende_spesenfür_mitarbeitende_url">
    <vt:lpwstr>www.unilu.ch</vt:lpwstr>
  </property>
  <property fmtid="{D5CDD505-2E9C-101B-9397-08002B2CF9AE}" pid="79" name="mitarbeitende_spesenfür_mitarbeitende_vorname">
    <vt:lpwstr>David</vt:lpwstr>
  </property>
  <property fmtid="{D5CDD505-2E9C-101B-9397-08002B2CF9AE}" pid="80" name="mitarbeitende_spesenfür_mitarbeitende_name">
    <vt:lpwstr>Weisstanner</vt:lpwstr>
  </property>
  <property fmtid="{D5CDD505-2E9C-101B-9397-08002B2CF9AE}" pid="81" name="mitarbeitende_spesenfür_mitarbeitende_personalnummer">
    <vt:lpwstr>419501</vt:lpwstr>
  </property>
  <property fmtid="{D5CDD505-2E9C-101B-9397-08002B2CF9AE}" pid="82" name="mitarbeitende_spesenfür_sourceid">
    <vt:lpwstr>59360b04-643b-4c9b-ada7-4d540978b1e5</vt:lpwstr>
  </property>
  <property fmtid="{D5CDD505-2E9C-101B-9397-08002B2CF9AE}" pid="83" name="standorte_firmaname_standorte_kennung">
    <vt:lpwstr/>
  </property>
  <property fmtid="{D5CDD505-2E9C-101B-9397-08002B2CF9AE}" pid="84" name="standorte_firmaname_standorte_firmaname">
    <vt:lpwstr/>
  </property>
  <property fmtid="{D5CDD505-2E9C-101B-9397-08002B2CF9AE}" pid="85" name="standorte_firmaname_standorte_firmastrasse">
    <vt:lpwstr/>
  </property>
  <property fmtid="{D5CDD505-2E9C-101B-9397-08002B2CF9AE}" pid="86" name="standorte_firmaname_standorte_firmapostfach">
    <vt:lpwstr/>
  </property>
  <property fmtid="{D5CDD505-2E9C-101B-9397-08002B2CF9AE}" pid="87" name="standorte_firmaname_standorte_firmaplz">
    <vt:lpwstr/>
  </property>
  <property fmtid="{D5CDD505-2E9C-101B-9397-08002B2CF9AE}" pid="88" name="standorte_firmaname_standorte_firmaort">
    <vt:lpwstr/>
  </property>
  <property fmtid="{D5CDD505-2E9C-101B-9397-08002B2CF9AE}" pid="89" name="standorte_firmaname_standorte_firmatelefon">
    <vt:lpwstr/>
  </property>
  <property fmtid="{D5CDD505-2E9C-101B-9397-08002B2CF9AE}" pid="90" name="standorte_firmaname_standorte_firmanamekurz">
    <vt:lpwstr/>
  </property>
  <property fmtid="{D5CDD505-2E9C-101B-9397-08002B2CF9AE}" pid="91" name="standorte_firmaname_standorte_firmaemail">
    <vt:lpwstr/>
  </property>
  <property fmtid="{D5CDD505-2E9C-101B-9397-08002B2CF9AE}" pid="92" name="standorte_firmaname_sourceid">
    <vt:lpwstr/>
  </property>
  <property fmtid="{D5CDD505-2E9C-101B-9397-08002B2CF9AE}" pid="93" name="templateid">
    <vt:lpwstr>c1a995e4-a046-4211-87fd-9b9e7f36f049</vt:lpwstr>
  </property>
  <property fmtid="{D5CDD505-2E9C-101B-9397-08002B2CF9AE}" pid="94" name="templateexternalid">
    <vt:lpwstr>5abd61b7-c2b8-4940-868a-27f65fb7181e</vt:lpwstr>
  </property>
  <property fmtid="{D5CDD505-2E9C-101B-9397-08002B2CF9AE}" pid="95" name="languagekey">
    <vt:lpwstr>EN</vt:lpwstr>
  </property>
  <property fmtid="{D5CDD505-2E9C-101B-9397-08002B2CF9AE}" pid="96" name="taskpaneguid">
    <vt:lpwstr>a936a9e2-b66a-46b1-823b-edcdaefdb47a</vt:lpwstr>
  </property>
  <property fmtid="{D5CDD505-2E9C-101B-9397-08002B2CF9AE}" pid="97" name="taskpaneenablemanually">
    <vt:lpwstr>Manually</vt:lpwstr>
  </property>
  <property fmtid="{D5CDD505-2E9C-101B-9397-08002B2CF9AE}" pid="98" name="templatename">
    <vt:lpwstr>PowerPoint Standard: Weitere Stichworte: Präsentation Vortrag Darbietung Referat Vorlesung Erklärung Rede_x000d_
</vt:lpwstr>
  </property>
  <property fmtid="{D5CDD505-2E9C-101B-9397-08002B2CF9AE}" pid="99" name="docugatedocumenthasdatastore">
    <vt:lpwstr>True</vt:lpwstr>
  </property>
  <property fmtid="{D5CDD505-2E9C-101B-9397-08002B2CF9AE}" pid="100" name="templatedisplayname">
    <vt:lpwstr>PowerPoint Standard</vt:lpwstr>
  </property>
  <property fmtid="{D5CDD505-2E9C-101B-9397-08002B2CF9AE}" pid="101" name="dgworkflowid">
    <vt:lpwstr>ea57d6bd-e793-44e8-a151-77696c4c27dd</vt:lpwstr>
  </property>
  <property fmtid="{D5CDD505-2E9C-101B-9397-08002B2CF9AE}" pid="102" name="docugatedocumentversion">
    <vt:lpwstr>5.17.8.0</vt:lpwstr>
  </property>
  <property fmtid="{D5CDD505-2E9C-101B-9397-08002B2CF9AE}" pid="103" name="docugatedocumentcreationpath">
    <vt:lpwstr>C:\Users\WeisstaD\AppData\Local\Temp\Docugate\Documents\m1v5adcw.pptx</vt:lpwstr>
  </property>
</Properties>
</file>