
<file path=[Content_Types].xml><?xml version="1.0" encoding="utf-8"?>
<Types xmlns="http://schemas.openxmlformats.org/package/2006/content-types">
  <Default Extension="bin" ContentType="image/png"/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2"/>
  </p:sldMasterIdLst>
  <p:notesMasterIdLst>
    <p:notesMasterId r:id="rId23"/>
  </p:notesMasterIdLst>
  <p:handoutMasterIdLst>
    <p:handoutMasterId r:id="rId24"/>
  </p:handoutMasterIdLst>
  <p:sldIdLst>
    <p:sldId id="256" r:id="rId3"/>
    <p:sldId id="278" r:id="rId4"/>
    <p:sldId id="279" r:id="rId5"/>
    <p:sldId id="280" r:id="rId6"/>
    <p:sldId id="295" r:id="rId7"/>
    <p:sldId id="296" r:id="rId8"/>
    <p:sldId id="297" r:id="rId9"/>
    <p:sldId id="308" r:id="rId10"/>
    <p:sldId id="298" r:id="rId11"/>
    <p:sldId id="299" r:id="rId12"/>
    <p:sldId id="303" r:id="rId13"/>
    <p:sldId id="307" r:id="rId14"/>
    <p:sldId id="309" r:id="rId15"/>
    <p:sldId id="300" r:id="rId16"/>
    <p:sldId id="301" r:id="rId17"/>
    <p:sldId id="305" r:id="rId18"/>
    <p:sldId id="304" r:id="rId19"/>
    <p:sldId id="306" r:id="rId20"/>
    <p:sldId id="276" r:id="rId21"/>
    <p:sldId id="277" r:id="rId22"/>
  </p:sldIdLst>
  <p:sldSz cx="10944225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0068B4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EED055C-8353-4CBF-86CF-4D964A5460F8}" v="17" dt="2025-09-15T06:45:53.333"/>
  </p1510:revLst>
</p1510:revInfo>
</file>

<file path=ppt/tableStyles.xml><?xml version="1.0" encoding="utf-8"?>
<a:tblStyleLst xmlns:a="http://schemas.openxmlformats.org/drawingml/2006/main" def="{5C22544A-7EE6-4342-B048-85BDC9FD1C3A}">
  <a:tblStyle styleId="{D27102A9-8310-4765-A935-A1911B00CA55}" styleName="Helle Formatvorlage 1 - Akz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86780" autoAdjust="0"/>
  </p:normalViewPr>
  <p:slideViewPr>
    <p:cSldViewPr snapToGrid="0" showGuides="1">
      <p:cViewPr varScale="1">
        <p:scale>
          <a:sx n="83" d="100"/>
          <a:sy n="83" d="100"/>
        </p:scale>
        <p:origin x="1013" y="62"/>
      </p:cViewPr>
      <p:guideLst/>
    </p:cSldViewPr>
  </p:slideViewPr>
  <p:outlineViewPr>
    <p:cViewPr>
      <p:scale>
        <a:sx n="33" d="100"/>
        <a:sy n="33" d="100"/>
      </p:scale>
      <p:origin x="0" y="-13862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 showGuides="1">
      <p:cViewPr varScale="1">
        <p:scale>
          <a:sx n="82" d="100"/>
          <a:sy n="82" d="100"/>
        </p:scale>
        <p:origin x="3876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viewProps" Target="viewProp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presProps" Target="presProps.xml"/><Relationship Id="rId2" Type="http://schemas.openxmlformats.org/officeDocument/2006/relationships/slideMaster" Target="slideMasters/slideMaster1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handoutMaster" Target="handoutMasters/handoutMaster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theme" Target="theme/theme1.xml"/><Relationship Id="rId30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Weisstanner David" userId="266fc2ed-3807-4c7d-8f60-d5f3ae3c0b34" providerId="ADAL" clId="{9EED055C-8353-4CBF-86CF-4D964A5460F8}"/>
    <pc:docChg chg="undo redo custSel addSld delSld modSld sldOrd">
      <pc:chgData name="Weisstanner David" userId="266fc2ed-3807-4c7d-8f60-d5f3ae3c0b34" providerId="ADAL" clId="{9EED055C-8353-4CBF-86CF-4D964A5460F8}" dt="2025-09-15T08:12:53.043" v="4488" actId="20577"/>
      <pc:docMkLst>
        <pc:docMk/>
      </pc:docMkLst>
      <pc:sldChg chg="addSp delSp modSp add del mod modNotesTx">
        <pc:chgData name="Weisstanner David" userId="266fc2ed-3807-4c7d-8f60-d5f3ae3c0b34" providerId="ADAL" clId="{9EED055C-8353-4CBF-86CF-4D964A5460F8}" dt="2025-09-15T08:12:53.043" v="4488" actId="20577"/>
        <pc:sldMkLst>
          <pc:docMk/>
          <pc:sldMk cId="880537261" sldId="256"/>
        </pc:sldMkLst>
        <pc:spChg chg="mod">
          <ac:chgData name="Weisstanner David" userId="266fc2ed-3807-4c7d-8f60-d5f3ae3c0b34" providerId="ADAL" clId="{9EED055C-8353-4CBF-86CF-4D964A5460F8}" dt="2025-09-11T06:11:52.862" v="130" actId="13926"/>
          <ac:spMkLst>
            <pc:docMk/>
            <pc:sldMk cId="880537261" sldId="256"/>
            <ac:spMk id="3" creationId="{1C813FDB-2757-6E2D-8B33-097B6E97B20B}"/>
          </ac:spMkLst>
        </pc:spChg>
        <pc:picChg chg="add mod ord modCrop">
          <ac:chgData name="Weisstanner David" userId="266fc2ed-3807-4c7d-8f60-d5f3ae3c0b34" providerId="ADAL" clId="{9EED055C-8353-4CBF-86CF-4D964A5460F8}" dt="2025-09-11T06:12:21.810" v="132" actId="29295"/>
          <ac:picMkLst>
            <pc:docMk/>
            <pc:sldMk cId="880537261" sldId="256"/>
            <ac:picMk id="2" creationId="{E98A9F4D-1DC9-9B15-B829-BCC7FA06C574}"/>
          </ac:picMkLst>
        </pc:picChg>
      </pc:sldChg>
      <pc:sldChg chg="add del">
        <pc:chgData name="Weisstanner David" userId="266fc2ed-3807-4c7d-8f60-d5f3ae3c0b34" providerId="ADAL" clId="{9EED055C-8353-4CBF-86CF-4D964A5460F8}" dt="2025-09-11T06:12:44.621" v="137" actId="47"/>
        <pc:sldMkLst>
          <pc:docMk/>
          <pc:sldMk cId="934482911" sldId="257"/>
        </pc:sldMkLst>
      </pc:sldChg>
      <pc:sldChg chg="add del">
        <pc:chgData name="Weisstanner David" userId="266fc2ed-3807-4c7d-8f60-d5f3ae3c0b34" providerId="ADAL" clId="{9EED055C-8353-4CBF-86CF-4D964A5460F8}" dt="2025-09-11T06:12:44.621" v="137" actId="47"/>
        <pc:sldMkLst>
          <pc:docMk/>
          <pc:sldMk cId="1219156501" sldId="258"/>
        </pc:sldMkLst>
      </pc:sldChg>
      <pc:sldChg chg="add del">
        <pc:chgData name="Weisstanner David" userId="266fc2ed-3807-4c7d-8f60-d5f3ae3c0b34" providerId="ADAL" clId="{9EED055C-8353-4CBF-86CF-4D964A5460F8}" dt="2025-09-11T06:12:44.621" v="137" actId="47"/>
        <pc:sldMkLst>
          <pc:docMk/>
          <pc:sldMk cId="459699967" sldId="259"/>
        </pc:sldMkLst>
      </pc:sldChg>
      <pc:sldChg chg="add del">
        <pc:chgData name="Weisstanner David" userId="266fc2ed-3807-4c7d-8f60-d5f3ae3c0b34" providerId="ADAL" clId="{9EED055C-8353-4CBF-86CF-4D964A5460F8}" dt="2025-09-11T06:12:44.621" v="137" actId="47"/>
        <pc:sldMkLst>
          <pc:docMk/>
          <pc:sldMk cId="2982607398" sldId="260"/>
        </pc:sldMkLst>
      </pc:sldChg>
      <pc:sldChg chg="add del">
        <pc:chgData name="Weisstanner David" userId="266fc2ed-3807-4c7d-8f60-d5f3ae3c0b34" providerId="ADAL" clId="{9EED055C-8353-4CBF-86CF-4D964A5460F8}" dt="2025-09-11T06:12:44.621" v="137" actId="47"/>
        <pc:sldMkLst>
          <pc:docMk/>
          <pc:sldMk cId="1348760638" sldId="261"/>
        </pc:sldMkLst>
      </pc:sldChg>
      <pc:sldChg chg="add del">
        <pc:chgData name="Weisstanner David" userId="266fc2ed-3807-4c7d-8f60-d5f3ae3c0b34" providerId="ADAL" clId="{9EED055C-8353-4CBF-86CF-4D964A5460F8}" dt="2025-09-11T06:12:44.621" v="137" actId="47"/>
        <pc:sldMkLst>
          <pc:docMk/>
          <pc:sldMk cId="2149539497" sldId="262"/>
        </pc:sldMkLst>
      </pc:sldChg>
      <pc:sldChg chg="add del">
        <pc:chgData name="Weisstanner David" userId="266fc2ed-3807-4c7d-8f60-d5f3ae3c0b34" providerId="ADAL" clId="{9EED055C-8353-4CBF-86CF-4D964A5460F8}" dt="2025-09-11T06:12:44.621" v="137" actId="47"/>
        <pc:sldMkLst>
          <pc:docMk/>
          <pc:sldMk cId="1212205180" sldId="263"/>
        </pc:sldMkLst>
      </pc:sldChg>
      <pc:sldChg chg="add del">
        <pc:chgData name="Weisstanner David" userId="266fc2ed-3807-4c7d-8f60-d5f3ae3c0b34" providerId="ADAL" clId="{9EED055C-8353-4CBF-86CF-4D964A5460F8}" dt="2025-09-11T06:12:44.621" v="137" actId="47"/>
        <pc:sldMkLst>
          <pc:docMk/>
          <pc:sldMk cId="907992443" sldId="264"/>
        </pc:sldMkLst>
      </pc:sldChg>
      <pc:sldChg chg="add del">
        <pc:chgData name="Weisstanner David" userId="266fc2ed-3807-4c7d-8f60-d5f3ae3c0b34" providerId="ADAL" clId="{9EED055C-8353-4CBF-86CF-4D964A5460F8}" dt="2025-09-11T06:12:44.621" v="137" actId="47"/>
        <pc:sldMkLst>
          <pc:docMk/>
          <pc:sldMk cId="2824780760" sldId="265"/>
        </pc:sldMkLst>
      </pc:sldChg>
      <pc:sldChg chg="add del">
        <pc:chgData name="Weisstanner David" userId="266fc2ed-3807-4c7d-8f60-d5f3ae3c0b34" providerId="ADAL" clId="{9EED055C-8353-4CBF-86CF-4D964A5460F8}" dt="2025-09-11T06:12:44.621" v="137" actId="47"/>
        <pc:sldMkLst>
          <pc:docMk/>
          <pc:sldMk cId="81735430" sldId="266"/>
        </pc:sldMkLst>
      </pc:sldChg>
      <pc:sldChg chg="add del">
        <pc:chgData name="Weisstanner David" userId="266fc2ed-3807-4c7d-8f60-d5f3ae3c0b34" providerId="ADAL" clId="{9EED055C-8353-4CBF-86CF-4D964A5460F8}" dt="2025-09-11T06:12:44.621" v="137" actId="47"/>
        <pc:sldMkLst>
          <pc:docMk/>
          <pc:sldMk cId="21790177" sldId="267"/>
        </pc:sldMkLst>
      </pc:sldChg>
      <pc:sldChg chg="add del">
        <pc:chgData name="Weisstanner David" userId="266fc2ed-3807-4c7d-8f60-d5f3ae3c0b34" providerId="ADAL" clId="{9EED055C-8353-4CBF-86CF-4D964A5460F8}" dt="2025-09-11T06:12:44.621" v="137" actId="47"/>
        <pc:sldMkLst>
          <pc:docMk/>
          <pc:sldMk cId="2610974536" sldId="268"/>
        </pc:sldMkLst>
      </pc:sldChg>
      <pc:sldChg chg="add del">
        <pc:chgData name="Weisstanner David" userId="266fc2ed-3807-4c7d-8f60-d5f3ae3c0b34" providerId="ADAL" clId="{9EED055C-8353-4CBF-86CF-4D964A5460F8}" dt="2025-09-11T06:12:44.621" v="137" actId="47"/>
        <pc:sldMkLst>
          <pc:docMk/>
          <pc:sldMk cId="4072972165" sldId="269"/>
        </pc:sldMkLst>
      </pc:sldChg>
      <pc:sldChg chg="add del">
        <pc:chgData name="Weisstanner David" userId="266fc2ed-3807-4c7d-8f60-d5f3ae3c0b34" providerId="ADAL" clId="{9EED055C-8353-4CBF-86CF-4D964A5460F8}" dt="2025-09-11T06:12:44.621" v="137" actId="47"/>
        <pc:sldMkLst>
          <pc:docMk/>
          <pc:sldMk cId="1436464042" sldId="270"/>
        </pc:sldMkLst>
      </pc:sldChg>
      <pc:sldChg chg="add del">
        <pc:chgData name="Weisstanner David" userId="266fc2ed-3807-4c7d-8f60-d5f3ae3c0b34" providerId="ADAL" clId="{9EED055C-8353-4CBF-86CF-4D964A5460F8}" dt="2025-09-11T06:12:44.621" v="137" actId="47"/>
        <pc:sldMkLst>
          <pc:docMk/>
          <pc:sldMk cId="1729215867" sldId="271"/>
        </pc:sldMkLst>
      </pc:sldChg>
      <pc:sldChg chg="add del">
        <pc:chgData name="Weisstanner David" userId="266fc2ed-3807-4c7d-8f60-d5f3ae3c0b34" providerId="ADAL" clId="{9EED055C-8353-4CBF-86CF-4D964A5460F8}" dt="2025-09-11T06:12:44.621" v="137" actId="47"/>
        <pc:sldMkLst>
          <pc:docMk/>
          <pc:sldMk cId="3104759892" sldId="272"/>
        </pc:sldMkLst>
      </pc:sldChg>
      <pc:sldChg chg="add del">
        <pc:chgData name="Weisstanner David" userId="266fc2ed-3807-4c7d-8f60-d5f3ae3c0b34" providerId="ADAL" clId="{9EED055C-8353-4CBF-86CF-4D964A5460F8}" dt="2025-09-11T06:12:44.621" v="137" actId="47"/>
        <pc:sldMkLst>
          <pc:docMk/>
          <pc:sldMk cId="2824322613" sldId="273"/>
        </pc:sldMkLst>
      </pc:sldChg>
      <pc:sldChg chg="add del">
        <pc:chgData name="Weisstanner David" userId="266fc2ed-3807-4c7d-8f60-d5f3ae3c0b34" providerId="ADAL" clId="{9EED055C-8353-4CBF-86CF-4D964A5460F8}" dt="2025-09-11T06:12:44.621" v="137" actId="47"/>
        <pc:sldMkLst>
          <pc:docMk/>
          <pc:sldMk cId="3806832300" sldId="274"/>
        </pc:sldMkLst>
      </pc:sldChg>
      <pc:sldChg chg="add del">
        <pc:chgData name="Weisstanner David" userId="266fc2ed-3807-4c7d-8f60-d5f3ae3c0b34" providerId="ADAL" clId="{9EED055C-8353-4CBF-86CF-4D964A5460F8}" dt="2025-09-11T06:12:44.621" v="137" actId="47"/>
        <pc:sldMkLst>
          <pc:docMk/>
          <pc:sldMk cId="3690208032" sldId="275"/>
        </pc:sldMkLst>
      </pc:sldChg>
      <pc:sldChg chg="modSp mod">
        <pc:chgData name="Weisstanner David" userId="266fc2ed-3807-4c7d-8f60-d5f3ae3c0b34" providerId="ADAL" clId="{9EED055C-8353-4CBF-86CF-4D964A5460F8}" dt="2025-09-11T06:24:46.499" v="271" actId="1036"/>
        <pc:sldMkLst>
          <pc:docMk/>
          <pc:sldMk cId="1424290438" sldId="277"/>
        </pc:sldMkLst>
        <pc:spChg chg="mod">
          <ac:chgData name="Weisstanner David" userId="266fc2ed-3807-4c7d-8f60-d5f3ae3c0b34" providerId="ADAL" clId="{9EED055C-8353-4CBF-86CF-4D964A5460F8}" dt="2025-09-11T06:24:46.499" v="271" actId="1036"/>
          <ac:spMkLst>
            <pc:docMk/>
            <pc:sldMk cId="1424290438" sldId="277"/>
            <ac:spMk id="2" creationId="{718E9F9A-D317-D485-3E81-A0B54C907F9B}"/>
          </ac:spMkLst>
        </pc:spChg>
        <pc:spChg chg="mod">
          <ac:chgData name="Weisstanner David" userId="266fc2ed-3807-4c7d-8f60-d5f3ae3c0b34" providerId="ADAL" clId="{9EED055C-8353-4CBF-86CF-4D964A5460F8}" dt="2025-09-11T06:24:42.801" v="250" actId="1036"/>
          <ac:spMkLst>
            <pc:docMk/>
            <pc:sldMk cId="1424290438" sldId="277"/>
            <ac:spMk id="4" creationId="{769DBC6C-5951-6C13-D580-12C4DE38A3C6}"/>
          </ac:spMkLst>
        </pc:spChg>
      </pc:sldChg>
      <pc:sldChg chg="addSp delSp modSp new mod modNotesTx">
        <pc:chgData name="Weisstanner David" userId="266fc2ed-3807-4c7d-8f60-d5f3ae3c0b34" providerId="ADAL" clId="{9EED055C-8353-4CBF-86CF-4D964A5460F8}" dt="2025-09-15T06:31:35.773" v="4417" actId="20577"/>
        <pc:sldMkLst>
          <pc:docMk/>
          <pc:sldMk cId="187082231" sldId="278"/>
        </pc:sldMkLst>
        <pc:spChg chg="mod">
          <ac:chgData name="Weisstanner David" userId="266fc2ed-3807-4c7d-8f60-d5f3ae3c0b34" providerId="ADAL" clId="{9EED055C-8353-4CBF-86CF-4D964A5460F8}" dt="2025-09-11T06:13:12.813" v="143"/>
          <ac:spMkLst>
            <pc:docMk/>
            <pc:sldMk cId="187082231" sldId="278"/>
            <ac:spMk id="2" creationId="{3631A66B-E4D2-F256-7B9A-64BB4F22B70C}"/>
          </ac:spMkLst>
        </pc:spChg>
        <pc:spChg chg="add del mod">
          <ac:chgData name="Weisstanner David" userId="266fc2ed-3807-4c7d-8f60-d5f3ae3c0b34" providerId="ADAL" clId="{9EED055C-8353-4CBF-86CF-4D964A5460F8}" dt="2025-09-15T06:31:18.119" v="4381" actId="478"/>
          <ac:spMkLst>
            <pc:docMk/>
            <pc:sldMk cId="187082231" sldId="278"/>
            <ac:spMk id="6" creationId="{2282862A-471E-11C5-6B16-42012F9B9281}"/>
          </ac:spMkLst>
        </pc:spChg>
        <pc:picChg chg="add mod">
          <ac:chgData name="Weisstanner David" userId="266fc2ed-3807-4c7d-8f60-d5f3ae3c0b34" providerId="ADAL" clId="{9EED055C-8353-4CBF-86CF-4D964A5460F8}" dt="2025-09-11T06:13:30.350" v="149" actId="1076"/>
          <ac:picMkLst>
            <pc:docMk/>
            <pc:sldMk cId="187082231" sldId="278"/>
            <ac:picMk id="5" creationId="{27708EA6-243F-5B3E-52F5-07F2A3157EDF}"/>
          </ac:picMkLst>
        </pc:picChg>
      </pc:sldChg>
      <pc:sldChg chg="addSp delSp modSp new mod modAnim modNotesTx">
        <pc:chgData name="Weisstanner David" userId="266fc2ed-3807-4c7d-8f60-d5f3ae3c0b34" providerId="ADAL" clId="{9EED055C-8353-4CBF-86CF-4D964A5460F8}" dt="2025-09-15T07:16:30.335" v="4487" actId="20577"/>
        <pc:sldMkLst>
          <pc:docMk/>
          <pc:sldMk cId="112081383" sldId="279"/>
        </pc:sldMkLst>
        <pc:spChg chg="mod">
          <ac:chgData name="Weisstanner David" userId="266fc2ed-3807-4c7d-8f60-d5f3ae3c0b34" providerId="ADAL" clId="{9EED055C-8353-4CBF-86CF-4D964A5460F8}" dt="2025-09-11T06:14:11.502" v="164" actId="20577"/>
          <ac:spMkLst>
            <pc:docMk/>
            <pc:sldMk cId="112081383" sldId="279"/>
            <ac:spMk id="2" creationId="{D7D27F0E-98DE-F3A5-B732-BDE795232926}"/>
          </ac:spMkLst>
        </pc:spChg>
        <pc:spChg chg="add mod">
          <ac:chgData name="Weisstanner David" userId="266fc2ed-3807-4c7d-8f60-d5f3ae3c0b34" providerId="ADAL" clId="{9EED055C-8353-4CBF-86CF-4D964A5460F8}" dt="2025-09-11T06:14:45.078" v="170" actId="14100"/>
          <ac:spMkLst>
            <pc:docMk/>
            <pc:sldMk cId="112081383" sldId="279"/>
            <ac:spMk id="6" creationId="{AA5AEA2D-7FAE-9C6E-BA5E-28F4015752A7}"/>
          </ac:spMkLst>
        </pc:spChg>
        <pc:spChg chg="add mod">
          <ac:chgData name="Weisstanner David" userId="266fc2ed-3807-4c7d-8f60-d5f3ae3c0b34" providerId="ADAL" clId="{9EED055C-8353-4CBF-86CF-4D964A5460F8}" dt="2025-09-11T06:15:10.030" v="179" actId="1076"/>
          <ac:spMkLst>
            <pc:docMk/>
            <pc:sldMk cId="112081383" sldId="279"/>
            <ac:spMk id="7" creationId="{6C0ADA61-23CD-0753-0511-81751E30A3E2}"/>
          </ac:spMkLst>
        </pc:spChg>
        <pc:picChg chg="add mod">
          <ac:chgData name="Weisstanner David" userId="266fc2ed-3807-4c7d-8f60-d5f3ae3c0b34" providerId="ADAL" clId="{9EED055C-8353-4CBF-86CF-4D964A5460F8}" dt="2025-09-11T06:14:56.927" v="174" actId="1076"/>
          <ac:picMkLst>
            <pc:docMk/>
            <pc:sldMk cId="112081383" sldId="279"/>
            <ac:picMk id="5" creationId="{01E74304-555A-FC05-F867-CBE6CEC4A2A8}"/>
          </ac:picMkLst>
        </pc:picChg>
      </pc:sldChg>
      <pc:sldChg chg="addSp delSp modSp new mod">
        <pc:chgData name="Weisstanner David" userId="266fc2ed-3807-4c7d-8f60-d5f3ae3c0b34" providerId="ADAL" clId="{9EED055C-8353-4CBF-86CF-4D964A5460F8}" dt="2025-09-11T06:16:34.971" v="191" actId="1076"/>
        <pc:sldMkLst>
          <pc:docMk/>
          <pc:sldMk cId="3589010241" sldId="280"/>
        </pc:sldMkLst>
        <pc:spChg chg="mod">
          <ac:chgData name="Weisstanner David" userId="266fc2ed-3807-4c7d-8f60-d5f3ae3c0b34" providerId="ADAL" clId="{9EED055C-8353-4CBF-86CF-4D964A5460F8}" dt="2025-09-11T06:15:26.182" v="181"/>
          <ac:spMkLst>
            <pc:docMk/>
            <pc:sldMk cId="3589010241" sldId="280"/>
            <ac:spMk id="2" creationId="{EB5D7A7D-89DA-A012-5571-CE7B172B945E}"/>
          </ac:spMkLst>
        </pc:spChg>
        <pc:spChg chg="add mod">
          <ac:chgData name="Weisstanner David" userId="266fc2ed-3807-4c7d-8f60-d5f3ae3c0b34" providerId="ADAL" clId="{9EED055C-8353-4CBF-86CF-4D964A5460F8}" dt="2025-09-11T06:16:34.971" v="191" actId="1076"/>
          <ac:spMkLst>
            <pc:docMk/>
            <pc:sldMk cId="3589010241" sldId="280"/>
            <ac:spMk id="6" creationId="{741C1B5B-DC4D-EB93-D86B-69F00F3B6D38}"/>
          </ac:spMkLst>
        </pc:spChg>
        <pc:picChg chg="add mod modCrop">
          <ac:chgData name="Weisstanner David" userId="266fc2ed-3807-4c7d-8f60-d5f3ae3c0b34" providerId="ADAL" clId="{9EED055C-8353-4CBF-86CF-4D964A5460F8}" dt="2025-09-11T06:16:30.440" v="190" actId="1076"/>
          <ac:picMkLst>
            <pc:docMk/>
            <pc:sldMk cId="3589010241" sldId="280"/>
            <ac:picMk id="5" creationId="{18035DC5-7B94-32C5-79DB-DD5C82E2A4D1}"/>
          </ac:picMkLst>
        </pc:picChg>
      </pc:sldChg>
      <pc:sldChg chg="modSp add mod">
        <pc:chgData name="Weisstanner David" userId="266fc2ed-3807-4c7d-8f60-d5f3ae3c0b34" providerId="ADAL" clId="{9EED055C-8353-4CBF-86CF-4D964A5460F8}" dt="2025-09-15T06:33:11.775" v="4446" actId="1076"/>
        <pc:sldMkLst>
          <pc:docMk/>
          <pc:sldMk cId="3684295204" sldId="295"/>
        </pc:sldMkLst>
        <pc:spChg chg="mod">
          <ac:chgData name="Weisstanner David" userId="266fc2ed-3807-4c7d-8f60-d5f3ae3c0b34" providerId="ADAL" clId="{9EED055C-8353-4CBF-86CF-4D964A5460F8}" dt="2025-09-15T06:33:11.775" v="4446" actId="1076"/>
          <ac:spMkLst>
            <pc:docMk/>
            <pc:sldMk cId="3684295204" sldId="295"/>
            <ac:spMk id="115" creationId="{3A13CFE1-395F-2486-88F5-40A812973CAC}"/>
          </ac:spMkLst>
        </pc:spChg>
      </pc:sldChg>
      <pc:sldChg chg="new del">
        <pc:chgData name="Weisstanner David" userId="266fc2ed-3807-4c7d-8f60-d5f3ae3c0b34" providerId="ADAL" clId="{9EED055C-8353-4CBF-86CF-4D964A5460F8}" dt="2025-09-11T06:18:25.567" v="204" actId="47"/>
        <pc:sldMkLst>
          <pc:docMk/>
          <pc:sldMk cId="1938818063" sldId="296"/>
        </pc:sldMkLst>
      </pc:sldChg>
      <pc:sldChg chg="addSp delSp modSp new mod ord modAnim">
        <pc:chgData name="Weisstanner David" userId="266fc2ed-3807-4c7d-8f60-d5f3ae3c0b34" providerId="ADAL" clId="{9EED055C-8353-4CBF-86CF-4D964A5460F8}" dt="2025-09-11T06:24:22.505" v="235" actId="1076"/>
        <pc:sldMkLst>
          <pc:docMk/>
          <pc:sldMk cId="3102147979" sldId="296"/>
        </pc:sldMkLst>
        <pc:spChg chg="mod">
          <ac:chgData name="Weisstanner David" userId="266fc2ed-3807-4c7d-8f60-d5f3ae3c0b34" providerId="ADAL" clId="{9EED055C-8353-4CBF-86CF-4D964A5460F8}" dt="2025-09-11T06:18:35.291" v="208"/>
          <ac:spMkLst>
            <pc:docMk/>
            <pc:sldMk cId="3102147979" sldId="296"/>
            <ac:spMk id="2" creationId="{D0FA09A1-45BA-0773-3AA6-95C79845DF41}"/>
          </ac:spMkLst>
        </pc:spChg>
        <pc:spChg chg="add mod">
          <ac:chgData name="Weisstanner David" userId="266fc2ed-3807-4c7d-8f60-d5f3ae3c0b34" providerId="ADAL" clId="{9EED055C-8353-4CBF-86CF-4D964A5460F8}" dt="2025-09-11T06:19:32.692" v="231" actId="1076"/>
          <ac:spMkLst>
            <pc:docMk/>
            <pc:sldMk cId="3102147979" sldId="296"/>
            <ac:spMk id="6" creationId="{314C293F-3521-AC7F-6E2A-AD4000E2A78A}"/>
          </ac:spMkLst>
        </pc:spChg>
        <pc:spChg chg="add mod">
          <ac:chgData name="Weisstanner David" userId="266fc2ed-3807-4c7d-8f60-d5f3ae3c0b34" providerId="ADAL" clId="{9EED055C-8353-4CBF-86CF-4D964A5460F8}" dt="2025-09-11T06:24:22.505" v="235" actId="1076"/>
          <ac:spMkLst>
            <pc:docMk/>
            <pc:sldMk cId="3102147979" sldId="296"/>
            <ac:spMk id="8" creationId="{A5389284-AD45-5B13-4436-8DE904BCAE72}"/>
          </ac:spMkLst>
        </pc:spChg>
        <pc:picChg chg="add mod">
          <ac:chgData name="Weisstanner David" userId="266fc2ed-3807-4c7d-8f60-d5f3ae3c0b34" providerId="ADAL" clId="{9EED055C-8353-4CBF-86CF-4D964A5460F8}" dt="2025-09-11T06:19:29.102" v="230" actId="1076"/>
          <ac:picMkLst>
            <pc:docMk/>
            <pc:sldMk cId="3102147979" sldId="296"/>
            <ac:picMk id="7" creationId="{319876DF-0DD9-66AC-1A30-C2C033B7AB03}"/>
          </ac:picMkLst>
        </pc:picChg>
      </pc:sldChg>
      <pc:sldChg chg="modSp new mod">
        <pc:chgData name="Weisstanner David" userId="266fc2ed-3807-4c7d-8f60-d5f3ae3c0b34" providerId="ADAL" clId="{9EED055C-8353-4CBF-86CF-4D964A5460F8}" dt="2025-09-15T06:26:35.974" v="4374" actId="20577"/>
        <pc:sldMkLst>
          <pc:docMk/>
          <pc:sldMk cId="2156680626" sldId="297"/>
        </pc:sldMkLst>
        <pc:spChg chg="mod">
          <ac:chgData name="Weisstanner David" userId="266fc2ed-3807-4c7d-8f60-d5f3ae3c0b34" providerId="ADAL" clId="{9EED055C-8353-4CBF-86CF-4D964A5460F8}" dt="2025-09-11T16:00:14.561" v="435" actId="20577"/>
          <ac:spMkLst>
            <pc:docMk/>
            <pc:sldMk cId="2156680626" sldId="297"/>
            <ac:spMk id="2" creationId="{3E779D11-8521-13B2-3553-FFE80376016A}"/>
          </ac:spMkLst>
        </pc:spChg>
        <pc:spChg chg="mod">
          <ac:chgData name="Weisstanner David" userId="266fc2ed-3807-4c7d-8f60-d5f3ae3c0b34" providerId="ADAL" clId="{9EED055C-8353-4CBF-86CF-4D964A5460F8}" dt="2025-09-15T06:26:35.974" v="4374" actId="20577"/>
          <ac:spMkLst>
            <pc:docMk/>
            <pc:sldMk cId="2156680626" sldId="297"/>
            <ac:spMk id="4" creationId="{6E8D0B4F-07F7-DD95-070E-8BDB5F56DAAE}"/>
          </ac:spMkLst>
        </pc:spChg>
      </pc:sldChg>
      <pc:sldChg chg="addSp delSp modSp new mod">
        <pc:chgData name="Weisstanner David" userId="266fc2ed-3807-4c7d-8f60-d5f3ae3c0b34" providerId="ADAL" clId="{9EED055C-8353-4CBF-86CF-4D964A5460F8}" dt="2025-09-15T06:45:53.333" v="4461" actId="14100"/>
        <pc:sldMkLst>
          <pc:docMk/>
          <pc:sldMk cId="3452388766" sldId="298"/>
        </pc:sldMkLst>
        <pc:spChg chg="mod">
          <ac:chgData name="Weisstanner David" userId="266fc2ed-3807-4c7d-8f60-d5f3ae3c0b34" providerId="ADAL" clId="{9EED055C-8353-4CBF-86CF-4D964A5460F8}" dt="2025-09-11T16:05:30.038" v="797"/>
          <ac:spMkLst>
            <pc:docMk/>
            <pc:sldMk cId="3452388766" sldId="298"/>
            <ac:spMk id="2" creationId="{DB271D81-D7FD-3D0E-9181-E29BEF67D927}"/>
          </ac:spMkLst>
        </pc:spChg>
        <pc:spChg chg="mod">
          <ac:chgData name="Weisstanner David" userId="266fc2ed-3807-4c7d-8f60-d5f3ae3c0b34" providerId="ADAL" clId="{9EED055C-8353-4CBF-86CF-4D964A5460F8}" dt="2025-09-15T06:35:31.332" v="4451" actId="20577"/>
          <ac:spMkLst>
            <pc:docMk/>
            <pc:sldMk cId="3452388766" sldId="298"/>
            <ac:spMk id="4" creationId="{B8350718-D246-CAED-81B0-20735F2BA08E}"/>
          </ac:spMkLst>
        </pc:spChg>
        <pc:spChg chg="add mod">
          <ac:chgData name="Weisstanner David" userId="266fc2ed-3807-4c7d-8f60-d5f3ae3c0b34" providerId="ADAL" clId="{9EED055C-8353-4CBF-86CF-4D964A5460F8}" dt="2025-09-11T16:05:47.820" v="825" actId="1037"/>
          <ac:spMkLst>
            <pc:docMk/>
            <pc:sldMk cId="3452388766" sldId="298"/>
            <ac:spMk id="9" creationId="{4C898350-D14C-03C2-1C1D-450462C8092C}"/>
          </ac:spMkLst>
        </pc:spChg>
        <pc:picChg chg="add mod">
          <ac:chgData name="Weisstanner David" userId="266fc2ed-3807-4c7d-8f60-d5f3ae3c0b34" providerId="ADAL" clId="{9EED055C-8353-4CBF-86CF-4D964A5460F8}" dt="2025-09-11T16:05:58.436" v="826" actId="14100"/>
          <ac:picMkLst>
            <pc:docMk/>
            <pc:sldMk cId="3452388766" sldId="298"/>
            <ac:picMk id="5" creationId="{88C80601-F8D6-C741-9C76-3ACB90F20C45}"/>
          </ac:picMkLst>
        </pc:picChg>
        <pc:picChg chg="add mod">
          <ac:chgData name="Weisstanner David" userId="266fc2ed-3807-4c7d-8f60-d5f3ae3c0b34" providerId="ADAL" clId="{9EED055C-8353-4CBF-86CF-4D964A5460F8}" dt="2025-09-11T16:05:47.820" v="825" actId="1037"/>
          <ac:picMkLst>
            <pc:docMk/>
            <pc:sldMk cId="3452388766" sldId="298"/>
            <ac:picMk id="6" creationId="{8E1A825E-B53D-E115-1771-38EDED84A1E3}"/>
          </ac:picMkLst>
        </pc:picChg>
        <pc:picChg chg="add mod">
          <ac:chgData name="Weisstanner David" userId="266fc2ed-3807-4c7d-8f60-d5f3ae3c0b34" providerId="ADAL" clId="{9EED055C-8353-4CBF-86CF-4D964A5460F8}" dt="2025-09-11T16:05:47.820" v="825" actId="1037"/>
          <ac:picMkLst>
            <pc:docMk/>
            <pc:sldMk cId="3452388766" sldId="298"/>
            <ac:picMk id="7" creationId="{80CEF6EF-BA38-CF73-3F2F-FDA63E3D35F1}"/>
          </ac:picMkLst>
        </pc:picChg>
        <pc:picChg chg="add mod">
          <ac:chgData name="Weisstanner David" userId="266fc2ed-3807-4c7d-8f60-d5f3ae3c0b34" providerId="ADAL" clId="{9EED055C-8353-4CBF-86CF-4D964A5460F8}" dt="2025-09-11T16:05:47.820" v="825" actId="1037"/>
          <ac:picMkLst>
            <pc:docMk/>
            <pc:sldMk cId="3452388766" sldId="298"/>
            <ac:picMk id="8" creationId="{7C60B8FC-467D-4713-046F-EA2F002800D4}"/>
          </ac:picMkLst>
        </pc:picChg>
        <pc:picChg chg="add del mod">
          <ac:chgData name="Weisstanner David" userId="266fc2ed-3807-4c7d-8f60-d5f3ae3c0b34" providerId="ADAL" clId="{9EED055C-8353-4CBF-86CF-4D964A5460F8}" dt="2025-09-15T06:45:36.398" v="4455" actId="478"/>
          <ac:picMkLst>
            <pc:docMk/>
            <pc:sldMk cId="3452388766" sldId="298"/>
            <ac:picMk id="1026" creationId="{D500684A-E228-A62B-E3C2-86513C356CC6}"/>
          </ac:picMkLst>
        </pc:picChg>
        <pc:picChg chg="add mod">
          <ac:chgData name="Weisstanner David" userId="266fc2ed-3807-4c7d-8f60-d5f3ae3c0b34" providerId="ADAL" clId="{9EED055C-8353-4CBF-86CF-4D964A5460F8}" dt="2025-09-15T06:45:53.333" v="4461" actId="14100"/>
          <ac:picMkLst>
            <pc:docMk/>
            <pc:sldMk cId="3452388766" sldId="298"/>
            <ac:picMk id="1028" creationId="{9D38327B-1FA3-A495-1FF2-2C43FFE4D45F}"/>
          </ac:picMkLst>
        </pc:picChg>
      </pc:sldChg>
      <pc:sldChg chg="modSp new mod">
        <pc:chgData name="Weisstanner David" userId="266fc2ed-3807-4c7d-8f60-d5f3ae3c0b34" providerId="ADAL" clId="{9EED055C-8353-4CBF-86CF-4D964A5460F8}" dt="2025-09-15T06:24:01.449" v="4309" actId="20577"/>
        <pc:sldMkLst>
          <pc:docMk/>
          <pc:sldMk cId="98097835" sldId="299"/>
        </pc:sldMkLst>
        <pc:spChg chg="mod">
          <ac:chgData name="Weisstanner David" userId="266fc2ed-3807-4c7d-8f60-d5f3ae3c0b34" providerId="ADAL" clId="{9EED055C-8353-4CBF-86CF-4D964A5460F8}" dt="2025-09-11T16:13:27.654" v="1289" actId="790"/>
          <ac:spMkLst>
            <pc:docMk/>
            <pc:sldMk cId="98097835" sldId="299"/>
            <ac:spMk id="2" creationId="{EDB876C8-A06B-D2C6-A526-41E16776CFDF}"/>
          </ac:spMkLst>
        </pc:spChg>
        <pc:spChg chg="mod">
          <ac:chgData name="Weisstanner David" userId="266fc2ed-3807-4c7d-8f60-d5f3ae3c0b34" providerId="ADAL" clId="{9EED055C-8353-4CBF-86CF-4D964A5460F8}" dt="2025-09-11T16:13:27.654" v="1289" actId="790"/>
          <ac:spMkLst>
            <pc:docMk/>
            <pc:sldMk cId="98097835" sldId="299"/>
            <ac:spMk id="3" creationId="{04B61CC4-408C-EE60-0353-E6ADC12D3917}"/>
          </ac:spMkLst>
        </pc:spChg>
        <pc:spChg chg="mod">
          <ac:chgData name="Weisstanner David" userId="266fc2ed-3807-4c7d-8f60-d5f3ae3c0b34" providerId="ADAL" clId="{9EED055C-8353-4CBF-86CF-4D964A5460F8}" dt="2025-09-15T06:24:01.449" v="4309" actId="20577"/>
          <ac:spMkLst>
            <pc:docMk/>
            <pc:sldMk cId="98097835" sldId="299"/>
            <ac:spMk id="4" creationId="{E3BE1022-6540-FBA0-FD0E-64392F467C45}"/>
          </ac:spMkLst>
        </pc:spChg>
      </pc:sldChg>
      <pc:sldChg chg="modSp new mod">
        <pc:chgData name="Weisstanner David" userId="266fc2ed-3807-4c7d-8f60-d5f3ae3c0b34" providerId="ADAL" clId="{9EED055C-8353-4CBF-86CF-4D964A5460F8}" dt="2025-09-11T16:28:47.584" v="1969" actId="114"/>
        <pc:sldMkLst>
          <pc:docMk/>
          <pc:sldMk cId="2241017088" sldId="300"/>
        </pc:sldMkLst>
        <pc:spChg chg="mod">
          <ac:chgData name="Weisstanner David" userId="266fc2ed-3807-4c7d-8f60-d5f3ae3c0b34" providerId="ADAL" clId="{9EED055C-8353-4CBF-86CF-4D964A5460F8}" dt="2025-09-11T16:12:46.430" v="1288" actId="790"/>
          <ac:spMkLst>
            <pc:docMk/>
            <pc:sldMk cId="2241017088" sldId="300"/>
            <ac:spMk id="2" creationId="{74391EDD-C262-B3C5-923B-ACB13F08D7B0}"/>
          </ac:spMkLst>
        </pc:spChg>
        <pc:spChg chg="mod">
          <ac:chgData name="Weisstanner David" userId="266fc2ed-3807-4c7d-8f60-d5f3ae3c0b34" providerId="ADAL" clId="{9EED055C-8353-4CBF-86CF-4D964A5460F8}" dt="2025-09-11T16:12:46.430" v="1288" actId="790"/>
          <ac:spMkLst>
            <pc:docMk/>
            <pc:sldMk cId="2241017088" sldId="300"/>
            <ac:spMk id="3" creationId="{FD745A59-3513-EC06-B276-4479CF5E6148}"/>
          </ac:spMkLst>
        </pc:spChg>
        <pc:spChg chg="mod">
          <ac:chgData name="Weisstanner David" userId="266fc2ed-3807-4c7d-8f60-d5f3ae3c0b34" providerId="ADAL" clId="{9EED055C-8353-4CBF-86CF-4D964A5460F8}" dt="2025-09-11T16:28:47.584" v="1969" actId="114"/>
          <ac:spMkLst>
            <pc:docMk/>
            <pc:sldMk cId="2241017088" sldId="300"/>
            <ac:spMk id="4" creationId="{027D79E8-8D53-EBBA-B323-0835A573F56F}"/>
          </ac:spMkLst>
        </pc:spChg>
      </pc:sldChg>
      <pc:sldChg chg="modSp new mod">
        <pc:chgData name="Weisstanner David" userId="266fc2ed-3807-4c7d-8f60-d5f3ae3c0b34" providerId="ADAL" clId="{9EED055C-8353-4CBF-86CF-4D964A5460F8}" dt="2025-09-11T16:36:36.088" v="2303" actId="403"/>
        <pc:sldMkLst>
          <pc:docMk/>
          <pc:sldMk cId="2804984741" sldId="301"/>
        </pc:sldMkLst>
        <pc:spChg chg="mod">
          <ac:chgData name="Weisstanner David" userId="266fc2ed-3807-4c7d-8f60-d5f3ae3c0b34" providerId="ADAL" clId="{9EED055C-8353-4CBF-86CF-4D964A5460F8}" dt="2025-09-11T16:20:18.778" v="1814" actId="20577"/>
          <ac:spMkLst>
            <pc:docMk/>
            <pc:sldMk cId="2804984741" sldId="301"/>
            <ac:spMk id="2" creationId="{0965819A-C368-5BE3-96C3-6ECA33F20C18}"/>
          </ac:spMkLst>
        </pc:spChg>
        <pc:spChg chg="mod">
          <ac:chgData name="Weisstanner David" userId="266fc2ed-3807-4c7d-8f60-d5f3ae3c0b34" providerId="ADAL" clId="{9EED055C-8353-4CBF-86CF-4D964A5460F8}" dt="2025-09-11T16:36:36.088" v="2303" actId="403"/>
          <ac:spMkLst>
            <pc:docMk/>
            <pc:sldMk cId="2804984741" sldId="301"/>
            <ac:spMk id="4" creationId="{CA672350-4FB8-59EF-1EE7-8B894B7E6758}"/>
          </ac:spMkLst>
        </pc:spChg>
      </pc:sldChg>
      <pc:sldChg chg="modSp new del mod">
        <pc:chgData name="Weisstanner David" userId="266fc2ed-3807-4c7d-8f60-d5f3ae3c0b34" providerId="ADAL" clId="{9EED055C-8353-4CBF-86CF-4D964A5460F8}" dt="2025-09-11T17:14:27.540" v="3835" actId="47"/>
        <pc:sldMkLst>
          <pc:docMk/>
          <pc:sldMk cId="1045832892" sldId="302"/>
        </pc:sldMkLst>
      </pc:sldChg>
      <pc:sldChg chg="addSp delSp modSp new mod ord">
        <pc:chgData name="Weisstanner David" userId="266fc2ed-3807-4c7d-8f60-d5f3ae3c0b34" providerId="ADAL" clId="{9EED055C-8353-4CBF-86CF-4D964A5460F8}" dt="2025-09-11T17:18:22.130" v="3984"/>
        <pc:sldMkLst>
          <pc:docMk/>
          <pc:sldMk cId="188353939" sldId="303"/>
        </pc:sldMkLst>
        <pc:spChg chg="mod">
          <ac:chgData name="Weisstanner David" userId="266fc2ed-3807-4c7d-8f60-d5f3ae3c0b34" providerId="ADAL" clId="{9EED055C-8353-4CBF-86CF-4D964A5460F8}" dt="2025-09-11T16:40:16.061" v="2375" actId="20577"/>
          <ac:spMkLst>
            <pc:docMk/>
            <pc:sldMk cId="188353939" sldId="303"/>
            <ac:spMk id="2" creationId="{B670F7E7-0D8C-990A-1BE2-83511251EB24}"/>
          </ac:spMkLst>
        </pc:spChg>
        <pc:spChg chg="mod">
          <ac:chgData name="Weisstanner David" userId="266fc2ed-3807-4c7d-8f60-d5f3ae3c0b34" providerId="ADAL" clId="{9EED055C-8353-4CBF-86CF-4D964A5460F8}" dt="2025-09-11T16:46:12.290" v="2907" actId="2711"/>
          <ac:spMkLst>
            <pc:docMk/>
            <pc:sldMk cId="188353939" sldId="303"/>
            <ac:spMk id="4" creationId="{0AA26777-30EE-8F4F-E5C8-C5C4EE2B998D}"/>
          </ac:spMkLst>
        </pc:spChg>
      </pc:sldChg>
      <pc:sldChg chg="modSp add del mod">
        <pc:chgData name="Weisstanner David" userId="266fc2ed-3807-4c7d-8f60-d5f3ae3c0b34" providerId="ADAL" clId="{9EED055C-8353-4CBF-86CF-4D964A5460F8}" dt="2025-09-11T17:15:57.546" v="3957" actId="20577"/>
        <pc:sldMkLst>
          <pc:docMk/>
          <pc:sldMk cId="3616214729" sldId="304"/>
        </pc:sldMkLst>
        <pc:spChg chg="mod">
          <ac:chgData name="Weisstanner David" userId="266fc2ed-3807-4c7d-8f60-d5f3ae3c0b34" providerId="ADAL" clId="{9EED055C-8353-4CBF-86CF-4D964A5460F8}" dt="2025-09-11T17:15:57.546" v="3957" actId="20577"/>
          <ac:spMkLst>
            <pc:docMk/>
            <pc:sldMk cId="3616214729" sldId="304"/>
            <ac:spMk id="4" creationId="{61C5C088-7C07-9ACD-BCF5-FBD5B29B6BC3}"/>
          </ac:spMkLst>
        </pc:spChg>
      </pc:sldChg>
      <pc:sldChg chg="modSp add mod">
        <pc:chgData name="Weisstanner David" userId="266fc2ed-3807-4c7d-8f60-d5f3ae3c0b34" providerId="ADAL" clId="{9EED055C-8353-4CBF-86CF-4D964A5460F8}" dt="2025-09-11T17:15:19.123" v="3907" actId="20577"/>
        <pc:sldMkLst>
          <pc:docMk/>
          <pc:sldMk cId="1790976906" sldId="305"/>
        </pc:sldMkLst>
        <pc:spChg chg="mod">
          <ac:chgData name="Weisstanner David" userId="266fc2ed-3807-4c7d-8f60-d5f3ae3c0b34" providerId="ADAL" clId="{9EED055C-8353-4CBF-86CF-4D964A5460F8}" dt="2025-09-11T17:14:12.556" v="3834" actId="20577"/>
          <ac:spMkLst>
            <pc:docMk/>
            <pc:sldMk cId="1790976906" sldId="305"/>
            <ac:spMk id="2" creationId="{2C255618-9C2B-A798-AB77-EB31AE445ABB}"/>
          </ac:spMkLst>
        </pc:spChg>
        <pc:spChg chg="mod">
          <ac:chgData name="Weisstanner David" userId="266fc2ed-3807-4c7d-8f60-d5f3ae3c0b34" providerId="ADAL" clId="{9EED055C-8353-4CBF-86CF-4D964A5460F8}" dt="2025-09-11T17:15:19.123" v="3907" actId="20577"/>
          <ac:spMkLst>
            <pc:docMk/>
            <pc:sldMk cId="1790976906" sldId="305"/>
            <ac:spMk id="4" creationId="{030FA6B1-7409-A88E-14F9-A2AC829BDB5A}"/>
          </ac:spMkLst>
        </pc:spChg>
      </pc:sldChg>
      <pc:sldChg chg="modSp new mod">
        <pc:chgData name="Weisstanner David" userId="266fc2ed-3807-4c7d-8f60-d5f3ae3c0b34" providerId="ADAL" clId="{9EED055C-8353-4CBF-86CF-4D964A5460F8}" dt="2025-09-11T17:27:01.631" v="4158" actId="2711"/>
        <pc:sldMkLst>
          <pc:docMk/>
          <pc:sldMk cId="3507746981" sldId="306"/>
        </pc:sldMkLst>
        <pc:spChg chg="mod">
          <ac:chgData name="Weisstanner David" userId="266fc2ed-3807-4c7d-8f60-d5f3ae3c0b34" providerId="ADAL" clId="{9EED055C-8353-4CBF-86CF-4D964A5460F8}" dt="2025-09-11T17:16:55.524" v="3975" actId="20577"/>
          <ac:spMkLst>
            <pc:docMk/>
            <pc:sldMk cId="3507746981" sldId="306"/>
            <ac:spMk id="2" creationId="{EFB5E6B2-79C6-8921-4E1E-DB50CF512C41}"/>
          </ac:spMkLst>
        </pc:spChg>
        <pc:spChg chg="mod">
          <ac:chgData name="Weisstanner David" userId="266fc2ed-3807-4c7d-8f60-d5f3ae3c0b34" providerId="ADAL" clId="{9EED055C-8353-4CBF-86CF-4D964A5460F8}" dt="2025-09-11T17:27:01.631" v="4158" actId="2711"/>
          <ac:spMkLst>
            <pc:docMk/>
            <pc:sldMk cId="3507746981" sldId="306"/>
            <ac:spMk id="4" creationId="{E46C947E-F350-568D-D0AA-539392C2712E}"/>
          </ac:spMkLst>
        </pc:spChg>
      </pc:sldChg>
      <pc:sldChg chg="addSp delSp modSp new mod">
        <pc:chgData name="Weisstanner David" userId="266fc2ed-3807-4c7d-8f60-d5f3ae3c0b34" providerId="ADAL" clId="{9EED055C-8353-4CBF-86CF-4D964A5460F8}" dt="2025-09-11T17:25:27.235" v="4157" actId="1038"/>
        <pc:sldMkLst>
          <pc:docMk/>
          <pc:sldMk cId="3075362978" sldId="307"/>
        </pc:sldMkLst>
        <pc:spChg chg="mod">
          <ac:chgData name="Weisstanner David" userId="266fc2ed-3807-4c7d-8f60-d5f3ae3c0b34" providerId="ADAL" clId="{9EED055C-8353-4CBF-86CF-4D964A5460F8}" dt="2025-09-11T17:18:31.841" v="3994" actId="20577"/>
          <ac:spMkLst>
            <pc:docMk/>
            <pc:sldMk cId="3075362978" sldId="307"/>
            <ac:spMk id="2" creationId="{C501AEFF-1EBB-9D5D-57B4-36F0E8A8E7BD}"/>
          </ac:spMkLst>
        </pc:spChg>
        <pc:spChg chg="add mod">
          <ac:chgData name="Weisstanner David" userId="266fc2ed-3807-4c7d-8f60-d5f3ae3c0b34" providerId="ADAL" clId="{9EED055C-8353-4CBF-86CF-4D964A5460F8}" dt="2025-09-11T17:25:17.892" v="4151" actId="2711"/>
          <ac:spMkLst>
            <pc:docMk/>
            <pc:sldMk cId="3075362978" sldId="307"/>
            <ac:spMk id="11" creationId="{D73F30CB-AA6C-8BC9-77B4-2158DFB26087}"/>
          </ac:spMkLst>
        </pc:spChg>
        <pc:picChg chg="add mod">
          <ac:chgData name="Weisstanner David" userId="266fc2ed-3807-4c7d-8f60-d5f3ae3c0b34" providerId="ADAL" clId="{9EED055C-8353-4CBF-86CF-4D964A5460F8}" dt="2025-09-11T17:25:27.235" v="4157" actId="1038"/>
          <ac:picMkLst>
            <pc:docMk/>
            <pc:sldMk cId="3075362978" sldId="307"/>
            <ac:picMk id="6" creationId="{1E2A42CE-EBB5-1F70-BE5F-702203919A01}"/>
          </ac:picMkLst>
        </pc:picChg>
        <pc:picChg chg="add mod">
          <ac:chgData name="Weisstanner David" userId="266fc2ed-3807-4c7d-8f60-d5f3ae3c0b34" providerId="ADAL" clId="{9EED055C-8353-4CBF-86CF-4D964A5460F8}" dt="2025-09-11T17:25:22.787" v="4154" actId="1038"/>
          <ac:picMkLst>
            <pc:docMk/>
            <pc:sldMk cId="3075362978" sldId="307"/>
            <ac:picMk id="8" creationId="{065863E8-E585-8DE1-F457-361E2C12107D}"/>
          </ac:picMkLst>
        </pc:picChg>
        <pc:picChg chg="add mod">
          <ac:chgData name="Weisstanner David" userId="266fc2ed-3807-4c7d-8f60-d5f3ae3c0b34" providerId="ADAL" clId="{9EED055C-8353-4CBF-86CF-4D964A5460F8}" dt="2025-09-11T17:24:43.537" v="4117" actId="1037"/>
          <ac:picMkLst>
            <pc:docMk/>
            <pc:sldMk cId="3075362978" sldId="307"/>
            <ac:picMk id="10" creationId="{4CBE456A-78CB-03D8-D2BA-57AF28740AA4}"/>
          </ac:picMkLst>
        </pc:picChg>
      </pc:sldChg>
      <pc:sldChg chg="addSp delSp modSp new mod">
        <pc:chgData name="Weisstanner David" userId="266fc2ed-3807-4c7d-8f60-d5f3ae3c0b34" providerId="ADAL" clId="{9EED055C-8353-4CBF-86CF-4D964A5460F8}" dt="2025-09-15T06:19:30.286" v="4235" actId="1076"/>
        <pc:sldMkLst>
          <pc:docMk/>
          <pc:sldMk cId="2694168819" sldId="308"/>
        </pc:sldMkLst>
        <pc:spChg chg="del">
          <ac:chgData name="Weisstanner David" userId="266fc2ed-3807-4c7d-8f60-d5f3ae3c0b34" providerId="ADAL" clId="{9EED055C-8353-4CBF-86CF-4D964A5460F8}" dt="2025-09-15T06:16:34.769" v="4173" actId="478"/>
          <ac:spMkLst>
            <pc:docMk/>
            <pc:sldMk cId="2694168819" sldId="308"/>
            <ac:spMk id="2" creationId="{70ED930F-A660-D91B-579F-20F458AAA067}"/>
          </ac:spMkLst>
        </pc:spChg>
        <pc:spChg chg="del">
          <ac:chgData name="Weisstanner David" userId="266fc2ed-3807-4c7d-8f60-d5f3ae3c0b34" providerId="ADAL" clId="{9EED055C-8353-4CBF-86CF-4D964A5460F8}" dt="2025-09-15T06:15:09.623" v="4160" actId="478"/>
          <ac:spMkLst>
            <pc:docMk/>
            <pc:sldMk cId="2694168819" sldId="308"/>
            <ac:spMk id="4" creationId="{BC76D6C8-6984-28F8-3F63-496359465188}"/>
          </ac:spMkLst>
        </pc:spChg>
        <pc:spChg chg="add mod">
          <ac:chgData name="Weisstanner David" userId="266fc2ed-3807-4c7d-8f60-d5f3ae3c0b34" providerId="ADAL" clId="{9EED055C-8353-4CBF-86CF-4D964A5460F8}" dt="2025-09-15T06:17:01.900" v="4219" actId="1076"/>
          <ac:spMkLst>
            <pc:docMk/>
            <pc:sldMk cId="2694168819" sldId="308"/>
            <ac:spMk id="14" creationId="{C46B1842-3FAC-E3CB-F902-4829CD3F864A}"/>
          </ac:spMkLst>
        </pc:spChg>
        <pc:spChg chg="add del">
          <ac:chgData name="Weisstanner David" userId="266fc2ed-3807-4c7d-8f60-d5f3ae3c0b34" providerId="ADAL" clId="{9EED055C-8353-4CBF-86CF-4D964A5460F8}" dt="2025-09-15T06:18:49.285" v="4223" actId="22"/>
          <ac:spMkLst>
            <pc:docMk/>
            <pc:sldMk cId="2694168819" sldId="308"/>
            <ac:spMk id="18" creationId="{90FBDAB7-7217-F317-27F6-E70EDE9AC535}"/>
          </ac:spMkLst>
        </pc:spChg>
        <pc:spChg chg="add mod">
          <ac:chgData name="Weisstanner David" userId="266fc2ed-3807-4c7d-8f60-d5f3ae3c0b34" providerId="ADAL" clId="{9EED055C-8353-4CBF-86CF-4D964A5460F8}" dt="2025-09-15T06:19:30.286" v="4235" actId="1076"/>
          <ac:spMkLst>
            <pc:docMk/>
            <pc:sldMk cId="2694168819" sldId="308"/>
            <ac:spMk id="20" creationId="{7FBE5FCE-080D-4D2A-8782-02A0DDF66663}"/>
          </ac:spMkLst>
        </pc:spChg>
        <pc:picChg chg="add mod">
          <ac:chgData name="Weisstanner David" userId="266fc2ed-3807-4c7d-8f60-d5f3ae3c0b34" providerId="ADAL" clId="{9EED055C-8353-4CBF-86CF-4D964A5460F8}" dt="2025-09-15T06:16:43.825" v="4214" actId="1035"/>
          <ac:picMkLst>
            <pc:docMk/>
            <pc:sldMk cId="2694168819" sldId="308"/>
            <ac:picMk id="6" creationId="{53605E7D-2D4D-4CB9-3E56-24D2C232A684}"/>
          </ac:picMkLst>
        </pc:picChg>
        <pc:picChg chg="add mod">
          <ac:chgData name="Weisstanner David" userId="266fc2ed-3807-4c7d-8f60-d5f3ae3c0b34" providerId="ADAL" clId="{9EED055C-8353-4CBF-86CF-4D964A5460F8}" dt="2025-09-15T06:16:43.825" v="4214" actId="1035"/>
          <ac:picMkLst>
            <pc:docMk/>
            <pc:sldMk cId="2694168819" sldId="308"/>
            <ac:picMk id="8" creationId="{861F9485-6F9C-0332-3442-04CD51330494}"/>
          </ac:picMkLst>
        </pc:picChg>
        <pc:picChg chg="add mod">
          <ac:chgData name="Weisstanner David" userId="266fc2ed-3807-4c7d-8f60-d5f3ae3c0b34" providerId="ADAL" clId="{9EED055C-8353-4CBF-86CF-4D964A5460F8}" dt="2025-09-15T06:16:43.825" v="4214" actId="1035"/>
          <ac:picMkLst>
            <pc:docMk/>
            <pc:sldMk cId="2694168819" sldId="308"/>
            <ac:picMk id="10" creationId="{CB03CC0B-8B6A-CEA5-B3BB-EAEAE1E4FEDF}"/>
          </ac:picMkLst>
        </pc:picChg>
        <pc:picChg chg="add mod">
          <ac:chgData name="Weisstanner David" userId="266fc2ed-3807-4c7d-8f60-d5f3ae3c0b34" providerId="ADAL" clId="{9EED055C-8353-4CBF-86CF-4D964A5460F8}" dt="2025-09-15T06:16:43.825" v="4214" actId="1035"/>
          <ac:picMkLst>
            <pc:docMk/>
            <pc:sldMk cId="2694168819" sldId="308"/>
            <ac:picMk id="12" creationId="{5AA92F6E-F538-0F04-B343-6D8900AB2D9F}"/>
          </ac:picMkLst>
        </pc:picChg>
        <pc:picChg chg="add mod">
          <ac:chgData name="Weisstanner David" userId="266fc2ed-3807-4c7d-8f60-d5f3ae3c0b34" providerId="ADAL" clId="{9EED055C-8353-4CBF-86CF-4D964A5460F8}" dt="2025-09-15T06:18:39.199" v="4221" actId="1076"/>
          <ac:picMkLst>
            <pc:docMk/>
            <pc:sldMk cId="2694168819" sldId="308"/>
            <ac:picMk id="16" creationId="{A6C0EA1D-F2CF-580E-85C9-FA473B4299B4}"/>
          </ac:picMkLst>
        </pc:picChg>
      </pc:sldChg>
      <pc:sldChg chg="addSp delSp modSp new mod">
        <pc:chgData name="Weisstanner David" userId="266fc2ed-3807-4c7d-8f60-d5f3ae3c0b34" providerId="ADAL" clId="{9EED055C-8353-4CBF-86CF-4D964A5460F8}" dt="2025-09-15T06:23:01.462" v="4264" actId="14100"/>
        <pc:sldMkLst>
          <pc:docMk/>
          <pc:sldMk cId="2223797282" sldId="309"/>
        </pc:sldMkLst>
        <pc:spChg chg="del mod">
          <ac:chgData name="Weisstanner David" userId="266fc2ed-3807-4c7d-8f60-d5f3ae3c0b34" providerId="ADAL" clId="{9EED055C-8353-4CBF-86CF-4D964A5460F8}" dt="2025-09-15T06:22:25.824" v="4251" actId="478"/>
          <ac:spMkLst>
            <pc:docMk/>
            <pc:sldMk cId="2223797282" sldId="309"/>
            <ac:spMk id="2" creationId="{2E8BB925-F5FC-49EE-F712-6AE3D0112EA8}"/>
          </ac:spMkLst>
        </pc:spChg>
        <pc:spChg chg="del">
          <ac:chgData name="Weisstanner David" userId="266fc2ed-3807-4c7d-8f60-d5f3ae3c0b34" providerId="ADAL" clId="{9EED055C-8353-4CBF-86CF-4D964A5460F8}" dt="2025-09-15T06:22:21.477" v="4248" actId="478"/>
          <ac:spMkLst>
            <pc:docMk/>
            <pc:sldMk cId="2223797282" sldId="309"/>
            <ac:spMk id="4" creationId="{50A96DBF-A1B0-99E4-1BAA-3A9E071BAFFF}"/>
          </ac:spMkLst>
        </pc:spChg>
        <pc:spChg chg="add del mod">
          <ac:chgData name="Weisstanner David" userId="266fc2ed-3807-4c7d-8f60-d5f3ae3c0b34" providerId="ADAL" clId="{9EED055C-8353-4CBF-86CF-4D964A5460F8}" dt="2025-09-15T06:22:27.794" v="4252" actId="478"/>
          <ac:spMkLst>
            <pc:docMk/>
            <pc:sldMk cId="2223797282" sldId="309"/>
            <ac:spMk id="8" creationId="{469957C8-55FD-6FD1-64CA-9B009255BC6E}"/>
          </ac:spMkLst>
        </pc:spChg>
        <pc:spChg chg="add del">
          <ac:chgData name="Weisstanner David" userId="266fc2ed-3807-4c7d-8f60-d5f3ae3c0b34" providerId="ADAL" clId="{9EED055C-8353-4CBF-86CF-4D964A5460F8}" dt="2025-09-15T06:22:44.174" v="4256" actId="22"/>
          <ac:spMkLst>
            <pc:docMk/>
            <pc:sldMk cId="2223797282" sldId="309"/>
            <ac:spMk id="10" creationId="{F6564212-CA45-FC19-E8F8-78ADE09C0A6A}"/>
          </ac:spMkLst>
        </pc:spChg>
        <pc:spChg chg="add mod">
          <ac:chgData name="Weisstanner David" userId="266fc2ed-3807-4c7d-8f60-d5f3ae3c0b34" providerId="ADAL" clId="{9EED055C-8353-4CBF-86CF-4D964A5460F8}" dt="2025-09-15T06:23:01.462" v="4264" actId="14100"/>
          <ac:spMkLst>
            <pc:docMk/>
            <pc:sldMk cId="2223797282" sldId="309"/>
            <ac:spMk id="12" creationId="{E1EECEFE-317E-BE89-F7FD-D941628F7437}"/>
          </ac:spMkLst>
        </pc:spChg>
        <pc:picChg chg="add mod">
          <ac:chgData name="Weisstanner David" userId="266fc2ed-3807-4c7d-8f60-d5f3ae3c0b34" providerId="ADAL" clId="{9EED055C-8353-4CBF-86CF-4D964A5460F8}" dt="2025-09-15T06:22:58.621" v="4263" actId="1076"/>
          <ac:picMkLst>
            <pc:docMk/>
            <pc:sldMk cId="2223797282" sldId="309"/>
            <ac:picMk id="6" creationId="{05FAA133-C630-56F5-3954-287B40C205BA}"/>
          </ac:picMkLst>
        </pc:picChg>
      </pc:sldChg>
    </pc:docChg>
  </pc:docChgLst>
  <pc:docChgLst>
    <pc:chgData name="Weisstanner David" userId="266fc2ed-3807-4c7d-8f60-d5f3ae3c0b34" providerId="ADAL" clId="{55B42AAE-C8B6-4A79-989A-EB9D9D13F826}"/>
    <pc:docChg chg="undo custSel addSld delSld modSld sldOrd">
      <pc:chgData name="Weisstanner David" userId="266fc2ed-3807-4c7d-8f60-d5f3ae3c0b34" providerId="ADAL" clId="{55B42AAE-C8B6-4A79-989A-EB9D9D13F826}" dt="2025-09-11T06:03:57.567" v="2799" actId="2711"/>
      <pc:docMkLst>
        <pc:docMk/>
      </pc:docMkLst>
      <pc:sldChg chg="addSp delSp modSp mod modNotesTx">
        <pc:chgData name="Weisstanner David" userId="266fc2ed-3807-4c7d-8f60-d5f3ae3c0b34" providerId="ADAL" clId="{55B42AAE-C8B6-4A79-989A-EB9D9D13F826}" dt="2025-09-11T04:56:22.537" v="815" actId="20577"/>
        <pc:sldMkLst>
          <pc:docMk/>
          <pc:sldMk cId="880537261" sldId="256"/>
        </pc:sldMkLst>
        <pc:spChg chg="add mod">
          <ac:chgData name="Weisstanner David" userId="266fc2ed-3807-4c7d-8f60-d5f3ae3c0b34" providerId="ADAL" clId="{55B42AAE-C8B6-4A79-989A-EB9D9D13F826}" dt="2025-09-11T04:37:18.427" v="329" actId="1076"/>
          <ac:spMkLst>
            <pc:docMk/>
            <pc:sldMk cId="880537261" sldId="256"/>
            <ac:spMk id="3" creationId="{1C813FDB-2757-6E2D-8B33-097B6E97B20B}"/>
          </ac:spMkLst>
        </pc:spChg>
      </pc:sldChg>
      <pc:sldChg chg="addSp delSp modSp new mod">
        <pc:chgData name="Weisstanner David" userId="266fc2ed-3807-4c7d-8f60-d5f3ae3c0b34" providerId="ADAL" clId="{55B42AAE-C8B6-4A79-989A-EB9D9D13F826}" dt="2025-09-11T04:29:53.952" v="130" actId="20577"/>
        <pc:sldMkLst>
          <pc:docMk/>
          <pc:sldMk cId="934482911" sldId="257"/>
        </pc:sldMkLst>
      </pc:sldChg>
      <pc:sldChg chg="del">
        <pc:chgData name="Weisstanner David" userId="266fc2ed-3807-4c7d-8f60-d5f3ae3c0b34" providerId="ADAL" clId="{55B42AAE-C8B6-4A79-989A-EB9D9D13F826}" dt="2025-09-11T04:05:30.942" v="1" actId="47"/>
        <pc:sldMkLst>
          <pc:docMk/>
          <pc:sldMk cId="970384432" sldId="258"/>
        </pc:sldMkLst>
      </pc:sldChg>
      <pc:sldChg chg="addSp modSp new mod">
        <pc:chgData name="Weisstanner David" userId="266fc2ed-3807-4c7d-8f60-d5f3ae3c0b34" providerId="ADAL" clId="{55B42AAE-C8B6-4A79-989A-EB9D9D13F826}" dt="2025-09-11T06:03:57.567" v="2799" actId="2711"/>
        <pc:sldMkLst>
          <pc:docMk/>
          <pc:sldMk cId="1219156501" sldId="258"/>
        </pc:sldMkLst>
      </pc:sldChg>
      <pc:sldChg chg="addSp delSp modSp new mod ord">
        <pc:chgData name="Weisstanner David" userId="266fc2ed-3807-4c7d-8f60-d5f3ae3c0b34" providerId="ADAL" clId="{55B42AAE-C8B6-4A79-989A-EB9D9D13F826}" dt="2025-09-11T06:02:38.247" v="2739"/>
        <pc:sldMkLst>
          <pc:docMk/>
          <pc:sldMk cId="459699967" sldId="259"/>
        </pc:sldMkLst>
      </pc:sldChg>
      <pc:sldChg chg="del ord">
        <pc:chgData name="Weisstanner David" userId="266fc2ed-3807-4c7d-8f60-d5f3ae3c0b34" providerId="ADAL" clId="{55B42AAE-C8B6-4A79-989A-EB9D9D13F826}" dt="2025-09-11T04:05:30.942" v="1" actId="47"/>
        <pc:sldMkLst>
          <pc:docMk/>
          <pc:sldMk cId="1488249943" sldId="259"/>
        </pc:sldMkLst>
      </pc:sldChg>
      <pc:sldChg chg="modSp new mod">
        <pc:chgData name="Weisstanner David" userId="266fc2ed-3807-4c7d-8f60-d5f3ae3c0b34" providerId="ADAL" clId="{55B42AAE-C8B6-4A79-989A-EB9D9D13F826}" dt="2025-09-11T04:49:47.342" v="605" actId="2711"/>
        <pc:sldMkLst>
          <pc:docMk/>
          <pc:sldMk cId="2982607398" sldId="260"/>
        </pc:sldMkLst>
      </pc:sldChg>
      <pc:sldChg chg="addSp modSp new mod">
        <pc:chgData name="Weisstanner David" userId="266fc2ed-3807-4c7d-8f60-d5f3ae3c0b34" providerId="ADAL" clId="{55B42AAE-C8B6-4A79-989A-EB9D9D13F826}" dt="2025-09-11T04:54:10.149" v="771" actId="1076"/>
        <pc:sldMkLst>
          <pc:docMk/>
          <pc:sldMk cId="1348760638" sldId="261"/>
        </pc:sldMkLst>
      </pc:sldChg>
      <pc:sldChg chg="del">
        <pc:chgData name="Weisstanner David" userId="266fc2ed-3807-4c7d-8f60-d5f3ae3c0b34" providerId="ADAL" clId="{55B42AAE-C8B6-4A79-989A-EB9D9D13F826}" dt="2025-09-11T04:05:30.942" v="1" actId="47"/>
        <pc:sldMkLst>
          <pc:docMk/>
          <pc:sldMk cId="1692953889" sldId="262"/>
        </pc:sldMkLst>
      </pc:sldChg>
      <pc:sldChg chg="modSp new mod">
        <pc:chgData name="Weisstanner David" userId="266fc2ed-3807-4c7d-8f60-d5f3ae3c0b34" providerId="ADAL" clId="{55B42AAE-C8B6-4A79-989A-EB9D9D13F826}" dt="2025-09-11T05:02:19.545" v="1210" actId="20577"/>
        <pc:sldMkLst>
          <pc:docMk/>
          <pc:sldMk cId="2149539497" sldId="262"/>
        </pc:sldMkLst>
      </pc:sldChg>
      <pc:sldChg chg="modSp new mod">
        <pc:chgData name="Weisstanner David" userId="266fc2ed-3807-4c7d-8f60-d5f3ae3c0b34" providerId="ADAL" clId="{55B42AAE-C8B6-4A79-989A-EB9D9D13F826}" dt="2025-09-11T05:01:43.832" v="1209" actId="20577"/>
        <pc:sldMkLst>
          <pc:docMk/>
          <pc:sldMk cId="1212205180" sldId="263"/>
        </pc:sldMkLst>
      </pc:sldChg>
      <pc:sldChg chg="modSp new mod">
        <pc:chgData name="Weisstanner David" userId="266fc2ed-3807-4c7d-8f60-d5f3ae3c0b34" providerId="ADAL" clId="{55B42AAE-C8B6-4A79-989A-EB9D9D13F826}" dt="2025-09-11T05:01:41.139" v="1208" actId="20577"/>
        <pc:sldMkLst>
          <pc:docMk/>
          <pc:sldMk cId="907992443" sldId="264"/>
        </pc:sldMkLst>
      </pc:sldChg>
      <pc:sldChg chg="del">
        <pc:chgData name="Weisstanner David" userId="266fc2ed-3807-4c7d-8f60-d5f3ae3c0b34" providerId="ADAL" clId="{55B42AAE-C8B6-4A79-989A-EB9D9D13F826}" dt="2025-09-11T04:05:30.942" v="1" actId="47"/>
        <pc:sldMkLst>
          <pc:docMk/>
          <pc:sldMk cId="3876407365" sldId="264"/>
        </pc:sldMkLst>
      </pc:sldChg>
      <pc:sldChg chg="del">
        <pc:chgData name="Weisstanner David" userId="266fc2ed-3807-4c7d-8f60-d5f3ae3c0b34" providerId="ADAL" clId="{55B42AAE-C8B6-4A79-989A-EB9D9D13F826}" dt="2025-09-11T04:05:30.942" v="1" actId="47"/>
        <pc:sldMkLst>
          <pc:docMk/>
          <pc:sldMk cId="2191247562" sldId="265"/>
        </pc:sldMkLst>
      </pc:sldChg>
      <pc:sldChg chg="modSp new mod">
        <pc:chgData name="Weisstanner David" userId="266fc2ed-3807-4c7d-8f60-d5f3ae3c0b34" providerId="ADAL" clId="{55B42AAE-C8B6-4A79-989A-EB9D9D13F826}" dt="2025-09-11T05:52:18.156" v="2728" actId="114"/>
        <pc:sldMkLst>
          <pc:docMk/>
          <pc:sldMk cId="2824780760" sldId="265"/>
        </pc:sldMkLst>
      </pc:sldChg>
      <pc:sldChg chg="modSp new mod">
        <pc:chgData name="Weisstanner David" userId="266fc2ed-3807-4c7d-8f60-d5f3ae3c0b34" providerId="ADAL" clId="{55B42AAE-C8B6-4A79-989A-EB9D9D13F826}" dt="2025-09-11T05:01:35.115" v="1206" actId="20577"/>
        <pc:sldMkLst>
          <pc:docMk/>
          <pc:sldMk cId="81735430" sldId="266"/>
        </pc:sldMkLst>
      </pc:sldChg>
      <pc:sldChg chg="modSp new mod">
        <pc:chgData name="Weisstanner David" userId="266fc2ed-3807-4c7d-8f60-d5f3ae3c0b34" providerId="ADAL" clId="{55B42AAE-C8B6-4A79-989A-EB9D9D13F826}" dt="2025-09-11T05:01:31.672" v="1205" actId="20577"/>
        <pc:sldMkLst>
          <pc:docMk/>
          <pc:sldMk cId="21790177" sldId="267"/>
        </pc:sldMkLst>
      </pc:sldChg>
      <pc:sldChg chg="modSp new mod">
        <pc:chgData name="Weisstanner David" userId="266fc2ed-3807-4c7d-8f60-d5f3ae3c0b34" providerId="ADAL" clId="{55B42AAE-C8B6-4A79-989A-EB9D9D13F826}" dt="2025-09-11T05:10:59.389" v="1235" actId="20577"/>
        <pc:sldMkLst>
          <pc:docMk/>
          <pc:sldMk cId="2610974536" sldId="268"/>
        </pc:sldMkLst>
      </pc:sldChg>
      <pc:sldChg chg="modSp new mod">
        <pc:chgData name="Weisstanner David" userId="266fc2ed-3807-4c7d-8f60-d5f3ae3c0b34" providerId="ADAL" clId="{55B42AAE-C8B6-4A79-989A-EB9D9D13F826}" dt="2025-09-11T05:11:50.618" v="1296" actId="6549"/>
        <pc:sldMkLst>
          <pc:docMk/>
          <pc:sldMk cId="4072972165" sldId="269"/>
        </pc:sldMkLst>
      </pc:sldChg>
      <pc:sldChg chg="modSp new mod">
        <pc:chgData name="Weisstanner David" userId="266fc2ed-3807-4c7d-8f60-d5f3ae3c0b34" providerId="ADAL" clId="{55B42AAE-C8B6-4A79-989A-EB9D9D13F826}" dt="2025-09-11T05:12:25.823" v="1335"/>
        <pc:sldMkLst>
          <pc:docMk/>
          <pc:sldMk cId="1436464042" sldId="270"/>
        </pc:sldMkLst>
      </pc:sldChg>
      <pc:sldChg chg="modSp new mod">
        <pc:chgData name="Weisstanner David" userId="266fc2ed-3807-4c7d-8f60-d5f3ae3c0b34" providerId="ADAL" clId="{55B42AAE-C8B6-4A79-989A-EB9D9D13F826}" dt="2025-09-11T05:29:26.063" v="2311" actId="20577"/>
        <pc:sldMkLst>
          <pc:docMk/>
          <pc:sldMk cId="1729215867" sldId="271"/>
        </pc:sldMkLst>
      </pc:sldChg>
      <pc:sldChg chg="del">
        <pc:chgData name="Weisstanner David" userId="266fc2ed-3807-4c7d-8f60-d5f3ae3c0b34" providerId="ADAL" clId="{55B42AAE-C8B6-4A79-989A-EB9D9D13F826}" dt="2025-09-11T04:05:30.942" v="1" actId="47"/>
        <pc:sldMkLst>
          <pc:docMk/>
          <pc:sldMk cId="4144678175" sldId="271"/>
        </pc:sldMkLst>
      </pc:sldChg>
      <pc:sldChg chg="modSp new mod">
        <pc:chgData name="Weisstanner David" userId="266fc2ed-3807-4c7d-8f60-d5f3ae3c0b34" providerId="ADAL" clId="{55B42AAE-C8B6-4A79-989A-EB9D9D13F826}" dt="2025-09-11T05:53:39.404" v="2737" actId="20577"/>
        <pc:sldMkLst>
          <pc:docMk/>
          <pc:sldMk cId="3104759892" sldId="272"/>
        </pc:sldMkLst>
      </pc:sldChg>
      <pc:sldChg chg="del">
        <pc:chgData name="Weisstanner David" userId="266fc2ed-3807-4c7d-8f60-d5f3ae3c0b34" providerId="ADAL" clId="{55B42AAE-C8B6-4A79-989A-EB9D9D13F826}" dt="2025-09-11T04:05:30.942" v="1" actId="47"/>
        <pc:sldMkLst>
          <pc:docMk/>
          <pc:sldMk cId="3245349215" sldId="272"/>
        </pc:sldMkLst>
      </pc:sldChg>
      <pc:sldChg chg="modSp new mod">
        <pc:chgData name="Weisstanner David" userId="266fc2ed-3807-4c7d-8f60-d5f3ae3c0b34" providerId="ADAL" clId="{55B42AAE-C8B6-4A79-989A-EB9D9D13F826}" dt="2025-09-11T05:34:13.989" v="2394" actId="2711"/>
        <pc:sldMkLst>
          <pc:docMk/>
          <pc:sldMk cId="2824322613" sldId="273"/>
        </pc:sldMkLst>
      </pc:sldChg>
      <pc:sldChg chg="del">
        <pc:chgData name="Weisstanner David" userId="266fc2ed-3807-4c7d-8f60-d5f3ae3c0b34" providerId="ADAL" clId="{55B42AAE-C8B6-4A79-989A-EB9D9D13F826}" dt="2025-09-11T04:05:30.942" v="1" actId="47"/>
        <pc:sldMkLst>
          <pc:docMk/>
          <pc:sldMk cId="3506141118" sldId="273"/>
        </pc:sldMkLst>
      </pc:sldChg>
      <pc:sldChg chg="modSp new mod">
        <pc:chgData name="Weisstanner David" userId="266fc2ed-3807-4c7d-8f60-d5f3ae3c0b34" providerId="ADAL" clId="{55B42AAE-C8B6-4A79-989A-EB9D9D13F826}" dt="2025-09-11T05:38:06.578" v="2536" actId="2711"/>
        <pc:sldMkLst>
          <pc:docMk/>
          <pc:sldMk cId="3806832300" sldId="274"/>
        </pc:sldMkLst>
      </pc:sldChg>
      <pc:sldChg chg="del">
        <pc:chgData name="Weisstanner David" userId="266fc2ed-3807-4c7d-8f60-d5f3ae3c0b34" providerId="ADAL" clId="{55B42AAE-C8B6-4A79-989A-EB9D9D13F826}" dt="2025-09-11T04:05:30.942" v="1" actId="47"/>
        <pc:sldMkLst>
          <pc:docMk/>
          <pc:sldMk cId="3938733958" sldId="274"/>
        </pc:sldMkLst>
      </pc:sldChg>
      <pc:sldChg chg="modSp new mod">
        <pc:chgData name="Weisstanner David" userId="266fc2ed-3807-4c7d-8f60-d5f3ae3c0b34" providerId="ADAL" clId="{55B42AAE-C8B6-4A79-989A-EB9D9D13F826}" dt="2025-09-11T05:39:49.800" v="2632" actId="20577"/>
        <pc:sldMkLst>
          <pc:docMk/>
          <pc:sldMk cId="3690208032" sldId="275"/>
        </pc:sldMkLst>
      </pc:sldChg>
      <pc:sldChg chg="del">
        <pc:chgData name="Weisstanner David" userId="266fc2ed-3807-4c7d-8f60-d5f3ae3c0b34" providerId="ADAL" clId="{55B42AAE-C8B6-4A79-989A-EB9D9D13F826}" dt="2025-09-11T04:05:30.942" v="1" actId="47"/>
        <pc:sldMkLst>
          <pc:docMk/>
          <pc:sldMk cId="3972878886" sldId="275"/>
        </pc:sldMkLst>
      </pc:sldChg>
      <pc:sldChg chg="del">
        <pc:chgData name="Weisstanner David" userId="266fc2ed-3807-4c7d-8f60-d5f3ae3c0b34" providerId="ADAL" clId="{55B42AAE-C8B6-4A79-989A-EB9D9D13F826}" dt="2025-09-11T04:05:30.942" v="1" actId="47"/>
        <pc:sldMkLst>
          <pc:docMk/>
          <pc:sldMk cId="754703260" sldId="276"/>
        </pc:sldMkLst>
      </pc:sldChg>
      <pc:sldChg chg="addSp delSp modSp new mod">
        <pc:chgData name="Weisstanner David" userId="266fc2ed-3807-4c7d-8f60-d5f3ae3c0b34" providerId="ADAL" clId="{55B42AAE-C8B6-4A79-989A-EB9D9D13F826}" dt="2025-09-11T05:40:29.515" v="2659" actId="1076"/>
        <pc:sldMkLst>
          <pc:docMk/>
          <pc:sldMk cId="1794439520" sldId="276"/>
        </pc:sldMkLst>
        <pc:spChg chg="mod">
          <ac:chgData name="Weisstanner David" userId="266fc2ed-3807-4c7d-8f60-d5f3ae3c0b34" providerId="ADAL" clId="{55B42AAE-C8B6-4A79-989A-EB9D9D13F826}" dt="2025-09-11T05:40:29.515" v="2659" actId="1076"/>
          <ac:spMkLst>
            <pc:docMk/>
            <pc:sldMk cId="1794439520" sldId="276"/>
            <ac:spMk id="2" creationId="{79EB80D2-99DF-554A-ACBB-1EDEE0EE3FD3}"/>
          </ac:spMkLst>
        </pc:spChg>
        <pc:picChg chg="add mod">
          <ac:chgData name="Weisstanner David" userId="266fc2ed-3807-4c7d-8f60-d5f3ae3c0b34" providerId="ADAL" clId="{55B42AAE-C8B6-4A79-989A-EB9D9D13F826}" dt="2025-09-11T05:40:27.355" v="2658" actId="14100"/>
          <ac:picMkLst>
            <pc:docMk/>
            <pc:sldMk cId="1794439520" sldId="276"/>
            <ac:picMk id="5" creationId="{96B00781-B713-A9EB-087E-B05C1C76A3AC}"/>
          </ac:picMkLst>
        </pc:picChg>
      </pc:sldChg>
      <pc:sldChg chg="del">
        <pc:chgData name="Weisstanner David" userId="266fc2ed-3807-4c7d-8f60-d5f3ae3c0b34" providerId="ADAL" clId="{55B42AAE-C8B6-4A79-989A-EB9D9D13F826}" dt="2025-09-11T04:05:30.942" v="1" actId="47"/>
        <pc:sldMkLst>
          <pc:docMk/>
          <pc:sldMk cId="912719754" sldId="277"/>
        </pc:sldMkLst>
      </pc:sldChg>
      <pc:sldChg chg="modSp new mod">
        <pc:chgData name="Weisstanner David" userId="266fc2ed-3807-4c7d-8f60-d5f3ae3c0b34" providerId="ADAL" clId="{55B42AAE-C8B6-4A79-989A-EB9D9D13F826}" dt="2025-09-11T05:40:59.119" v="2725" actId="20577"/>
        <pc:sldMkLst>
          <pc:docMk/>
          <pc:sldMk cId="1424290438" sldId="277"/>
        </pc:sldMkLst>
        <pc:spChg chg="mod">
          <ac:chgData name="Weisstanner David" userId="266fc2ed-3807-4c7d-8f60-d5f3ae3c0b34" providerId="ADAL" clId="{55B42AAE-C8B6-4A79-989A-EB9D9D13F826}" dt="2025-09-11T05:40:55.093" v="2723" actId="1036"/>
          <ac:spMkLst>
            <pc:docMk/>
            <pc:sldMk cId="1424290438" sldId="277"/>
            <ac:spMk id="2" creationId="{718E9F9A-D317-D485-3E81-A0B54C907F9B}"/>
          </ac:spMkLst>
        </pc:spChg>
        <pc:spChg chg="mod">
          <ac:chgData name="Weisstanner David" userId="266fc2ed-3807-4c7d-8f60-d5f3ae3c0b34" providerId="ADAL" clId="{55B42AAE-C8B6-4A79-989A-EB9D9D13F826}" dt="2025-09-11T05:40:59.119" v="2725" actId="20577"/>
          <ac:spMkLst>
            <pc:docMk/>
            <pc:sldMk cId="1424290438" sldId="277"/>
            <ac:spMk id="4" creationId="{769DBC6C-5951-6C13-D580-12C4DE38A3C6}"/>
          </ac:spMkLst>
        </pc:spChg>
      </pc:sldChg>
      <pc:sldChg chg="del">
        <pc:chgData name="Weisstanner David" userId="266fc2ed-3807-4c7d-8f60-d5f3ae3c0b34" providerId="ADAL" clId="{55B42AAE-C8B6-4A79-989A-EB9D9D13F826}" dt="2025-09-11T04:05:30.942" v="1" actId="47"/>
        <pc:sldMkLst>
          <pc:docMk/>
          <pc:sldMk cId="2876228868" sldId="278"/>
        </pc:sldMkLst>
      </pc:sldChg>
      <pc:sldChg chg="del">
        <pc:chgData name="Weisstanner David" userId="266fc2ed-3807-4c7d-8f60-d5f3ae3c0b34" providerId="ADAL" clId="{55B42AAE-C8B6-4A79-989A-EB9D9D13F826}" dt="2025-09-11T04:05:30.942" v="1" actId="47"/>
        <pc:sldMkLst>
          <pc:docMk/>
          <pc:sldMk cId="223158763" sldId="279"/>
        </pc:sldMkLst>
      </pc:sldChg>
      <pc:sldChg chg="del">
        <pc:chgData name="Weisstanner David" userId="266fc2ed-3807-4c7d-8f60-d5f3ae3c0b34" providerId="ADAL" clId="{55B42AAE-C8B6-4A79-989A-EB9D9D13F826}" dt="2025-09-11T04:05:30.942" v="1" actId="47"/>
        <pc:sldMkLst>
          <pc:docMk/>
          <pc:sldMk cId="771370534" sldId="280"/>
        </pc:sldMkLst>
      </pc:sldChg>
      <pc:sldChg chg="del">
        <pc:chgData name="Weisstanner David" userId="266fc2ed-3807-4c7d-8f60-d5f3ae3c0b34" providerId="ADAL" clId="{55B42AAE-C8B6-4A79-989A-EB9D9D13F826}" dt="2025-09-11T04:05:30.942" v="1" actId="47"/>
        <pc:sldMkLst>
          <pc:docMk/>
          <pc:sldMk cId="137775816" sldId="281"/>
        </pc:sldMkLst>
      </pc:sldChg>
      <pc:sldChg chg="del">
        <pc:chgData name="Weisstanner David" userId="266fc2ed-3807-4c7d-8f60-d5f3ae3c0b34" providerId="ADAL" clId="{55B42AAE-C8B6-4A79-989A-EB9D9D13F826}" dt="2025-09-11T04:05:30.942" v="1" actId="47"/>
        <pc:sldMkLst>
          <pc:docMk/>
          <pc:sldMk cId="1191379129" sldId="282"/>
        </pc:sldMkLst>
      </pc:sldChg>
      <pc:sldChg chg="del">
        <pc:chgData name="Weisstanner David" userId="266fc2ed-3807-4c7d-8f60-d5f3ae3c0b34" providerId="ADAL" clId="{55B42AAE-C8B6-4A79-989A-EB9D9D13F826}" dt="2025-09-11T04:05:30.942" v="1" actId="47"/>
        <pc:sldMkLst>
          <pc:docMk/>
          <pc:sldMk cId="2092543893" sldId="283"/>
        </pc:sldMkLst>
      </pc:sldChg>
      <pc:sldChg chg="del">
        <pc:chgData name="Weisstanner David" userId="266fc2ed-3807-4c7d-8f60-d5f3ae3c0b34" providerId="ADAL" clId="{55B42AAE-C8B6-4A79-989A-EB9D9D13F826}" dt="2025-09-11T04:05:30.942" v="1" actId="47"/>
        <pc:sldMkLst>
          <pc:docMk/>
          <pc:sldMk cId="3297458260" sldId="284"/>
        </pc:sldMkLst>
      </pc:sldChg>
      <pc:sldChg chg="del">
        <pc:chgData name="Weisstanner David" userId="266fc2ed-3807-4c7d-8f60-d5f3ae3c0b34" providerId="ADAL" clId="{55B42AAE-C8B6-4A79-989A-EB9D9D13F826}" dt="2025-09-11T04:05:30.942" v="1" actId="47"/>
        <pc:sldMkLst>
          <pc:docMk/>
          <pc:sldMk cId="281563074" sldId="285"/>
        </pc:sldMkLst>
      </pc:sldChg>
      <pc:sldChg chg="del">
        <pc:chgData name="Weisstanner David" userId="266fc2ed-3807-4c7d-8f60-d5f3ae3c0b34" providerId="ADAL" clId="{55B42AAE-C8B6-4A79-989A-EB9D9D13F826}" dt="2025-09-11T04:05:30.942" v="1" actId="47"/>
        <pc:sldMkLst>
          <pc:docMk/>
          <pc:sldMk cId="1484139678" sldId="286"/>
        </pc:sldMkLst>
      </pc:sldChg>
      <pc:sldChg chg="del">
        <pc:chgData name="Weisstanner David" userId="266fc2ed-3807-4c7d-8f60-d5f3ae3c0b34" providerId="ADAL" clId="{55B42AAE-C8B6-4A79-989A-EB9D9D13F826}" dt="2025-09-11T04:05:30.942" v="1" actId="47"/>
        <pc:sldMkLst>
          <pc:docMk/>
          <pc:sldMk cId="2111209255" sldId="287"/>
        </pc:sldMkLst>
      </pc:sldChg>
      <pc:sldChg chg="del">
        <pc:chgData name="Weisstanner David" userId="266fc2ed-3807-4c7d-8f60-d5f3ae3c0b34" providerId="ADAL" clId="{55B42AAE-C8B6-4A79-989A-EB9D9D13F826}" dt="2025-09-11T04:05:30.942" v="1" actId="47"/>
        <pc:sldMkLst>
          <pc:docMk/>
          <pc:sldMk cId="1616733149" sldId="288"/>
        </pc:sldMkLst>
      </pc:sldChg>
      <pc:sldChg chg="del">
        <pc:chgData name="Weisstanner David" userId="266fc2ed-3807-4c7d-8f60-d5f3ae3c0b34" providerId="ADAL" clId="{55B42AAE-C8B6-4A79-989A-EB9D9D13F826}" dt="2025-09-11T04:05:30.942" v="1" actId="47"/>
        <pc:sldMkLst>
          <pc:docMk/>
          <pc:sldMk cId="2120278309" sldId="290"/>
        </pc:sldMkLst>
      </pc:sldChg>
      <pc:sldChg chg="del">
        <pc:chgData name="Weisstanner David" userId="266fc2ed-3807-4c7d-8f60-d5f3ae3c0b34" providerId="ADAL" clId="{55B42AAE-C8B6-4A79-989A-EB9D9D13F826}" dt="2025-09-11T04:05:30.942" v="1" actId="47"/>
        <pc:sldMkLst>
          <pc:docMk/>
          <pc:sldMk cId="3189470991" sldId="291"/>
        </pc:sldMkLst>
      </pc:sldChg>
      <pc:sldChg chg="del">
        <pc:chgData name="Weisstanner David" userId="266fc2ed-3807-4c7d-8f60-d5f3ae3c0b34" providerId="ADAL" clId="{55B42AAE-C8B6-4A79-989A-EB9D9D13F826}" dt="2025-09-11T04:05:30.942" v="1" actId="47"/>
        <pc:sldMkLst>
          <pc:docMk/>
          <pc:sldMk cId="255795362" sldId="292"/>
        </pc:sldMkLst>
      </pc:sldChg>
      <pc:sldChg chg="del">
        <pc:chgData name="Weisstanner David" userId="266fc2ed-3807-4c7d-8f60-d5f3ae3c0b34" providerId="ADAL" clId="{55B42AAE-C8B6-4A79-989A-EB9D9D13F826}" dt="2025-09-11T04:05:30.942" v="1" actId="47"/>
        <pc:sldMkLst>
          <pc:docMk/>
          <pc:sldMk cId="2233372364" sldId="293"/>
        </pc:sldMkLst>
      </pc:sldChg>
      <pc:sldChg chg="del">
        <pc:chgData name="Weisstanner David" userId="266fc2ed-3807-4c7d-8f60-d5f3ae3c0b34" providerId="ADAL" clId="{55B42AAE-C8B6-4A79-989A-EB9D9D13F826}" dt="2025-09-11T04:05:30.942" v="1" actId="47"/>
        <pc:sldMkLst>
          <pc:docMk/>
          <pc:sldMk cId="431868970" sldId="295"/>
        </pc:sldMkLst>
      </pc:sldChg>
      <pc:sldChg chg="del">
        <pc:chgData name="Weisstanner David" userId="266fc2ed-3807-4c7d-8f60-d5f3ae3c0b34" providerId="ADAL" clId="{55B42AAE-C8B6-4A79-989A-EB9D9D13F826}" dt="2025-09-11T04:05:30.942" v="1" actId="47"/>
        <pc:sldMkLst>
          <pc:docMk/>
          <pc:sldMk cId="2544064566" sldId="296"/>
        </pc:sldMkLst>
      </pc:sldChg>
      <pc:sldChg chg="del">
        <pc:chgData name="Weisstanner David" userId="266fc2ed-3807-4c7d-8f60-d5f3ae3c0b34" providerId="ADAL" clId="{55B42AAE-C8B6-4A79-989A-EB9D9D13F826}" dt="2025-09-11T04:05:30.942" v="1" actId="47"/>
        <pc:sldMkLst>
          <pc:docMk/>
          <pc:sldMk cId="2004691297" sldId="297"/>
        </pc:sldMkLst>
      </pc:sldChg>
      <pc:sldChg chg="del">
        <pc:chgData name="Weisstanner David" userId="266fc2ed-3807-4c7d-8f60-d5f3ae3c0b34" providerId="ADAL" clId="{55B42AAE-C8B6-4A79-989A-EB9D9D13F826}" dt="2025-09-11T04:05:30.942" v="1" actId="47"/>
        <pc:sldMkLst>
          <pc:docMk/>
          <pc:sldMk cId="1768639292" sldId="298"/>
        </pc:sldMkLst>
      </pc:sldChg>
      <pc:sldChg chg="del">
        <pc:chgData name="Weisstanner David" userId="266fc2ed-3807-4c7d-8f60-d5f3ae3c0b34" providerId="ADAL" clId="{55B42AAE-C8B6-4A79-989A-EB9D9D13F826}" dt="2025-09-11T04:05:30.942" v="1" actId="47"/>
        <pc:sldMkLst>
          <pc:docMk/>
          <pc:sldMk cId="2107376754" sldId="299"/>
        </pc:sldMkLst>
      </pc:sldChg>
      <pc:sldChg chg="del">
        <pc:chgData name="Weisstanner David" userId="266fc2ed-3807-4c7d-8f60-d5f3ae3c0b34" providerId="ADAL" clId="{55B42AAE-C8B6-4A79-989A-EB9D9D13F826}" dt="2025-09-11T04:05:30.942" v="1" actId="47"/>
        <pc:sldMkLst>
          <pc:docMk/>
          <pc:sldMk cId="4109195929" sldId="300"/>
        </pc:sldMkLst>
      </pc:sldChg>
      <pc:sldChg chg="del">
        <pc:chgData name="Weisstanner David" userId="266fc2ed-3807-4c7d-8f60-d5f3ae3c0b34" providerId="ADAL" clId="{55B42AAE-C8B6-4A79-989A-EB9D9D13F826}" dt="2025-09-11T04:05:30.942" v="1" actId="47"/>
        <pc:sldMkLst>
          <pc:docMk/>
          <pc:sldMk cId="1955338161" sldId="301"/>
        </pc:sldMkLst>
      </pc:sldChg>
      <pc:sldChg chg="del">
        <pc:chgData name="Weisstanner David" userId="266fc2ed-3807-4c7d-8f60-d5f3ae3c0b34" providerId="ADAL" clId="{55B42AAE-C8B6-4A79-989A-EB9D9D13F826}" dt="2025-09-11T04:05:30.942" v="1" actId="47"/>
        <pc:sldMkLst>
          <pc:docMk/>
          <pc:sldMk cId="534002985" sldId="302"/>
        </pc:sldMkLst>
      </pc:sldChg>
      <pc:sldChg chg="del">
        <pc:chgData name="Weisstanner David" userId="266fc2ed-3807-4c7d-8f60-d5f3ae3c0b34" providerId="ADAL" clId="{55B42AAE-C8B6-4A79-989A-EB9D9D13F826}" dt="2025-09-11T04:05:30.942" v="1" actId="47"/>
        <pc:sldMkLst>
          <pc:docMk/>
          <pc:sldMk cId="2882454271" sldId="303"/>
        </pc:sldMkLst>
      </pc:sldChg>
      <pc:sldChg chg="del">
        <pc:chgData name="Weisstanner David" userId="266fc2ed-3807-4c7d-8f60-d5f3ae3c0b34" providerId="ADAL" clId="{55B42AAE-C8B6-4A79-989A-EB9D9D13F826}" dt="2025-09-11T04:05:30.942" v="1" actId="47"/>
        <pc:sldMkLst>
          <pc:docMk/>
          <pc:sldMk cId="235504260" sldId="304"/>
        </pc:sldMkLst>
      </pc:sldChg>
      <pc:sldChg chg="del">
        <pc:chgData name="Weisstanner David" userId="266fc2ed-3807-4c7d-8f60-d5f3ae3c0b34" providerId="ADAL" clId="{55B42AAE-C8B6-4A79-989A-EB9D9D13F826}" dt="2025-09-11T04:05:30.942" v="1" actId="47"/>
        <pc:sldMkLst>
          <pc:docMk/>
          <pc:sldMk cId="628930172" sldId="305"/>
        </pc:sldMkLst>
      </pc:sldChg>
      <pc:sldChg chg="del">
        <pc:chgData name="Weisstanner David" userId="266fc2ed-3807-4c7d-8f60-d5f3ae3c0b34" providerId="ADAL" clId="{55B42AAE-C8B6-4A79-989A-EB9D9D13F826}" dt="2025-09-11T04:05:30.942" v="1" actId="47"/>
        <pc:sldMkLst>
          <pc:docMk/>
          <pc:sldMk cId="3612937724" sldId="306"/>
        </pc:sldMkLst>
      </pc:sldChg>
      <pc:sldChg chg="del">
        <pc:chgData name="Weisstanner David" userId="266fc2ed-3807-4c7d-8f60-d5f3ae3c0b34" providerId="ADAL" clId="{55B42AAE-C8B6-4A79-989A-EB9D9D13F826}" dt="2025-09-11T04:05:30.942" v="1" actId="47"/>
        <pc:sldMkLst>
          <pc:docMk/>
          <pc:sldMk cId="155848622" sldId="307"/>
        </pc:sldMkLst>
      </pc:sldChg>
      <pc:sldChg chg="del">
        <pc:chgData name="Weisstanner David" userId="266fc2ed-3807-4c7d-8f60-d5f3ae3c0b34" providerId="ADAL" clId="{55B42AAE-C8B6-4A79-989A-EB9D9D13F826}" dt="2025-09-11T04:05:30.942" v="1" actId="47"/>
        <pc:sldMkLst>
          <pc:docMk/>
          <pc:sldMk cId="2508263709" sldId="308"/>
        </pc:sldMkLst>
      </pc:sldChg>
      <pc:sldChg chg="del">
        <pc:chgData name="Weisstanner David" userId="266fc2ed-3807-4c7d-8f60-d5f3ae3c0b34" providerId="ADAL" clId="{55B42AAE-C8B6-4A79-989A-EB9D9D13F826}" dt="2025-09-11T04:05:30.942" v="1" actId="47"/>
        <pc:sldMkLst>
          <pc:docMk/>
          <pc:sldMk cId="1638726337" sldId="309"/>
        </pc:sldMkLst>
      </pc:sldChg>
      <pc:sldChg chg="del">
        <pc:chgData name="Weisstanner David" userId="266fc2ed-3807-4c7d-8f60-d5f3ae3c0b34" providerId="ADAL" clId="{55B42AAE-C8B6-4A79-989A-EB9D9D13F826}" dt="2025-09-11T04:05:30.942" v="1" actId="47"/>
        <pc:sldMkLst>
          <pc:docMk/>
          <pc:sldMk cId="85345668" sldId="310"/>
        </pc:sldMkLst>
      </pc:sldChg>
      <pc:sldChg chg="del">
        <pc:chgData name="Weisstanner David" userId="266fc2ed-3807-4c7d-8f60-d5f3ae3c0b34" providerId="ADAL" clId="{55B42AAE-C8B6-4A79-989A-EB9D9D13F826}" dt="2025-09-11T04:05:30.942" v="1" actId="47"/>
        <pc:sldMkLst>
          <pc:docMk/>
          <pc:sldMk cId="3161375816" sldId="311"/>
        </pc:sldMkLst>
      </pc:sldChg>
      <pc:sldChg chg="del">
        <pc:chgData name="Weisstanner David" userId="266fc2ed-3807-4c7d-8f60-d5f3ae3c0b34" providerId="ADAL" clId="{55B42AAE-C8B6-4A79-989A-EB9D9D13F826}" dt="2025-09-11T04:05:30.942" v="1" actId="47"/>
        <pc:sldMkLst>
          <pc:docMk/>
          <pc:sldMk cId="1815294425" sldId="312"/>
        </pc:sldMkLst>
      </pc:sldChg>
      <pc:sldChg chg="del">
        <pc:chgData name="Weisstanner David" userId="266fc2ed-3807-4c7d-8f60-d5f3ae3c0b34" providerId="ADAL" clId="{55B42AAE-C8B6-4A79-989A-EB9D9D13F826}" dt="2025-09-11T04:05:30.942" v="1" actId="47"/>
        <pc:sldMkLst>
          <pc:docMk/>
          <pc:sldMk cId="3623348691" sldId="313"/>
        </pc:sldMkLst>
      </pc:sldChg>
      <pc:sldChg chg="del">
        <pc:chgData name="Weisstanner David" userId="266fc2ed-3807-4c7d-8f60-d5f3ae3c0b34" providerId="ADAL" clId="{55B42AAE-C8B6-4A79-989A-EB9D9D13F826}" dt="2025-09-11T04:05:30.942" v="1" actId="47"/>
        <pc:sldMkLst>
          <pc:docMk/>
          <pc:sldMk cId="4094364938" sldId="314"/>
        </pc:sldMkLst>
      </pc:sldChg>
      <pc:sldChg chg="del">
        <pc:chgData name="Weisstanner David" userId="266fc2ed-3807-4c7d-8f60-d5f3ae3c0b34" providerId="ADAL" clId="{55B42AAE-C8B6-4A79-989A-EB9D9D13F826}" dt="2025-09-11T04:05:30.942" v="1" actId="47"/>
        <pc:sldMkLst>
          <pc:docMk/>
          <pc:sldMk cId="3741385223" sldId="315"/>
        </pc:sldMkLst>
      </pc:sldChg>
      <pc:sldChg chg="del">
        <pc:chgData name="Weisstanner David" userId="266fc2ed-3807-4c7d-8f60-d5f3ae3c0b34" providerId="ADAL" clId="{55B42AAE-C8B6-4A79-989A-EB9D9D13F826}" dt="2025-09-11T04:05:30.942" v="1" actId="47"/>
        <pc:sldMkLst>
          <pc:docMk/>
          <pc:sldMk cId="1139664347" sldId="316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>
            <a:extLst>
              <a:ext uri="{FF2B5EF4-FFF2-40B4-BE49-F238E27FC236}">
                <a16:creationId xmlns:a16="http://schemas.microsoft.com/office/drawing/2014/main" id="{B3D75AFC-8523-4A8C-B7F9-14975E06416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CH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010C5F37-9EAE-42C6-8B79-796F88FC18A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A23CB64-7ED2-413E-92E5-9E5ECDDC5653}" type="datetimeFigureOut">
              <a:rPr lang="de-CH"/>
              <a:t>15.09.2025</a:t>
            </a:fld>
            <a:endParaRPr lang="de-CH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3DF79E1-529E-4946-A158-7767C24D0F5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CH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13D8A2B9-091D-462C-86C8-F4BBAA36461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7E85DD-9B08-498C-ABCE-CE60654D0F7C}" type="slidenum">
              <a:rPr lang="de-CH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31330654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CH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9A5ABEF-1649-414E-9F1A-4DEFB4FDA52D}" type="datetimeFigureOut">
              <a:rPr lang="de-CH"/>
              <a:t>15.09.2025</a:t>
            </a:fld>
            <a:endParaRPr lang="de-CH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966788" y="1143000"/>
            <a:ext cx="49244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CH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CH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3DBF93-C8C6-4EB3-9999-BD39A0010D16}" type="slidenum">
              <a:rPr lang="de-CH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9590579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reuters.com/article/verm-gen-armut-oxfam-idDEKCN1PF0G3" TargetMode="External"/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CH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3DBF93-C8C6-4EB3-9999-BD39A0010D16}" type="slidenum">
              <a:rPr lang="de-CH" smtClean="0"/>
              <a:t>1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07899336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Where is it?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The picture shows a low-income neighbourhood called “</a:t>
            </a:r>
            <a:r>
              <a:rPr lang="en-GB" b="0" i="0" dirty="0">
                <a:solidFill>
                  <a:srgbClr val="313132"/>
                </a:solidFill>
                <a:effectLst/>
                <a:latin typeface="freight-book"/>
              </a:rPr>
              <a:t>Boca la Caja”, right in front of the business district in Panama City.</a:t>
            </a:r>
            <a:endParaRPr lang="en-GB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200" dirty="0">
                <a:hlinkClick r:id="rId3"/>
              </a:rPr>
              <a:t>https://www.reuters.com/article/verm-gen-armut-oxfam-idDEKCN1PF0G3</a:t>
            </a:r>
            <a:r>
              <a:rPr lang="en-GB" sz="1200" dirty="0"/>
              <a:t> </a:t>
            </a:r>
          </a:p>
          <a:p>
            <a:r>
              <a:rPr lang="de-CH" dirty="0" err="1"/>
              <a:t>What</a:t>
            </a:r>
            <a:r>
              <a:rPr lang="de-CH" dirty="0"/>
              <a:t> </a:t>
            </a:r>
            <a:r>
              <a:rPr lang="de-CH" dirty="0" err="1"/>
              <a:t>does</a:t>
            </a:r>
            <a:r>
              <a:rPr lang="de-CH" dirty="0"/>
              <a:t> </a:t>
            </a:r>
            <a:r>
              <a:rPr lang="de-CH" dirty="0" err="1"/>
              <a:t>it</a:t>
            </a:r>
            <a:r>
              <a:rPr lang="de-CH" dirty="0"/>
              <a:t> </a:t>
            </a:r>
            <a:r>
              <a:rPr lang="de-CH" dirty="0" err="1"/>
              <a:t>symbolize</a:t>
            </a:r>
            <a:r>
              <a:rPr lang="de-CH" dirty="0"/>
              <a:t>?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3DBF93-C8C6-4EB3-9999-BD39A0010D16}" type="slidenum">
              <a:rPr lang="de-CH" smtClean="0"/>
              <a:t>2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44949934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CH" dirty="0"/>
              <a:t>Watch </a:t>
            </a:r>
            <a:r>
              <a:rPr lang="de-CH" dirty="0" err="1"/>
              <a:t>full</a:t>
            </a:r>
            <a:r>
              <a:rPr lang="de-CH" dirty="0"/>
              <a:t> </a:t>
            </a:r>
            <a:r>
              <a:rPr lang="de-CH" dirty="0" err="1"/>
              <a:t>video</a:t>
            </a:r>
            <a:r>
              <a:rPr lang="de-CH" dirty="0"/>
              <a:t> (3 </a:t>
            </a:r>
            <a:r>
              <a:rPr lang="de-CH" dirty="0" err="1"/>
              <a:t>mins</a:t>
            </a:r>
            <a:r>
              <a:rPr lang="de-CH" dirty="0"/>
              <a:t>)</a:t>
            </a:r>
          </a:p>
          <a:p>
            <a:r>
              <a:rPr lang="de-CH" dirty="0" err="1"/>
              <a:t>Inequality</a:t>
            </a:r>
            <a:r>
              <a:rPr lang="de-CH" dirty="0"/>
              <a:t> </a:t>
            </a:r>
            <a:r>
              <a:rPr lang="de-CH" dirty="0">
                <a:sym typeface="Wingdings" panose="05000000000000000000" pitchFamily="2" charset="2"/>
              </a:rPr>
              <a:t> </a:t>
            </a:r>
            <a:r>
              <a:rPr lang="de-CH" dirty="0" err="1">
                <a:sym typeface="Wingdings" panose="05000000000000000000" pitchFamily="2" charset="2"/>
              </a:rPr>
              <a:t>health</a:t>
            </a:r>
            <a:r>
              <a:rPr lang="de-CH" dirty="0">
                <a:sym typeface="Wingdings" panose="05000000000000000000" pitchFamily="2" charset="2"/>
              </a:rPr>
              <a:t>?</a:t>
            </a:r>
            <a:endParaRPr lang="de-CH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3DBF93-C8C6-4EB3-9999-BD39A0010D16}" type="slidenum">
              <a:rPr lang="de-CH" smtClean="0"/>
              <a:t>3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1858254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hyperlink" Target="mailto:david.weisstanner@unilu.ch" TargetMode="Externa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 descr="&lt;Einzelfelder_Präsentationstitel&gt;">
            <a:extLst>
              <a:ext uri="{FF2B5EF4-FFF2-40B4-BE49-F238E27FC236}">
                <a16:creationId xmlns:a16="http://schemas.microsoft.com/office/drawing/2014/main" id="{21F5C175-5CDD-4119-8E88-D19A21B9E10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19002" y="1448313"/>
            <a:ext cx="5066448" cy="2713997"/>
          </a:xfrm>
        </p:spPr>
        <p:txBody>
          <a:bodyPr anchor="t" anchorCtr="0"/>
          <a:lstStyle>
            <a:lvl1pPr algn="l">
              <a:defRPr sz="3800" spc="50" baseline="0"/>
            </a:lvl1pPr>
          </a:lstStyle>
          <a:p>
            <a:r>
              <a:rPr lang="en-US" dirty="0"/>
              <a:t>Click to edit Master title style</a:t>
            </a:r>
            <a:endParaRPr lang="de-CH" dirty="0"/>
          </a:p>
        </p:txBody>
      </p:sp>
      <p:sp>
        <p:nvSpPr>
          <p:cNvPr id="3" name="Untertitel 2" descr="&lt;Mitarbeitende_Ersteller_Mitarbeitende_FakultaetE&gt;&#10;&#10;&lt;mitarbeitende_ersteller_mitarbeitende_institutE&gt;">
            <a:extLst>
              <a:ext uri="{FF2B5EF4-FFF2-40B4-BE49-F238E27FC236}">
                <a16:creationId xmlns:a16="http://schemas.microsoft.com/office/drawing/2014/main" id="{BBD95983-37AF-4025-91FE-CAC128DFA31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543550" y="368299"/>
            <a:ext cx="5040000" cy="684213"/>
          </a:xfrm>
        </p:spPr>
        <p:txBody>
          <a:bodyPr tIns="18000"/>
          <a:lstStyle>
            <a:lvl1pPr marL="0" indent="0" algn="l">
              <a:buNone/>
              <a:defRPr sz="1000" b="1" cap="all" spc="50" baseline="0"/>
            </a:lvl1pPr>
            <a:lvl2pPr marL="410428" indent="0" algn="ctr">
              <a:buNone/>
              <a:defRPr sz="1795"/>
            </a:lvl2pPr>
            <a:lvl3pPr marL="820857" indent="0" algn="ctr">
              <a:buNone/>
              <a:defRPr sz="1616"/>
            </a:lvl3pPr>
            <a:lvl4pPr marL="1231285" indent="0" algn="ctr">
              <a:buNone/>
              <a:defRPr sz="1436"/>
            </a:lvl4pPr>
            <a:lvl5pPr marL="1641714" indent="0" algn="ctr">
              <a:buNone/>
              <a:defRPr sz="1436"/>
            </a:lvl5pPr>
            <a:lvl6pPr marL="2052142" indent="0" algn="ctr">
              <a:buNone/>
              <a:defRPr sz="1436"/>
            </a:lvl6pPr>
            <a:lvl7pPr marL="2462571" indent="0" algn="ctr">
              <a:buNone/>
              <a:defRPr sz="1436"/>
            </a:lvl7pPr>
            <a:lvl8pPr marL="2872999" indent="0" algn="ctr">
              <a:buNone/>
              <a:defRPr sz="1436"/>
            </a:lvl8pPr>
            <a:lvl9pPr marL="3283428" indent="0" algn="ctr">
              <a:buNone/>
              <a:defRPr sz="1436"/>
            </a:lvl9pPr>
          </a:lstStyle>
          <a:p>
            <a:r>
              <a:rPr lang="en-US"/>
              <a:t>Click to edit Master subtitle style</a:t>
            </a:r>
            <a:endParaRPr lang="de-CH" dirty="0"/>
          </a:p>
        </p:txBody>
      </p:sp>
      <p:sp>
        <p:nvSpPr>
          <p:cNvPr id="18" name="Datumsplatzhalter 17" descr="&lt;Einzelfelder_Präsentationstitel&gt;, &lt;Einzelfelder_Datum&gt;">
            <a:extLst>
              <a:ext uri="{FF2B5EF4-FFF2-40B4-BE49-F238E27FC236}">
                <a16:creationId xmlns:a16="http://schemas.microsoft.com/office/drawing/2014/main" id="{B1323FEA-EBF4-4D0D-903F-F7D9F322AF7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60001" y="6417721"/>
            <a:ext cx="5039088" cy="216000"/>
          </a:xfrm>
          <a:prstGeom prst="rect">
            <a:avLst/>
          </a:prstGeom>
        </p:spPr>
        <p:txBody>
          <a:bodyPr/>
          <a:lstStyle>
            <a:lvl1pPr>
              <a:defRPr sz="900"/>
            </a:lvl1pPr>
          </a:lstStyle>
          <a:p>
            <a:r>
              <a:rPr lang="de-DE"/>
              <a:t>Title of the presentation, 15 April 2025</a:t>
            </a:r>
            <a:endParaRPr lang="de-CH" dirty="0"/>
          </a:p>
        </p:txBody>
      </p:sp>
      <p:sp>
        <p:nvSpPr>
          <p:cNvPr id="29" name="Bildplatzhalter 21">
            <a:extLst>
              <a:ext uri="{FF2B5EF4-FFF2-40B4-BE49-F238E27FC236}">
                <a16:creationId xmlns:a16="http://schemas.microsoft.com/office/drawing/2014/main" id="{6DAB252E-9367-4CCD-9C6E-4EF95D98F007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358775" y="1538287"/>
            <a:ext cx="4824000" cy="48240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800"/>
            </a:lvl1pPr>
          </a:lstStyle>
          <a:p>
            <a:r>
              <a:rPr lang="de-CH" dirty="0"/>
              <a:t>Titelbild</a:t>
            </a:r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BA336A55-AC84-EF04-526F-9ACC05F6C54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543550" y="4529138"/>
            <a:ext cx="5065713" cy="1533525"/>
          </a:xfrm>
        </p:spPr>
        <p:txBody>
          <a:bodyPr/>
          <a:lstStyle>
            <a:lvl1pPr marL="171450" marR="0" indent="-171450" algn="l" defTabSz="820857" rtl="0" eaLnBrk="1" fontAlgn="auto" latinLnBrk="0" hangingPunct="1">
              <a:lnSpc>
                <a:spcPct val="117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*"/>
              <a:tabLst/>
              <a:defRPr sz="1200"/>
            </a:lvl1pPr>
          </a:lstStyle>
          <a:p>
            <a:pPr marL="0" marR="0" lvl="0" indent="0" algn="l" defTabSz="820857" rtl="0" eaLnBrk="1" fontAlgn="auto" latinLnBrk="0" hangingPunct="1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CH" sz="1800" b="1" i="0" u="none" strike="noStrike" kern="1200" cap="all" spc="5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Ass.-Prof. Dr. David Weisstanner</a:t>
            </a:r>
          </a:p>
          <a:p>
            <a:pPr marL="171450" marR="0" lvl="0" indent="-171450" algn="l" defTabSz="820857" rtl="0" eaLnBrk="1" fontAlgn="auto" latinLnBrk="0" hangingPunct="1">
              <a:lnSpc>
                <a:spcPct val="117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*"/>
              <a:tabLst/>
              <a:defRPr/>
            </a:pPr>
            <a:r>
              <a:rPr kumimoji="0" lang="de-CH" sz="1800" b="0" i="0" u="none" strike="noStrike" kern="1200" cap="none" spc="5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  <a:hlinkClick r:id="rId2"/>
              </a:rPr>
              <a:t>david.weisstanner@unilu.ch</a:t>
            </a:r>
            <a:endParaRPr kumimoji="0" lang="de-CH" sz="1800" b="0" i="0" u="none" strike="noStrike" kern="1200" cap="none" spc="5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624987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682" userDrawn="1">
          <p15:clr>
            <a:srgbClr val="5ACBF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Text, 1-spalti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 descr="INHALT">
            <a:extLst>
              <a:ext uri="{FF2B5EF4-FFF2-40B4-BE49-F238E27FC236}">
                <a16:creationId xmlns:a16="http://schemas.microsoft.com/office/drawing/2014/main" id="{155DB9D7-2559-468D-A3AB-FDCFA00B7B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0514" y="654261"/>
            <a:ext cx="9923646" cy="375642"/>
          </a:xfrm>
        </p:spPr>
        <p:txBody>
          <a:bodyPr/>
          <a:lstStyle>
            <a:lvl1pPr algn="ctr">
              <a:defRPr sz="2800" b="1">
                <a:solidFill>
                  <a:srgbClr val="0068B4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de-CH" dirty="0"/>
          </a:p>
        </p:txBody>
      </p:sp>
      <p:sp>
        <p:nvSpPr>
          <p:cNvPr id="6" name="Datumsplatzhalter 5" descr="&lt;Einzelfelder_Präsentationstitel&gt;, &lt;Einzelfelder_Datum&gt;">
            <a:extLst>
              <a:ext uri="{FF2B5EF4-FFF2-40B4-BE49-F238E27FC236}">
                <a16:creationId xmlns:a16="http://schemas.microsoft.com/office/drawing/2014/main" id="{2CF66EB9-A461-4BE9-A12B-60ABA80C694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60001" y="6417721"/>
            <a:ext cx="5039088" cy="216000"/>
          </a:xfrm>
          <a:prstGeom prst="rect">
            <a:avLst/>
          </a:prstGeom>
        </p:spPr>
        <p:txBody>
          <a:bodyPr/>
          <a:lstStyle>
            <a:lvl1pPr>
              <a:defRPr sz="900"/>
            </a:lvl1pPr>
          </a:lstStyle>
          <a:p>
            <a:r>
              <a:rPr lang="de-DE"/>
              <a:t>Title of the presentation, 15 April 2025</a:t>
            </a:r>
            <a:endParaRPr lang="de-CH" dirty="0"/>
          </a:p>
        </p:txBody>
      </p:sp>
      <p:sp>
        <p:nvSpPr>
          <p:cNvPr id="7" name="Fußzeilenplatzhalter 6" descr="&lt;Mitarbeitende_Ersteller_Mitarbeitende_Titelmitname&gt;">
            <a:extLst>
              <a:ext uri="{FF2B5EF4-FFF2-40B4-BE49-F238E27FC236}">
                <a16:creationId xmlns:a16="http://schemas.microsoft.com/office/drawing/2014/main" id="{5D0BA506-B2AF-4860-87C2-5838B2D526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000"/>
            </a:lvl1pPr>
          </a:lstStyle>
          <a:p>
            <a:endParaRPr lang="de-CH" dirty="0"/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3600938A-377D-46DC-9CEE-22805093B1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6ABA92-B65E-42F5-BB28-73DA50746AED}" type="slidenum">
              <a:rPr lang="de-CH"/>
              <a:t>‹Nr.›</a:t>
            </a:fld>
            <a:endParaRPr lang="de-CH" dirty="0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CA3DCDC9-8581-4933-B09A-8E31DBD4F62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98789" y="1521881"/>
            <a:ext cx="10083486" cy="4656138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7437652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ischen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 descr="INHALT">
            <a:extLst>
              <a:ext uri="{FF2B5EF4-FFF2-40B4-BE49-F238E27FC236}">
                <a16:creationId xmlns:a16="http://schemas.microsoft.com/office/drawing/2014/main" id="{155DB9D7-2559-468D-A3AB-FDCFA00B7BA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77334" y="4845272"/>
            <a:ext cx="9550400" cy="360000"/>
          </a:xfrm>
        </p:spPr>
        <p:txBody>
          <a:bodyPr/>
          <a:lstStyle>
            <a:lvl1pPr algn="ctr">
              <a:defRPr sz="4400" b="1">
                <a:solidFill>
                  <a:srgbClr val="0068B4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de-CH" dirty="0"/>
          </a:p>
        </p:txBody>
      </p:sp>
      <p:sp>
        <p:nvSpPr>
          <p:cNvPr id="6" name="Datumsplatzhalter 5" descr="&lt;Einzelfelder_Präsentationstitel&gt;, &lt;Einzelfelder_Datum&gt;">
            <a:extLst>
              <a:ext uri="{FF2B5EF4-FFF2-40B4-BE49-F238E27FC236}">
                <a16:creationId xmlns:a16="http://schemas.microsoft.com/office/drawing/2014/main" id="{2CF66EB9-A461-4BE9-A12B-60ABA80C694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60001" y="6417721"/>
            <a:ext cx="5039088" cy="216000"/>
          </a:xfrm>
          <a:prstGeom prst="rect">
            <a:avLst/>
          </a:prstGeom>
        </p:spPr>
        <p:txBody>
          <a:bodyPr/>
          <a:lstStyle>
            <a:lvl1pPr>
              <a:defRPr sz="900"/>
            </a:lvl1pPr>
          </a:lstStyle>
          <a:p>
            <a:r>
              <a:rPr lang="de-DE"/>
              <a:t>Title of the presentation, 15 April 2025</a:t>
            </a:r>
            <a:endParaRPr lang="de-CH" dirty="0"/>
          </a:p>
        </p:txBody>
      </p:sp>
      <p:sp>
        <p:nvSpPr>
          <p:cNvPr id="7" name="Fußzeilenplatzhalter 6" descr="&lt;Mitarbeitende_Ersteller_Mitarbeitende_Titelmitname&gt;">
            <a:extLst>
              <a:ext uri="{FF2B5EF4-FFF2-40B4-BE49-F238E27FC236}">
                <a16:creationId xmlns:a16="http://schemas.microsoft.com/office/drawing/2014/main" id="{5D0BA506-B2AF-4860-87C2-5838B2D526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endParaRPr lang="de-CH" dirty="0"/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3600938A-377D-46DC-9CEE-22805093B1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6ABA92-B65E-42F5-BB28-73DA50746AED}" type="slidenum">
              <a:rPr lang="de-CH"/>
              <a:t>‹Nr.›</a:t>
            </a:fld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26034926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636" b="1" i="0">
                <a:solidFill>
                  <a:srgbClr val="89BEE2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9/15/2025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‹Nr.›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963060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DBB907FC-8EEA-4706-98EB-1F20D0D83E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" y="1009863"/>
            <a:ext cx="10224000" cy="360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de-CH" dirty="0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CBCB51EB-182E-4020-8D86-3EF8848E6C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58775" y="1484314"/>
            <a:ext cx="10224000" cy="4752974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de-CH" dirty="0"/>
              <a:t>Mastertextformat bearbeiten</a:t>
            </a:r>
          </a:p>
          <a:p>
            <a:pPr lvl="1"/>
            <a:r>
              <a:rPr lang="de-CH" dirty="0"/>
              <a:t>Zweite Ebene</a:t>
            </a:r>
          </a:p>
          <a:p>
            <a:pPr lvl="2"/>
            <a:r>
              <a:rPr lang="de-CH" dirty="0"/>
              <a:t>Dritte Ebene</a:t>
            </a:r>
          </a:p>
          <a:p>
            <a:pPr lvl="3"/>
            <a:r>
              <a:rPr lang="de-CH" dirty="0"/>
              <a:t>Vierte Ebene</a:t>
            </a:r>
          </a:p>
          <a:p>
            <a:pPr lvl="4"/>
            <a:r>
              <a:rPr lang="de-CH" dirty="0"/>
              <a:t>Fünfte Ebene</a:t>
            </a:r>
          </a:p>
          <a:p>
            <a:pPr lvl="5"/>
            <a:r>
              <a:rPr lang="de-CH" dirty="0"/>
              <a:t>Sechste Ebene</a:t>
            </a:r>
          </a:p>
        </p:txBody>
      </p:sp>
      <p:sp>
        <p:nvSpPr>
          <p:cNvPr id="5" name="Fußzeilenplatzhalter 4" descr="&lt;Mitarbeitende_Ersteller_Mitarbeitende_Titelmitname&gt;">
            <a:extLst>
              <a:ext uri="{FF2B5EF4-FFF2-40B4-BE49-F238E27FC236}">
                <a16:creationId xmlns:a16="http://schemas.microsoft.com/office/drawing/2014/main" id="{BA7469D3-D758-4D66-B52B-335D0B004E9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543550" y="6417721"/>
            <a:ext cx="4176713" cy="216000"/>
          </a:xfrm>
          <a:prstGeom prst="rect">
            <a:avLst/>
          </a:prstGeom>
        </p:spPr>
        <p:txBody>
          <a:bodyPr vert="horz" lIns="0" tIns="0" rIns="0" bIns="18000" rtlCol="0" anchor="b" anchorCtr="0"/>
          <a:lstStyle>
            <a:lvl1pPr algn="l">
              <a:defRPr sz="700">
                <a:solidFill>
                  <a:srgbClr val="000000"/>
                </a:solidFill>
              </a:defRPr>
            </a:lvl1pPr>
          </a:lstStyle>
          <a:p>
            <a:endParaRPr lang="de-CH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6B6E1BC-0BF1-4586-8DE0-316908CCD9C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84859" y="6525721"/>
            <a:ext cx="718050" cy="216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000">
                <a:solidFill>
                  <a:srgbClr val="000000"/>
                </a:solidFill>
              </a:defRPr>
            </a:lvl1pPr>
          </a:lstStyle>
          <a:p>
            <a:fld id="{0A6ABA92-B65E-42F5-BB28-73DA50746AED}" type="slidenum">
              <a:rPr lang="de-CH" smtClean="0"/>
              <a:pPr/>
              <a:t>‹Nr.›</a:t>
            </a:fld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22612526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5" r:id="rId3"/>
    <p:sldLayoutId id="2147483666" r:id="rId4"/>
  </p:sldLayoutIdLst>
  <p:hf hdr="0" ftr="0" dt="0"/>
  <p:txStyles>
    <p:titleStyle>
      <a:lvl1pPr algn="l" defTabSz="820857" rtl="0" eaLnBrk="1" latinLnBrk="0" hangingPunct="1">
        <a:lnSpc>
          <a:spcPct val="95000"/>
        </a:lnSpc>
        <a:spcBef>
          <a:spcPct val="0"/>
        </a:spcBef>
        <a:buNone/>
        <a:defRPr sz="2000" b="1" kern="1200" cap="all" spc="30" baseline="0">
          <a:solidFill>
            <a:srgbClr val="000000"/>
          </a:solidFill>
          <a:latin typeface="+mj-lt"/>
          <a:ea typeface="+mj-ea"/>
          <a:cs typeface="+mj-cs"/>
        </a:defRPr>
      </a:lvl1pPr>
    </p:titleStyle>
    <p:bodyStyle>
      <a:lvl1pPr marL="0" indent="0" algn="l" defTabSz="864000" rtl="0" eaLnBrk="1" latinLnBrk="0" hangingPunct="1">
        <a:lnSpc>
          <a:spcPct val="105000"/>
        </a:lnSpc>
        <a:spcBef>
          <a:spcPts val="200"/>
        </a:spcBef>
        <a:spcAft>
          <a:spcPts val="100"/>
        </a:spcAft>
        <a:buFont typeface="Arial" panose="020B0604020202020204" pitchFamily="34" charset="0"/>
        <a:buNone/>
        <a:defRPr sz="1800" kern="1200">
          <a:solidFill>
            <a:srgbClr val="000000"/>
          </a:solidFill>
          <a:latin typeface="+mn-lt"/>
          <a:ea typeface="+mn-ea"/>
          <a:cs typeface="+mn-cs"/>
        </a:defRPr>
      </a:lvl1pPr>
      <a:lvl2pPr marL="216000" indent="-216000" algn="l" defTabSz="864000" rtl="0" eaLnBrk="1" latinLnBrk="0" hangingPunct="1">
        <a:lnSpc>
          <a:spcPct val="105000"/>
        </a:lnSpc>
        <a:spcBef>
          <a:spcPts val="200"/>
        </a:spcBef>
        <a:spcAft>
          <a:spcPts val="100"/>
        </a:spcAft>
        <a:buFont typeface="Arial" panose="020B0604020202020204" pitchFamily="34" charset="0"/>
        <a:buChar char="–"/>
        <a:defRPr sz="1800" kern="1200">
          <a:solidFill>
            <a:srgbClr val="000000"/>
          </a:solidFill>
          <a:latin typeface="+mn-lt"/>
          <a:ea typeface="+mn-ea"/>
          <a:cs typeface="+mn-cs"/>
        </a:defRPr>
      </a:lvl2pPr>
      <a:lvl3pPr marL="198000" indent="-270000" algn="l" defTabSz="864000" rtl="0" eaLnBrk="1" latinLnBrk="0" hangingPunct="1">
        <a:lnSpc>
          <a:spcPct val="105000"/>
        </a:lnSpc>
        <a:spcBef>
          <a:spcPts val="600"/>
        </a:spcBef>
        <a:spcAft>
          <a:spcPts val="100"/>
        </a:spcAft>
        <a:buFont typeface="+mj-lt"/>
        <a:buAutoNum type="arabicPeriod"/>
        <a:defRPr sz="1800" kern="1200">
          <a:solidFill>
            <a:srgbClr val="000000"/>
          </a:solidFill>
          <a:latin typeface="+mn-lt"/>
          <a:ea typeface="+mn-ea"/>
          <a:cs typeface="+mn-cs"/>
        </a:defRPr>
      </a:lvl3pPr>
      <a:lvl4pPr marL="432000" indent="-180000" algn="l" defTabSz="864000" rtl="0" eaLnBrk="1" latinLnBrk="0" hangingPunct="1">
        <a:lnSpc>
          <a:spcPct val="105000"/>
        </a:lnSpc>
        <a:spcBef>
          <a:spcPts val="200"/>
        </a:spcBef>
        <a:spcAft>
          <a:spcPts val="100"/>
        </a:spcAft>
        <a:buFont typeface="Wingdings" panose="05000000000000000000" pitchFamily="2" charset="2"/>
        <a:buChar char="§"/>
        <a:defRPr sz="1800" kern="1200">
          <a:solidFill>
            <a:srgbClr val="000000"/>
          </a:solidFill>
          <a:latin typeface="+mn-lt"/>
          <a:ea typeface="+mn-ea"/>
          <a:cs typeface="+mn-cs"/>
        </a:defRPr>
      </a:lvl4pPr>
      <a:lvl5pPr marL="648000" indent="-180000" algn="l" defTabSz="864000" rtl="0" eaLnBrk="1" latinLnBrk="0" hangingPunct="1">
        <a:lnSpc>
          <a:spcPct val="105000"/>
        </a:lnSpc>
        <a:spcBef>
          <a:spcPts val="200"/>
        </a:spcBef>
        <a:spcAft>
          <a:spcPts val="100"/>
        </a:spcAft>
        <a:buFont typeface="Courier New" panose="02070309020205020404" pitchFamily="49" charset="0"/>
        <a:buChar char="o"/>
        <a:defRPr sz="1800" kern="1200">
          <a:solidFill>
            <a:srgbClr val="000000"/>
          </a:solidFill>
          <a:latin typeface="+mn-lt"/>
          <a:ea typeface="+mn-ea"/>
          <a:cs typeface="+mn-cs"/>
        </a:defRPr>
      </a:lvl5pPr>
      <a:lvl6pPr marL="864000" indent="-180000" algn="l" defTabSz="864000" rtl="0" eaLnBrk="1" latinLnBrk="0" hangingPunct="1">
        <a:lnSpc>
          <a:spcPct val="105000"/>
        </a:lnSpc>
        <a:spcBef>
          <a:spcPts val="200"/>
        </a:spcBef>
        <a:spcAft>
          <a:spcPts val="100"/>
        </a:spcAft>
        <a:buFont typeface="Arial" panose="020B0604020202020204" pitchFamily="34" charset="0"/>
        <a:buChar char="–"/>
        <a:defRPr sz="1800" kern="1200">
          <a:solidFill>
            <a:srgbClr val="000000"/>
          </a:solidFill>
          <a:latin typeface="+mn-lt"/>
          <a:ea typeface="+mn-ea"/>
          <a:cs typeface="+mn-cs"/>
        </a:defRPr>
      </a:lvl6pPr>
      <a:lvl7pPr marL="1080000" indent="-216000" algn="l" defTabSz="864000" rtl="0" eaLnBrk="1" latinLnBrk="0" hangingPunct="1">
        <a:lnSpc>
          <a:spcPct val="105000"/>
        </a:lnSpc>
        <a:spcBef>
          <a:spcPts val="200"/>
        </a:spcBef>
        <a:spcAft>
          <a:spcPts val="100"/>
        </a:spcAft>
        <a:buFont typeface="Arial" panose="020B0604020202020204" pitchFamily="34" charset="0"/>
        <a:buChar char="–"/>
        <a:defRPr sz="1400" kern="1200">
          <a:solidFill>
            <a:srgbClr val="000000"/>
          </a:solidFill>
          <a:latin typeface="+mn-lt"/>
          <a:ea typeface="+mn-ea"/>
          <a:cs typeface="+mn-cs"/>
        </a:defRPr>
      </a:lvl7pPr>
      <a:lvl8pPr marL="1296000" indent="-216000" algn="l" defTabSz="864000" rtl="0" eaLnBrk="1" latinLnBrk="0" hangingPunct="1">
        <a:lnSpc>
          <a:spcPct val="105000"/>
        </a:lnSpc>
        <a:spcBef>
          <a:spcPts val="200"/>
        </a:spcBef>
        <a:spcAft>
          <a:spcPts val="100"/>
        </a:spcAft>
        <a:buFont typeface="Arial" panose="020B0604020202020204" pitchFamily="34" charset="0"/>
        <a:buChar char="–"/>
        <a:defRPr sz="1400" kern="1200">
          <a:solidFill>
            <a:srgbClr val="000000"/>
          </a:solidFill>
          <a:latin typeface="+mn-lt"/>
          <a:ea typeface="+mn-ea"/>
          <a:cs typeface="+mn-cs"/>
        </a:defRPr>
      </a:lvl8pPr>
      <a:lvl9pPr marL="1512000" indent="-216000" algn="l" defTabSz="864000" rtl="0" eaLnBrk="1" latinLnBrk="0" hangingPunct="1">
        <a:lnSpc>
          <a:spcPct val="105000"/>
        </a:lnSpc>
        <a:spcBef>
          <a:spcPts val="200"/>
        </a:spcBef>
        <a:spcAft>
          <a:spcPts val="100"/>
        </a:spcAft>
        <a:buFont typeface="Arial" panose="020B0604020202020204" pitchFamily="34" charset="0"/>
        <a:buChar char="–"/>
        <a:defRPr sz="1400" kern="1200">
          <a:solidFill>
            <a:srgbClr val="000000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820857" rtl="0" eaLnBrk="1" latinLnBrk="0" hangingPunct="1">
        <a:defRPr sz="1616" kern="1200">
          <a:solidFill>
            <a:schemeClr val="tx1"/>
          </a:solidFill>
          <a:latin typeface="+mn-lt"/>
          <a:ea typeface="+mn-ea"/>
          <a:cs typeface="+mn-cs"/>
        </a:defRPr>
      </a:lvl1pPr>
      <a:lvl2pPr marL="410428" algn="l" defTabSz="820857" rtl="0" eaLnBrk="1" latinLnBrk="0" hangingPunct="1">
        <a:defRPr sz="1616" kern="1200">
          <a:solidFill>
            <a:schemeClr val="tx1"/>
          </a:solidFill>
          <a:latin typeface="+mn-lt"/>
          <a:ea typeface="+mn-ea"/>
          <a:cs typeface="+mn-cs"/>
        </a:defRPr>
      </a:lvl2pPr>
      <a:lvl3pPr marL="820857" algn="l" defTabSz="820857" rtl="0" eaLnBrk="1" latinLnBrk="0" hangingPunct="1">
        <a:defRPr sz="1616" kern="1200">
          <a:solidFill>
            <a:schemeClr val="tx1"/>
          </a:solidFill>
          <a:latin typeface="+mn-lt"/>
          <a:ea typeface="+mn-ea"/>
          <a:cs typeface="+mn-cs"/>
        </a:defRPr>
      </a:lvl3pPr>
      <a:lvl4pPr marL="1231285" algn="l" defTabSz="820857" rtl="0" eaLnBrk="1" latinLnBrk="0" hangingPunct="1">
        <a:defRPr sz="1616" kern="1200">
          <a:solidFill>
            <a:schemeClr val="tx1"/>
          </a:solidFill>
          <a:latin typeface="+mn-lt"/>
          <a:ea typeface="+mn-ea"/>
          <a:cs typeface="+mn-cs"/>
        </a:defRPr>
      </a:lvl4pPr>
      <a:lvl5pPr marL="1641714" algn="l" defTabSz="820857" rtl="0" eaLnBrk="1" latinLnBrk="0" hangingPunct="1">
        <a:defRPr sz="1616" kern="1200">
          <a:solidFill>
            <a:schemeClr val="tx1"/>
          </a:solidFill>
          <a:latin typeface="+mn-lt"/>
          <a:ea typeface="+mn-ea"/>
          <a:cs typeface="+mn-cs"/>
        </a:defRPr>
      </a:lvl5pPr>
      <a:lvl6pPr marL="2052142" algn="l" defTabSz="820857" rtl="0" eaLnBrk="1" latinLnBrk="0" hangingPunct="1">
        <a:defRPr sz="1616" kern="1200">
          <a:solidFill>
            <a:schemeClr val="tx1"/>
          </a:solidFill>
          <a:latin typeface="+mn-lt"/>
          <a:ea typeface="+mn-ea"/>
          <a:cs typeface="+mn-cs"/>
        </a:defRPr>
      </a:lvl6pPr>
      <a:lvl7pPr marL="2462571" algn="l" defTabSz="820857" rtl="0" eaLnBrk="1" latinLnBrk="0" hangingPunct="1">
        <a:defRPr sz="1616" kern="1200">
          <a:solidFill>
            <a:schemeClr val="tx1"/>
          </a:solidFill>
          <a:latin typeface="+mn-lt"/>
          <a:ea typeface="+mn-ea"/>
          <a:cs typeface="+mn-cs"/>
        </a:defRPr>
      </a:lvl7pPr>
      <a:lvl8pPr marL="2872999" algn="l" defTabSz="820857" rtl="0" eaLnBrk="1" latinLnBrk="0" hangingPunct="1">
        <a:defRPr sz="1616" kern="1200">
          <a:solidFill>
            <a:schemeClr val="tx1"/>
          </a:solidFill>
          <a:latin typeface="+mn-lt"/>
          <a:ea typeface="+mn-ea"/>
          <a:cs typeface="+mn-cs"/>
        </a:defRPr>
      </a:lvl8pPr>
      <a:lvl9pPr marL="3283428" algn="l" defTabSz="820857" rtl="0" eaLnBrk="1" latinLnBrk="0" hangingPunct="1">
        <a:defRPr sz="161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26" userDrawn="1">
          <p15:clr>
            <a:srgbClr val="547EBF"/>
          </p15:clr>
        </p15:guide>
        <p15:guide id="2" pos="6668" userDrawn="1">
          <p15:clr>
            <a:srgbClr val="547EBF"/>
          </p15:clr>
        </p15:guide>
        <p15:guide id="5" orient="horz" pos="3929" userDrawn="1">
          <p15:clr>
            <a:srgbClr val="547EBF"/>
          </p15:clr>
        </p15:guide>
        <p15:guide id="6" orient="horz" pos="4178" userDrawn="1">
          <p15:clr>
            <a:srgbClr val="547EBF"/>
          </p15:clr>
        </p15:guide>
        <p15:guide id="8" pos="3492" userDrawn="1">
          <p15:clr>
            <a:srgbClr val="5ACBF0"/>
          </p15:clr>
        </p15:guide>
        <p15:guide id="9" pos="3402" userDrawn="1">
          <p15:clr>
            <a:srgbClr val="5ACBF0"/>
          </p15:clr>
        </p15:guide>
        <p15:guide id="10" pos="2948" userDrawn="1">
          <p15:clr>
            <a:srgbClr val="5ACBF0"/>
          </p15:clr>
        </p15:guide>
        <p15:guide id="11" pos="2857" userDrawn="1">
          <p15:clr>
            <a:srgbClr val="5ACBF0"/>
          </p15:clr>
        </p15:guide>
        <p15:guide id="12" pos="2404" userDrawn="1">
          <p15:clr>
            <a:srgbClr val="5ACBF0"/>
          </p15:clr>
        </p15:guide>
        <p15:guide id="13" pos="2313" userDrawn="1">
          <p15:clr>
            <a:srgbClr val="5ACBF0"/>
          </p15:clr>
        </p15:guide>
        <p15:guide id="14" pos="1859" userDrawn="1">
          <p15:clr>
            <a:srgbClr val="5ACBF0"/>
          </p15:clr>
        </p15:guide>
        <p15:guide id="15" pos="1769" userDrawn="1">
          <p15:clr>
            <a:srgbClr val="5ACBF0"/>
          </p15:clr>
        </p15:guide>
        <p15:guide id="16" pos="1315" userDrawn="1">
          <p15:clr>
            <a:srgbClr val="5ACBF0"/>
          </p15:clr>
        </p15:guide>
        <p15:guide id="17" pos="1224" userDrawn="1">
          <p15:clr>
            <a:srgbClr val="5ACBF0"/>
          </p15:clr>
        </p15:guide>
        <p15:guide id="18" pos="771" userDrawn="1">
          <p15:clr>
            <a:srgbClr val="5ACBF0"/>
          </p15:clr>
        </p15:guide>
        <p15:guide id="19" pos="680" userDrawn="1">
          <p15:clr>
            <a:srgbClr val="5ACBF0"/>
          </p15:clr>
        </p15:guide>
        <p15:guide id="20" pos="3946" userDrawn="1">
          <p15:clr>
            <a:srgbClr val="5ACBF0"/>
          </p15:clr>
        </p15:guide>
        <p15:guide id="21" pos="4037" userDrawn="1">
          <p15:clr>
            <a:srgbClr val="5ACBF0"/>
          </p15:clr>
        </p15:guide>
        <p15:guide id="22" pos="4581" userDrawn="1">
          <p15:clr>
            <a:srgbClr val="5ACBF0"/>
          </p15:clr>
        </p15:guide>
        <p15:guide id="23" pos="4490" userDrawn="1">
          <p15:clr>
            <a:srgbClr val="5ACBF0"/>
          </p15:clr>
        </p15:guide>
        <p15:guide id="24" pos="5035" userDrawn="1">
          <p15:clr>
            <a:srgbClr val="5ACBF0"/>
          </p15:clr>
        </p15:guide>
        <p15:guide id="25" pos="5125" userDrawn="1">
          <p15:clr>
            <a:srgbClr val="5ACBF0"/>
          </p15:clr>
        </p15:guide>
        <p15:guide id="26" pos="5579" userDrawn="1">
          <p15:clr>
            <a:srgbClr val="5ACBF0"/>
          </p15:clr>
        </p15:guide>
        <p15:guide id="27" pos="5670" userDrawn="1">
          <p15:clr>
            <a:srgbClr val="5ACBF0"/>
          </p15:clr>
        </p15:guide>
        <p15:guide id="28" pos="6123" userDrawn="1">
          <p15:clr>
            <a:srgbClr val="5ACBF0"/>
          </p15:clr>
        </p15:guide>
        <p15:guide id="29" pos="6214" userDrawn="1">
          <p15:clr>
            <a:srgbClr val="5ACBF0"/>
          </p15:clr>
        </p15:guide>
        <p15:guide id="32" orient="horz" pos="232" userDrawn="1">
          <p15:clr>
            <a:srgbClr val="547EBF"/>
          </p15:clr>
        </p15:guide>
        <p15:guide id="36" orient="horz" pos="969" userDrawn="1">
          <p15:clr>
            <a:srgbClr val="5ACBF0"/>
          </p15:clr>
        </p15:guide>
        <p15:guide id="37" orient="horz" pos="663" userDrawn="1">
          <p15:clr>
            <a:srgbClr val="5ACBF0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bin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video" Target="https://www.youtube.com/embed/KvwIW2dlUj8?feature=oembed" TargetMode="External"/><Relationship Id="rId5" Type="http://schemas.openxmlformats.org/officeDocument/2006/relationships/hyperlink" Target="https://www.youtube.com/watch?v=KvwIW2dlUj8" TargetMode="External"/><Relationship Id="rId4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magazin.nzz.ch/nzz-am-sonntag/wissen/geld-macht-gesund-die-gesundheitliche-ungleichheit-nimmt-zu-ld.1740208" TargetMode="Externa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image" Target="../media/image16.png"/><Relationship Id="rId18" Type="http://schemas.openxmlformats.org/officeDocument/2006/relationships/image" Target="../media/image21.png"/><Relationship Id="rId3" Type="http://schemas.openxmlformats.org/officeDocument/2006/relationships/image" Target="../media/image6.png"/><Relationship Id="rId21" Type="http://schemas.openxmlformats.org/officeDocument/2006/relationships/hyperlink" Target="https://www.bag.admin.ch/de/chancengleichheit-zahlen-und-fakten" TargetMode="External"/><Relationship Id="rId7" Type="http://schemas.openxmlformats.org/officeDocument/2006/relationships/image" Target="../media/image10.png"/><Relationship Id="rId12" Type="http://schemas.openxmlformats.org/officeDocument/2006/relationships/image" Target="../media/image15.png"/><Relationship Id="rId17" Type="http://schemas.openxmlformats.org/officeDocument/2006/relationships/image" Target="../media/image20.png"/><Relationship Id="rId2" Type="http://schemas.openxmlformats.org/officeDocument/2006/relationships/image" Target="../media/image5.png"/><Relationship Id="rId16" Type="http://schemas.openxmlformats.org/officeDocument/2006/relationships/image" Target="../media/image19.png"/><Relationship Id="rId20" Type="http://schemas.openxmlformats.org/officeDocument/2006/relationships/image" Target="../media/image23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9.jpg"/><Relationship Id="rId11" Type="http://schemas.openxmlformats.org/officeDocument/2006/relationships/image" Target="../media/image14.png"/><Relationship Id="rId5" Type="http://schemas.openxmlformats.org/officeDocument/2006/relationships/image" Target="../media/image8.png"/><Relationship Id="rId15" Type="http://schemas.openxmlformats.org/officeDocument/2006/relationships/image" Target="../media/image18.png"/><Relationship Id="rId10" Type="http://schemas.openxmlformats.org/officeDocument/2006/relationships/image" Target="../media/image13.png"/><Relationship Id="rId19" Type="http://schemas.openxmlformats.org/officeDocument/2006/relationships/image" Target="../media/image22.png"/><Relationship Id="rId4" Type="http://schemas.openxmlformats.org/officeDocument/2006/relationships/image" Target="../media/image7.png"/><Relationship Id="rId9" Type="http://schemas.openxmlformats.org/officeDocument/2006/relationships/image" Target="../media/image12.png"/><Relationship Id="rId14" Type="http://schemas.openxmlformats.org/officeDocument/2006/relationships/image" Target="../media/image1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slideLayout" Target="../slideLayouts/slideLayout2.xml"/><Relationship Id="rId1" Type="http://schemas.openxmlformats.org/officeDocument/2006/relationships/video" Target="https://www.youtube.com/embed/0B5bAXtLPo4?start=53&amp;feature=oembed" TargetMode="External"/><Relationship Id="rId4" Type="http://schemas.openxmlformats.org/officeDocument/2006/relationships/hyperlink" Target="https://www.youtube.com/watch?v=0B5bAXtLPo4" TargetMode="Externa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medinside.ch/bag-muss-elf-millionen-franken-sparen-und-20-stellen-streichen-20250226" TargetMode="External"/><Relationship Id="rId3" Type="http://schemas.openxmlformats.org/officeDocument/2006/relationships/image" Target="../media/image26.png"/><Relationship Id="rId7" Type="http://schemas.openxmlformats.org/officeDocument/2006/relationships/image" Target="../media/image29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bag.admin.ch/en/health-equity" TargetMode="Externa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open.spotify.com/show/0JyHnF4L5HYzUw52h4VRQu" TargetMode="External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esis.org/en/issp/data-and-documentation/health-and-health-care/2011" TargetMode="External"/><Relationship Id="rId2" Type="http://schemas.openxmlformats.org/officeDocument/2006/relationships/hyperlink" Target="https://login.gesis.org/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search.gesis.org/research_data/ZA8000?doi=10.4232/5.ZA8000.1.0.0" TargetMode="External"/><Relationship Id="rId5" Type="http://schemas.openxmlformats.org/officeDocument/2006/relationships/hyperlink" Target="https://www.gesis.org/en/issp/data-and-documentation/health-and-health-care/2021" TargetMode="External"/><Relationship Id="rId4" Type="http://schemas.openxmlformats.org/officeDocument/2006/relationships/hyperlink" Target="https://search.gesis.org/research_data/ZA5800" TargetMode="Externa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ess.sikt.no/en/study/ccd56840-e949-4320-945a-927c49e1dc4f/" TargetMode="External"/><Relationship Id="rId2" Type="http://schemas.openxmlformats.org/officeDocument/2006/relationships/hyperlink" Target="https://sso.nsd.no/authorize?response_type=token&amp;redirect_uri=https%3A%2F%2Fess.sikt.no%2F&amp;client_id=https%3A%2F%2Fess.sikt.no%2F&amp;nonce=2qbG2SweC51zhfcQXa75&amp;client_name=ess-data-portal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ess.sikt.no/en/series/321b06ad-1b98-4b7d-93ad-ca8a24e8788a" TargetMode="Externa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sv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hyperlink" Target="mailto:david.weisstanner@unilu.ch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0">
            <a:extLst>
              <a:ext uri="{FF2B5EF4-FFF2-40B4-BE49-F238E27FC236}">
                <a16:creationId xmlns:a16="http://schemas.microsoft.com/office/drawing/2014/main" id="{E98A9F4D-1DC9-9B15-B829-BCC7FA06C574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20000"/>
          </a:blip>
          <a:srcRect l="6136" r="4773"/>
          <a:stretch>
            <a:fillRect/>
          </a:stretch>
        </p:blipFill>
        <p:spPr>
          <a:xfrm>
            <a:off x="0" y="0"/>
            <a:ext cx="10944225" cy="6868141"/>
          </a:xfrm>
          <a:prstGeom prst="rect">
            <a:avLst/>
          </a:prstGeom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994F14CC-4D14-46F5-B520-ADCE2CD58B6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493" y="133665"/>
            <a:ext cx="1355467" cy="334795"/>
          </a:xfrm>
          <a:prstGeom prst="rect">
            <a:avLst/>
          </a:prstGeom>
        </p:spPr>
      </p:pic>
      <p:sp>
        <p:nvSpPr>
          <p:cNvPr id="3" name="Textfeld 2">
            <a:extLst>
              <a:ext uri="{FF2B5EF4-FFF2-40B4-BE49-F238E27FC236}">
                <a16:creationId xmlns:a16="http://schemas.microsoft.com/office/drawing/2014/main" id="{1C813FDB-2757-6E2D-8B33-097B6E97B20B}"/>
              </a:ext>
            </a:extLst>
          </p:cNvPr>
          <p:cNvSpPr txBox="1"/>
          <p:nvPr/>
        </p:nvSpPr>
        <p:spPr>
          <a:xfrm>
            <a:off x="1736438" y="1044624"/>
            <a:ext cx="7777017" cy="5047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CH" sz="4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Medium" panose="020B0603020102020204"/>
                <a:ea typeface="+mn-ea"/>
                <a:cs typeface="+mn-cs"/>
              </a:rPr>
              <a:t>Health </a:t>
            </a:r>
            <a:r>
              <a:rPr kumimoji="0" lang="de-CH" sz="40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Medium" panose="020B0603020102020204"/>
                <a:ea typeface="+mn-ea"/>
                <a:cs typeface="+mn-cs"/>
              </a:rPr>
              <a:t>Inequality</a:t>
            </a:r>
            <a:r>
              <a:rPr kumimoji="0" lang="de-CH" sz="4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Medium" panose="020B0603020102020204"/>
                <a:ea typeface="+mn-ea"/>
                <a:cs typeface="+mn-cs"/>
              </a:rPr>
              <a:t> and Public Policy</a:t>
            </a:r>
          </a:p>
          <a:p>
            <a:endParaRPr lang="de-CH" sz="4000" b="1" dirty="0">
              <a:solidFill>
                <a:srgbClr val="0070C0"/>
              </a:solidFill>
              <a:latin typeface="+mj-lt"/>
            </a:endParaRPr>
          </a:p>
          <a:p>
            <a:pPr algn="ctr"/>
            <a:r>
              <a:rPr lang="de-CH" sz="4000" b="1" dirty="0">
                <a:solidFill>
                  <a:srgbClr val="0070C0"/>
                </a:solidFill>
                <a:latin typeface="+mj-lt"/>
              </a:rPr>
              <a:t>(1)</a:t>
            </a:r>
          </a:p>
          <a:p>
            <a:pPr algn="ctr"/>
            <a:r>
              <a:rPr lang="de-CH" sz="4000" b="1" dirty="0" err="1">
                <a:solidFill>
                  <a:srgbClr val="0070C0"/>
                </a:solidFill>
                <a:latin typeface="+mj-lt"/>
              </a:rPr>
              <a:t>Introduction</a:t>
            </a:r>
            <a:endParaRPr lang="de-CH" sz="4000" b="1" dirty="0">
              <a:solidFill>
                <a:srgbClr val="0070C0"/>
              </a:solidFill>
              <a:latin typeface="+mj-lt"/>
            </a:endParaRPr>
          </a:p>
          <a:p>
            <a:pPr algn="ctr"/>
            <a:endParaRPr lang="en-GB" sz="2400" dirty="0"/>
          </a:p>
          <a:p>
            <a:pPr algn="ctr"/>
            <a:endParaRPr lang="en-GB" sz="2400" dirty="0"/>
          </a:p>
          <a:p>
            <a:pPr algn="ctr"/>
            <a:r>
              <a:rPr lang="en-GB" sz="2400" dirty="0"/>
              <a:t>Monday, 15. September 2025</a:t>
            </a:r>
          </a:p>
          <a:p>
            <a:pPr algn="ctr"/>
            <a:endParaRPr lang="de-CH" dirty="0"/>
          </a:p>
          <a:p>
            <a:pPr algn="ctr"/>
            <a:endParaRPr lang="de-CH" dirty="0"/>
          </a:p>
          <a:p>
            <a:pPr algn="ctr"/>
            <a:r>
              <a:rPr lang="de-CH" dirty="0"/>
              <a:t>Ass.-Prof. Dr. David Weisstanner</a:t>
            </a:r>
          </a:p>
          <a:p>
            <a:pPr algn="ctr"/>
            <a:r>
              <a:rPr lang="en-GB" dirty="0"/>
              <a:t>Faculty of Health Sciences and Medicine</a:t>
            </a:r>
          </a:p>
          <a:p>
            <a:pPr algn="ctr"/>
            <a:r>
              <a:rPr lang="en-GB" dirty="0"/>
              <a:t>University of Lucerne</a:t>
            </a:r>
          </a:p>
        </p:txBody>
      </p:sp>
    </p:spTree>
    <p:extLst>
      <p:ext uri="{BB962C8B-B14F-4D97-AF65-F5344CB8AC3E}">
        <p14:creationId xmlns:p14="http://schemas.microsoft.com/office/powerpoint/2010/main" val="8805372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631A66B-E4D2-F256-7B9A-64BB4F22B7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What does our title picture show?</a:t>
            </a:r>
            <a:endParaRPr lang="de-CH" dirty="0"/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A54E3329-FC4E-E10A-4F3E-7A24527153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6ABA92-B65E-42F5-BB28-73DA50746AED}" type="slidenum">
              <a:rPr lang="de-CH" smtClean="0"/>
              <a:t>2</a:t>
            </a:fld>
            <a:endParaRPr lang="de-CH" dirty="0"/>
          </a:p>
        </p:txBody>
      </p:sp>
      <p:pic>
        <p:nvPicPr>
          <p:cNvPr id="5" name="Picture 7">
            <a:extLst>
              <a:ext uri="{FF2B5EF4-FFF2-40B4-BE49-F238E27FC236}">
                <a16:creationId xmlns:a16="http://schemas.microsoft.com/office/drawing/2014/main" id="{27708EA6-243F-5B3E-52F5-07F2A3157EDF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0514" y="1175199"/>
            <a:ext cx="9694620" cy="5168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0822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7D27F0E-98DE-F3A5-B732-BDE7952329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what does this have to do with health?</a:t>
            </a:r>
            <a:endParaRPr lang="de-CH" dirty="0"/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4392CF03-39F8-15B6-F33C-FFDA8FA123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6ABA92-B65E-42F5-BB28-73DA50746AED}" type="slidenum">
              <a:rPr lang="de-CH" smtClean="0"/>
              <a:t>3</a:t>
            </a:fld>
            <a:endParaRPr lang="de-CH" dirty="0"/>
          </a:p>
        </p:txBody>
      </p:sp>
      <p:pic>
        <p:nvPicPr>
          <p:cNvPr id="5" name="Online Media 3" title="Life Expectancy Calculator - This is Britain with Andrew Marr - Preview - BBC Two">
            <a:hlinkClick r:id="" action="ppaction://media"/>
            <a:extLst>
              <a:ext uri="{FF2B5EF4-FFF2-40B4-BE49-F238E27FC236}">
                <a16:creationId xmlns:a16="http://schemas.microsoft.com/office/drawing/2014/main" id="{01E74304-555A-FC05-F867-CBE6CEC4A2A8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4"/>
          <a:stretch>
            <a:fillRect/>
          </a:stretch>
        </p:blipFill>
        <p:spPr>
          <a:xfrm>
            <a:off x="1754909" y="1412052"/>
            <a:ext cx="8731558" cy="4933330"/>
          </a:xfrm>
          <a:prstGeom prst="rect">
            <a:avLst/>
          </a:prstGeom>
        </p:spPr>
      </p:pic>
      <p:sp>
        <p:nvSpPr>
          <p:cNvPr id="6" name="TextBox 11">
            <a:extLst>
              <a:ext uri="{FF2B5EF4-FFF2-40B4-BE49-F238E27FC236}">
                <a16:creationId xmlns:a16="http://schemas.microsoft.com/office/drawing/2014/main" id="{AA5AEA2D-7FAE-9C6E-BA5E-28F4015752A7}"/>
              </a:ext>
            </a:extLst>
          </p:cNvPr>
          <p:cNvSpPr txBox="1"/>
          <p:nvPr/>
        </p:nvSpPr>
        <p:spPr>
          <a:xfrm>
            <a:off x="293662" y="2650246"/>
            <a:ext cx="1461247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600" dirty="0"/>
              <a:t>Danny Dorling, Professor of Human Geography at the University of Oxford</a:t>
            </a:r>
          </a:p>
        </p:txBody>
      </p:sp>
      <p:sp>
        <p:nvSpPr>
          <p:cNvPr id="7" name="TextBox 5">
            <a:extLst>
              <a:ext uri="{FF2B5EF4-FFF2-40B4-BE49-F238E27FC236}">
                <a16:creationId xmlns:a16="http://schemas.microsoft.com/office/drawing/2014/main" id="{6C0ADA61-23CD-0753-0511-81751E30A3E2}"/>
              </a:ext>
            </a:extLst>
          </p:cNvPr>
          <p:cNvSpPr txBox="1"/>
          <p:nvPr/>
        </p:nvSpPr>
        <p:spPr>
          <a:xfrm>
            <a:off x="7689314" y="6481310"/>
            <a:ext cx="3948851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000" dirty="0">
                <a:hlinkClick r:id="rId5"/>
              </a:rPr>
              <a:t>https://www.youtube.com/watch?v=KvwIW2dlUj8</a:t>
            </a:r>
            <a:r>
              <a:rPr lang="en-GB" sz="10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120813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1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  <p:video>
              <p:cMediaNode vol="80000">
                <p:cTn id="12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B5D7A7D-89DA-A012-5571-CE7B172B94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Also in Switzerland?</a:t>
            </a:r>
            <a:endParaRPr lang="de-CH" dirty="0"/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96297C90-E29E-B5E5-C3E0-380471466E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6ABA92-B65E-42F5-BB28-73DA50746AED}" type="slidenum">
              <a:rPr lang="de-CH" smtClean="0"/>
              <a:t>4</a:t>
            </a:fld>
            <a:endParaRPr lang="de-CH" dirty="0"/>
          </a:p>
        </p:txBody>
      </p:sp>
      <p:pic>
        <p:nvPicPr>
          <p:cNvPr id="5" name="Picture 10">
            <a:extLst>
              <a:ext uri="{FF2B5EF4-FFF2-40B4-BE49-F238E27FC236}">
                <a16:creationId xmlns:a16="http://schemas.microsoft.com/office/drawing/2014/main" id="{18035DC5-7B94-32C5-79DB-DD5C82E2A4D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2754"/>
          <a:stretch>
            <a:fillRect/>
          </a:stretch>
        </p:blipFill>
        <p:spPr>
          <a:xfrm>
            <a:off x="2563595" y="1374099"/>
            <a:ext cx="5629059" cy="4829640"/>
          </a:xfrm>
          <a:prstGeom prst="rect">
            <a:avLst/>
          </a:prstGeom>
        </p:spPr>
      </p:pic>
      <p:sp>
        <p:nvSpPr>
          <p:cNvPr id="6" name="TextBox 12">
            <a:extLst>
              <a:ext uri="{FF2B5EF4-FFF2-40B4-BE49-F238E27FC236}">
                <a16:creationId xmlns:a16="http://schemas.microsoft.com/office/drawing/2014/main" id="{741C1B5B-DC4D-EB93-D86B-69F00F3B6D38}"/>
              </a:ext>
            </a:extLst>
          </p:cNvPr>
          <p:cNvSpPr txBox="1"/>
          <p:nvPr/>
        </p:nvSpPr>
        <p:spPr>
          <a:xfrm>
            <a:off x="2223533" y="6495500"/>
            <a:ext cx="11293212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000" dirty="0">
                <a:hlinkClick r:id="rId3"/>
              </a:rPr>
              <a:t>https://magazin.nzz.ch/nzz-am-sonntag/wissen/geld-macht-gesund-die-gesundheitliche-ungleichheit-nimmt-zu-ld.1740208</a:t>
            </a:r>
            <a:r>
              <a:rPr lang="en-GB" sz="10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5890102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383711" y="5822016"/>
            <a:ext cx="420637" cy="214804"/>
          </a:xfrm>
          <a:custGeom>
            <a:avLst/>
            <a:gdLst/>
            <a:ahLst/>
            <a:cxnLst/>
            <a:rect l="l" t="t" r="r" b="b"/>
            <a:pathLst>
              <a:path w="565785" h="288925">
                <a:moveTo>
                  <a:pt x="565759" y="0"/>
                </a:moveTo>
                <a:lnTo>
                  <a:pt x="144195" y="0"/>
                </a:lnTo>
                <a:lnTo>
                  <a:pt x="98743" y="7382"/>
                </a:lnTo>
                <a:lnTo>
                  <a:pt x="59176" y="27915"/>
                </a:lnTo>
                <a:lnTo>
                  <a:pt x="27915" y="59176"/>
                </a:lnTo>
                <a:lnTo>
                  <a:pt x="7382" y="98743"/>
                </a:lnTo>
                <a:lnTo>
                  <a:pt x="0" y="144195"/>
                </a:lnTo>
                <a:lnTo>
                  <a:pt x="7382" y="189641"/>
                </a:lnTo>
                <a:lnTo>
                  <a:pt x="27915" y="229205"/>
                </a:lnTo>
                <a:lnTo>
                  <a:pt x="59176" y="260464"/>
                </a:lnTo>
                <a:lnTo>
                  <a:pt x="98743" y="280996"/>
                </a:lnTo>
                <a:lnTo>
                  <a:pt x="144195" y="288378"/>
                </a:lnTo>
                <a:lnTo>
                  <a:pt x="565759" y="288378"/>
                </a:lnTo>
                <a:lnTo>
                  <a:pt x="565759" y="0"/>
                </a:lnTo>
                <a:close/>
              </a:path>
            </a:pathLst>
          </a:custGeom>
          <a:solidFill>
            <a:srgbClr val="89BEE2"/>
          </a:solidFill>
        </p:spPr>
        <p:txBody>
          <a:bodyPr wrap="square" lIns="0" tIns="0" rIns="0" bIns="0" rtlCol="0"/>
          <a:lstStyle/>
          <a:p>
            <a:endParaRPr sz="1616"/>
          </a:p>
        </p:txBody>
      </p:sp>
      <p:sp>
        <p:nvSpPr>
          <p:cNvPr id="3" name="object 3"/>
          <p:cNvSpPr txBox="1"/>
          <p:nvPr/>
        </p:nvSpPr>
        <p:spPr>
          <a:xfrm>
            <a:off x="2842652" y="5822014"/>
            <a:ext cx="2111683" cy="168772"/>
          </a:xfrm>
          <a:prstGeom prst="rect">
            <a:avLst/>
          </a:prstGeom>
          <a:solidFill>
            <a:srgbClr val="B7D4EC"/>
          </a:solidFill>
        </p:spPr>
        <p:txBody>
          <a:bodyPr vert="horz" wrap="square" lIns="0" tIns="42489" rIns="0" bIns="0" rtlCol="0">
            <a:spAutoFit/>
          </a:bodyPr>
          <a:lstStyle/>
          <a:p>
            <a:pPr marL="103392">
              <a:spcBef>
                <a:spcPts val="335"/>
              </a:spcBef>
            </a:pPr>
            <a:r>
              <a:rPr sz="818" b="1" spc="7" dirty="0">
                <a:solidFill>
                  <a:srgbClr val="FFFFFF"/>
                </a:solidFill>
                <a:latin typeface="Arial"/>
                <a:cs typeface="Arial"/>
              </a:rPr>
              <a:t>Focus</a:t>
            </a:r>
            <a:r>
              <a:rPr sz="818" b="1" spc="71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818" b="1" spc="7" dirty="0">
                <a:solidFill>
                  <a:srgbClr val="FFFFFF"/>
                </a:solidFill>
                <a:latin typeface="Arial"/>
                <a:cs typeface="Arial"/>
              </a:rPr>
              <a:t>on</a:t>
            </a:r>
            <a:r>
              <a:rPr sz="818" b="1" spc="71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818" b="1" spc="7" dirty="0">
                <a:solidFill>
                  <a:srgbClr val="FFFFFF"/>
                </a:solidFill>
                <a:latin typeface="Arial"/>
                <a:cs typeface="Arial"/>
              </a:rPr>
              <a:t>equality</a:t>
            </a:r>
            <a:r>
              <a:rPr sz="818" b="1" spc="71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818" b="1" spc="37" dirty="0">
                <a:solidFill>
                  <a:srgbClr val="FFFFFF"/>
                </a:solidFill>
                <a:latin typeface="Arial"/>
                <a:cs typeface="Arial"/>
              </a:rPr>
              <a:t>of</a:t>
            </a:r>
            <a:r>
              <a:rPr sz="818" b="1" spc="71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818" b="1" spc="30" dirty="0">
                <a:solidFill>
                  <a:srgbClr val="FFFFFF"/>
                </a:solidFill>
                <a:latin typeface="Arial"/>
                <a:cs typeface="Arial"/>
              </a:rPr>
              <a:t>opportunity</a:t>
            </a:r>
            <a:endParaRPr sz="818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472467" y="5855426"/>
            <a:ext cx="268151" cy="135403"/>
          </a:xfrm>
          <a:prstGeom prst="rect">
            <a:avLst/>
          </a:prstGeom>
        </p:spPr>
        <p:txBody>
          <a:bodyPr vert="horz" wrap="square" lIns="0" tIns="9442" rIns="0" bIns="0" rtlCol="0">
            <a:spAutoFit/>
          </a:bodyPr>
          <a:lstStyle/>
          <a:p>
            <a:pPr marL="9442">
              <a:spcBef>
                <a:spcPts val="75"/>
              </a:spcBef>
            </a:pPr>
            <a:r>
              <a:rPr sz="818" b="1" spc="-15" dirty="0">
                <a:solidFill>
                  <a:srgbClr val="FFFFFF"/>
                </a:solidFill>
                <a:latin typeface="Arial"/>
                <a:cs typeface="Arial"/>
              </a:rPr>
              <a:t>2018</a:t>
            </a:r>
            <a:endParaRPr sz="818">
              <a:latin typeface="Arial"/>
              <a:cs typeface="Arial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96441" y="5798069"/>
            <a:ext cx="890324" cy="260003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96489" y="6163125"/>
            <a:ext cx="528856" cy="40969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97497" y="6309152"/>
            <a:ext cx="1115787" cy="113979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85342" y="5787574"/>
            <a:ext cx="151269" cy="166395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671957" y="350946"/>
            <a:ext cx="4282313" cy="5378788"/>
          </a:xfrm>
          <a:prstGeom prst="rect">
            <a:avLst/>
          </a:prstGeom>
        </p:spPr>
      </p:pic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758660" y="489979"/>
            <a:ext cx="5106903" cy="457972"/>
          </a:xfrm>
          <a:prstGeom prst="rect">
            <a:avLst/>
          </a:prstGeom>
        </p:spPr>
        <p:txBody>
          <a:bodyPr vert="horz" wrap="square" lIns="0" tIns="33046" rIns="0" bIns="0" rtlCol="0" anchor="t" anchorCtr="0">
            <a:spAutoFit/>
          </a:bodyPr>
          <a:lstStyle/>
          <a:p>
            <a:pPr marL="9442">
              <a:lnSpc>
                <a:spcPct val="100000"/>
              </a:lnSpc>
              <a:spcBef>
                <a:spcPts val="260"/>
              </a:spcBef>
            </a:pPr>
            <a:r>
              <a:rPr spc="41" dirty="0"/>
              <a:t>Health</a:t>
            </a:r>
            <a:r>
              <a:rPr spc="11" dirty="0"/>
              <a:t> </a:t>
            </a:r>
            <a:r>
              <a:rPr spc="45" dirty="0"/>
              <a:t>equity</a:t>
            </a:r>
          </a:p>
          <a:p>
            <a:pPr marL="9442">
              <a:lnSpc>
                <a:spcPct val="100000"/>
              </a:lnSpc>
              <a:spcBef>
                <a:spcPts val="119"/>
              </a:spcBef>
            </a:pPr>
            <a:r>
              <a:rPr sz="1040" b="0" dirty="0">
                <a:solidFill>
                  <a:srgbClr val="B7D4EC"/>
                </a:solidFill>
                <a:latin typeface="Palatino Linotype"/>
                <a:cs typeface="Palatino Linotype"/>
              </a:rPr>
              <a:t>Facts</a:t>
            </a:r>
            <a:r>
              <a:rPr sz="1040" b="0" spc="41" dirty="0">
                <a:solidFill>
                  <a:srgbClr val="B7D4EC"/>
                </a:solidFill>
                <a:latin typeface="Palatino Linotype"/>
                <a:cs typeface="Palatino Linotype"/>
              </a:rPr>
              <a:t> </a:t>
            </a:r>
            <a:r>
              <a:rPr sz="1040" b="0" dirty="0">
                <a:solidFill>
                  <a:srgbClr val="B7D4EC"/>
                </a:solidFill>
                <a:latin typeface="Palatino Linotype"/>
                <a:cs typeface="Palatino Linotype"/>
              </a:rPr>
              <a:t>and</a:t>
            </a:r>
            <a:r>
              <a:rPr sz="1040" b="0" spc="45" dirty="0">
                <a:solidFill>
                  <a:srgbClr val="B7D4EC"/>
                </a:solidFill>
                <a:latin typeface="Palatino Linotype"/>
                <a:cs typeface="Palatino Linotype"/>
              </a:rPr>
              <a:t> </a:t>
            </a:r>
            <a:r>
              <a:rPr sz="1040" b="0" dirty="0">
                <a:solidFill>
                  <a:srgbClr val="B7D4EC"/>
                </a:solidFill>
                <a:latin typeface="Palatino Linotype"/>
                <a:cs typeface="Palatino Linotype"/>
              </a:rPr>
              <a:t>figures</a:t>
            </a:r>
            <a:r>
              <a:rPr sz="1040" b="0" spc="45" dirty="0">
                <a:solidFill>
                  <a:srgbClr val="B7D4EC"/>
                </a:solidFill>
                <a:latin typeface="Palatino Linotype"/>
                <a:cs typeface="Palatino Linotype"/>
              </a:rPr>
              <a:t> </a:t>
            </a:r>
            <a:r>
              <a:rPr sz="1040" b="0" dirty="0">
                <a:solidFill>
                  <a:srgbClr val="B7D4EC"/>
                </a:solidFill>
                <a:latin typeface="Palatino Linotype"/>
                <a:cs typeface="Palatino Linotype"/>
              </a:rPr>
              <a:t>for</a:t>
            </a:r>
            <a:r>
              <a:rPr sz="1040" b="0" spc="45" dirty="0">
                <a:solidFill>
                  <a:srgbClr val="B7D4EC"/>
                </a:solidFill>
                <a:latin typeface="Palatino Linotype"/>
                <a:cs typeface="Palatino Linotype"/>
              </a:rPr>
              <a:t> </a:t>
            </a:r>
            <a:r>
              <a:rPr sz="1040" b="0" spc="-7" dirty="0">
                <a:solidFill>
                  <a:srgbClr val="B7D4EC"/>
                </a:solidFill>
                <a:latin typeface="Palatino Linotype"/>
                <a:cs typeface="Palatino Linotype"/>
              </a:rPr>
              <a:t>Switzerland</a:t>
            </a:r>
            <a:endParaRPr sz="1040" dirty="0">
              <a:latin typeface="Palatino Linotype"/>
              <a:cs typeface="Palatino Linotype"/>
            </a:endParaRPr>
          </a:p>
        </p:txBody>
      </p:sp>
      <p:grpSp>
        <p:nvGrpSpPr>
          <p:cNvPr id="11" name="object 2"/>
          <p:cNvGrpSpPr/>
          <p:nvPr/>
        </p:nvGrpSpPr>
        <p:grpSpPr>
          <a:xfrm>
            <a:off x="6303003" y="4139834"/>
            <a:ext cx="3673375" cy="890845"/>
            <a:chOff x="484960" y="5096319"/>
            <a:chExt cx="4940935" cy="1198245"/>
          </a:xfrm>
        </p:grpSpPr>
        <p:sp>
          <p:nvSpPr>
            <p:cNvPr id="12" name="object 3"/>
            <p:cNvSpPr/>
            <p:nvPr/>
          </p:nvSpPr>
          <p:spPr>
            <a:xfrm>
              <a:off x="2620590" y="5096319"/>
              <a:ext cx="2805430" cy="837565"/>
            </a:xfrm>
            <a:custGeom>
              <a:avLst/>
              <a:gdLst/>
              <a:ahLst/>
              <a:cxnLst/>
              <a:rect l="l" t="t" r="r" b="b"/>
              <a:pathLst>
                <a:path w="2805429" h="837564">
                  <a:moveTo>
                    <a:pt x="1296822" y="0"/>
                  </a:moveTo>
                  <a:lnTo>
                    <a:pt x="1237682" y="16388"/>
                  </a:lnTo>
                  <a:lnTo>
                    <a:pt x="1179473" y="61294"/>
                  </a:lnTo>
                  <a:lnTo>
                    <a:pt x="1150588" y="92442"/>
                  </a:lnTo>
                  <a:lnTo>
                    <a:pt x="1121783" y="128322"/>
                  </a:lnTo>
                  <a:lnTo>
                    <a:pt x="1093006" y="168135"/>
                  </a:lnTo>
                  <a:lnTo>
                    <a:pt x="1064205" y="211081"/>
                  </a:lnTo>
                  <a:lnTo>
                    <a:pt x="1035330" y="256362"/>
                  </a:lnTo>
                  <a:lnTo>
                    <a:pt x="947746" y="398219"/>
                  </a:lnTo>
                  <a:lnTo>
                    <a:pt x="918062" y="444847"/>
                  </a:lnTo>
                  <a:lnTo>
                    <a:pt x="888047" y="489813"/>
                  </a:lnTo>
                  <a:lnTo>
                    <a:pt x="787175" y="621611"/>
                  </a:lnTo>
                  <a:lnTo>
                    <a:pt x="661046" y="701759"/>
                  </a:lnTo>
                  <a:lnTo>
                    <a:pt x="426405" y="762849"/>
                  </a:lnTo>
                  <a:lnTo>
                    <a:pt x="0" y="837476"/>
                  </a:lnTo>
                  <a:lnTo>
                    <a:pt x="2805087" y="837476"/>
                  </a:lnTo>
                  <a:lnTo>
                    <a:pt x="2715504" y="794672"/>
                  </a:lnTo>
                  <a:lnTo>
                    <a:pt x="2621828" y="738736"/>
                  </a:lnTo>
                  <a:lnTo>
                    <a:pt x="2511831" y="657618"/>
                  </a:lnTo>
                  <a:lnTo>
                    <a:pt x="2474458" y="621947"/>
                  </a:lnTo>
                  <a:lnTo>
                    <a:pt x="2442539" y="582332"/>
                  </a:lnTo>
                  <a:lnTo>
                    <a:pt x="2415262" y="539827"/>
                  </a:lnTo>
                  <a:lnTo>
                    <a:pt x="2391813" y="495488"/>
                  </a:lnTo>
                  <a:lnTo>
                    <a:pt x="2371383" y="450368"/>
                  </a:lnTo>
                  <a:lnTo>
                    <a:pt x="2353159" y="405522"/>
                  </a:lnTo>
                  <a:lnTo>
                    <a:pt x="2336328" y="362003"/>
                  </a:lnTo>
                  <a:lnTo>
                    <a:pt x="2320080" y="320867"/>
                  </a:lnTo>
                  <a:lnTo>
                    <a:pt x="2303602" y="283167"/>
                  </a:lnTo>
                  <a:lnTo>
                    <a:pt x="2266709" y="222292"/>
                  </a:lnTo>
                  <a:lnTo>
                    <a:pt x="2219156" y="187813"/>
                  </a:lnTo>
                  <a:lnTo>
                    <a:pt x="2189353" y="183108"/>
                  </a:lnTo>
                  <a:lnTo>
                    <a:pt x="2151354" y="187744"/>
                  </a:lnTo>
                  <a:lnTo>
                    <a:pt x="2090121" y="219924"/>
                  </a:lnTo>
                  <a:lnTo>
                    <a:pt x="2039852" y="271739"/>
                  </a:lnTo>
                  <a:lnTo>
                    <a:pt x="2015559" y="300920"/>
                  </a:lnTo>
                  <a:lnTo>
                    <a:pt x="1990083" y="330100"/>
                  </a:lnTo>
                  <a:lnTo>
                    <a:pt x="1962116" y="357644"/>
                  </a:lnTo>
                  <a:lnTo>
                    <a:pt x="1930349" y="381915"/>
                  </a:lnTo>
                  <a:lnTo>
                    <a:pt x="1893474" y="401278"/>
                  </a:lnTo>
                  <a:lnTo>
                    <a:pt x="1850184" y="414095"/>
                  </a:lnTo>
                  <a:lnTo>
                    <a:pt x="1799170" y="418731"/>
                  </a:lnTo>
                  <a:lnTo>
                    <a:pt x="1758602" y="414029"/>
                  </a:lnTo>
                  <a:lnTo>
                    <a:pt x="1719784" y="400739"/>
                  </a:lnTo>
                  <a:lnTo>
                    <a:pt x="1682604" y="380088"/>
                  </a:lnTo>
                  <a:lnTo>
                    <a:pt x="1646948" y="353304"/>
                  </a:lnTo>
                  <a:lnTo>
                    <a:pt x="1612703" y="321613"/>
                  </a:lnTo>
                  <a:lnTo>
                    <a:pt x="1579757" y="286242"/>
                  </a:lnTo>
                  <a:lnTo>
                    <a:pt x="1547996" y="248417"/>
                  </a:lnTo>
                  <a:lnTo>
                    <a:pt x="1517307" y="209365"/>
                  </a:lnTo>
                  <a:lnTo>
                    <a:pt x="1458693" y="132489"/>
                  </a:lnTo>
                  <a:lnTo>
                    <a:pt x="1430541" y="97117"/>
                  </a:lnTo>
                  <a:lnTo>
                    <a:pt x="1403010" y="65426"/>
                  </a:lnTo>
                  <a:lnTo>
                    <a:pt x="1375986" y="38642"/>
                  </a:lnTo>
                  <a:lnTo>
                    <a:pt x="1349355" y="17992"/>
                  </a:lnTo>
                  <a:lnTo>
                    <a:pt x="1323005" y="4702"/>
                  </a:lnTo>
                  <a:lnTo>
                    <a:pt x="1296822" y="0"/>
                  </a:lnTo>
                  <a:close/>
                </a:path>
              </a:pathLst>
            </a:custGeom>
            <a:solidFill>
              <a:srgbClr val="F5F4F9"/>
            </a:solidFill>
          </p:spPr>
          <p:txBody>
            <a:bodyPr wrap="square" lIns="0" tIns="0" rIns="0" bIns="0" rtlCol="0"/>
            <a:lstStyle/>
            <a:p>
              <a:endParaRPr sz="1616"/>
            </a:p>
          </p:txBody>
        </p:sp>
        <p:sp>
          <p:nvSpPr>
            <p:cNvPr id="13" name="object 4"/>
            <p:cNvSpPr/>
            <p:nvPr/>
          </p:nvSpPr>
          <p:spPr>
            <a:xfrm>
              <a:off x="5063592" y="5708435"/>
              <a:ext cx="263525" cy="420370"/>
            </a:xfrm>
            <a:custGeom>
              <a:avLst/>
              <a:gdLst/>
              <a:ahLst/>
              <a:cxnLst/>
              <a:rect l="l" t="t" r="r" b="b"/>
              <a:pathLst>
                <a:path w="263525" h="420370">
                  <a:moveTo>
                    <a:pt x="129825" y="0"/>
                  </a:moveTo>
                  <a:lnTo>
                    <a:pt x="120663" y="936"/>
                  </a:lnTo>
                  <a:lnTo>
                    <a:pt x="105621" y="7194"/>
                  </a:lnTo>
                  <a:lnTo>
                    <a:pt x="91562" y="23692"/>
                  </a:lnTo>
                  <a:lnTo>
                    <a:pt x="85350" y="55346"/>
                  </a:lnTo>
                  <a:lnTo>
                    <a:pt x="87720" y="90536"/>
                  </a:lnTo>
                  <a:lnTo>
                    <a:pt x="92011" y="118618"/>
                  </a:lnTo>
                  <a:lnTo>
                    <a:pt x="93997" y="138632"/>
                  </a:lnTo>
                  <a:lnTo>
                    <a:pt x="89452" y="149618"/>
                  </a:lnTo>
                  <a:lnTo>
                    <a:pt x="76663" y="151872"/>
                  </a:lnTo>
                  <a:lnTo>
                    <a:pt x="65968" y="143481"/>
                  </a:lnTo>
                  <a:lnTo>
                    <a:pt x="52671" y="132523"/>
                  </a:lnTo>
                  <a:lnTo>
                    <a:pt x="32073" y="127076"/>
                  </a:lnTo>
                  <a:lnTo>
                    <a:pt x="20384" y="130544"/>
                  </a:lnTo>
                  <a:lnTo>
                    <a:pt x="10653" y="140990"/>
                  </a:lnTo>
                  <a:lnTo>
                    <a:pt x="3997" y="158478"/>
                  </a:lnTo>
                  <a:lnTo>
                    <a:pt x="1530" y="183070"/>
                  </a:lnTo>
                  <a:lnTo>
                    <a:pt x="11773" y="208633"/>
                  </a:lnTo>
                  <a:lnTo>
                    <a:pt x="33780" y="230189"/>
                  </a:lnTo>
                  <a:lnTo>
                    <a:pt x="54470" y="249537"/>
                  </a:lnTo>
                  <a:lnTo>
                    <a:pt x="60763" y="268478"/>
                  </a:lnTo>
                  <a:lnTo>
                    <a:pt x="54437" y="278367"/>
                  </a:lnTo>
                  <a:lnTo>
                    <a:pt x="45602" y="278626"/>
                  </a:lnTo>
                  <a:lnTo>
                    <a:pt x="35638" y="275859"/>
                  </a:lnTo>
                  <a:lnTo>
                    <a:pt x="25927" y="276669"/>
                  </a:lnTo>
                  <a:lnTo>
                    <a:pt x="4932" y="298429"/>
                  </a:lnTo>
                  <a:lnTo>
                    <a:pt x="0" y="329312"/>
                  </a:lnTo>
                  <a:lnTo>
                    <a:pt x="10592" y="363846"/>
                  </a:lnTo>
                  <a:lnTo>
                    <a:pt x="36175" y="396557"/>
                  </a:lnTo>
                  <a:lnTo>
                    <a:pt x="93754" y="417390"/>
                  </a:lnTo>
                  <a:lnTo>
                    <a:pt x="131464" y="420116"/>
                  </a:lnTo>
                  <a:lnTo>
                    <a:pt x="171650" y="420076"/>
                  </a:lnTo>
                  <a:lnTo>
                    <a:pt x="210361" y="410505"/>
                  </a:lnTo>
                  <a:lnTo>
                    <a:pt x="252335" y="363846"/>
                  </a:lnTo>
                  <a:lnTo>
                    <a:pt x="262928" y="329312"/>
                  </a:lnTo>
                  <a:lnTo>
                    <a:pt x="257995" y="298429"/>
                  </a:lnTo>
                  <a:lnTo>
                    <a:pt x="237001" y="276669"/>
                  </a:lnTo>
                  <a:lnTo>
                    <a:pt x="227289" y="275859"/>
                  </a:lnTo>
                  <a:lnTo>
                    <a:pt x="217325" y="278626"/>
                  </a:lnTo>
                  <a:lnTo>
                    <a:pt x="208490" y="278367"/>
                  </a:lnTo>
                  <a:lnTo>
                    <a:pt x="202164" y="268478"/>
                  </a:lnTo>
                  <a:lnTo>
                    <a:pt x="208451" y="249537"/>
                  </a:lnTo>
                  <a:lnTo>
                    <a:pt x="229142" y="230189"/>
                  </a:lnTo>
                  <a:lnTo>
                    <a:pt x="251153" y="208633"/>
                  </a:lnTo>
                  <a:lnTo>
                    <a:pt x="261397" y="183070"/>
                  </a:lnTo>
                  <a:lnTo>
                    <a:pt x="258930" y="158478"/>
                  </a:lnTo>
                  <a:lnTo>
                    <a:pt x="252274" y="140990"/>
                  </a:lnTo>
                  <a:lnTo>
                    <a:pt x="242543" y="130544"/>
                  </a:lnTo>
                  <a:lnTo>
                    <a:pt x="230854" y="127076"/>
                  </a:lnTo>
                  <a:lnTo>
                    <a:pt x="210249" y="132523"/>
                  </a:lnTo>
                  <a:lnTo>
                    <a:pt x="196950" y="143481"/>
                  </a:lnTo>
                  <a:lnTo>
                    <a:pt x="186257" y="151872"/>
                  </a:lnTo>
                  <a:lnTo>
                    <a:pt x="173475" y="149618"/>
                  </a:lnTo>
                  <a:lnTo>
                    <a:pt x="168928" y="138632"/>
                  </a:lnTo>
                  <a:lnTo>
                    <a:pt x="170910" y="118618"/>
                  </a:lnTo>
                  <a:lnTo>
                    <a:pt x="175197" y="90536"/>
                  </a:lnTo>
                  <a:lnTo>
                    <a:pt x="177565" y="55346"/>
                  </a:lnTo>
                  <a:lnTo>
                    <a:pt x="170698" y="23017"/>
                  </a:lnTo>
                  <a:lnTo>
                    <a:pt x="155276" y="6575"/>
                  </a:lnTo>
                  <a:lnTo>
                    <a:pt x="139063" y="682"/>
                  </a:lnTo>
                  <a:lnTo>
                    <a:pt x="129825" y="0"/>
                  </a:lnTo>
                  <a:close/>
                </a:path>
              </a:pathLst>
            </a:custGeom>
            <a:solidFill>
              <a:srgbClr val="A7A5CD"/>
            </a:solidFill>
          </p:spPr>
          <p:txBody>
            <a:bodyPr wrap="square" lIns="0" tIns="0" rIns="0" bIns="0" rtlCol="0"/>
            <a:lstStyle/>
            <a:p>
              <a:endParaRPr sz="1616"/>
            </a:p>
          </p:txBody>
        </p:sp>
        <p:sp>
          <p:nvSpPr>
            <p:cNvPr id="14" name="object 5"/>
            <p:cNvSpPr/>
            <p:nvPr/>
          </p:nvSpPr>
          <p:spPr>
            <a:xfrm>
              <a:off x="5198178" y="5804770"/>
              <a:ext cx="0" cy="471805"/>
            </a:xfrm>
            <a:custGeom>
              <a:avLst/>
              <a:gdLst/>
              <a:ahLst/>
              <a:cxnLst/>
              <a:rect l="l" t="t" r="r" b="b"/>
              <a:pathLst>
                <a:path h="471804">
                  <a:moveTo>
                    <a:pt x="0" y="0"/>
                  </a:moveTo>
                  <a:lnTo>
                    <a:pt x="0" y="471335"/>
                  </a:lnTo>
                </a:path>
              </a:pathLst>
            </a:custGeom>
            <a:ln w="14287">
              <a:solidFill>
                <a:srgbClr val="7073AE"/>
              </a:solidFill>
            </a:ln>
          </p:spPr>
          <p:txBody>
            <a:bodyPr wrap="square" lIns="0" tIns="0" rIns="0" bIns="0" rtlCol="0"/>
            <a:lstStyle/>
            <a:p>
              <a:endParaRPr sz="1616"/>
            </a:p>
          </p:txBody>
        </p:sp>
        <p:sp>
          <p:nvSpPr>
            <p:cNvPr id="15" name="object 6"/>
            <p:cNvSpPr/>
            <p:nvPr/>
          </p:nvSpPr>
          <p:spPr>
            <a:xfrm>
              <a:off x="5128103" y="5900088"/>
              <a:ext cx="68580" cy="41910"/>
            </a:xfrm>
            <a:custGeom>
              <a:avLst/>
              <a:gdLst/>
              <a:ahLst/>
              <a:cxnLst/>
              <a:rect l="l" t="t" r="r" b="b"/>
              <a:pathLst>
                <a:path w="68579" h="41910">
                  <a:moveTo>
                    <a:pt x="0" y="0"/>
                  </a:moveTo>
                  <a:lnTo>
                    <a:pt x="68326" y="41300"/>
                  </a:lnTo>
                </a:path>
              </a:pathLst>
            </a:custGeom>
            <a:ln w="14287">
              <a:solidFill>
                <a:srgbClr val="7073AE"/>
              </a:solidFill>
            </a:ln>
          </p:spPr>
          <p:txBody>
            <a:bodyPr wrap="square" lIns="0" tIns="0" rIns="0" bIns="0" rtlCol="0"/>
            <a:lstStyle/>
            <a:p>
              <a:endParaRPr sz="1616"/>
            </a:p>
          </p:txBody>
        </p:sp>
        <p:sp>
          <p:nvSpPr>
            <p:cNvPr id="16" name="object 7"/>
            <p:cNvSpPr/>
            <p:nvPr/>
          </p:nvSpPr>
          <p:spPr>
            <a:xfrm>
              <a:off x="5128103" y="6035281"/>
              <a:ext cx="68580" cy="41910"/>
            </a:xfrm>
            <a:custGeom>
              <a:avLst/>
              <a:gdLst/>
              <a:ahLst/>
              <a:cxnLst/>
              <a:rect l="l" t="t" r="r" b="b"/>
              <a:pathLst>
                <a:path w="68579" h="41910">
                  <a:moveTo>
                    <a:pt x="0" y="0"/>
                  </a:moveTo>
                  <a:lnTo>
                    <a:pt x="68326" y="41300"/>
                  </a:lnTo>
                </a:path>
              </a:pathLst>
            </a:custGeom>
            <a:ln w="14287">
              <a:solidFill>
                <a:srgbClr val="7073AE"/>
              </a:solidFill>
            </a:ln>
          </p:spPr>
          <p:txBody>
            <a:bodyPr wrap="square" lIns="0" tIns="0" rIns="0" bIns="0" rtlCol="0"/>
            <a:lstStyle/>
            <a:p>
              <a:endParaRPr sz="1616"/>
            </a:p>
          </p:txBody>
        </p:sp>
        <p:sp>
          <p:nvSpPr>
            <p:cNvPr id="17" name="object 8"/>
            <p:cNvSpPr/>
            <p:nvPr/>
          </p:nvSpPr>
          <p:spPr>
            <a:xfrm>
              <a:off x="5201824" y="5900088"/>
              <a:ext cx="68580" cy="41910"/>
            </a:xfrm>
            <a:custGeom>
              <a:avLst/>
              <a:gdLst/>
              <a:ahLst/>
              <a:cxnLst/>
              <a:rect l="l" t="t" r="r" b="b"/>
              <a:pathLst>
                <a:path w="68579" h="41910">
                  <a:moveTo>
                    <a:pt x="0" y="41300"/>
                  </a:moveTo>
                  <a:lnTo>
                    <a:pt x="68326" y="0"/>
                  </a:lnTo>
                </a:path>
              </a:pathLst>
            </a:custGeom>
            <a:ln w="14287">
              <a:solidFill>
                <a:srgbClr val="7073AE"/>
              </a:solidFill>
            </a:ln>
          </p:spPr>
          <p:txBody>
            <a:bodyPr wrap="square" lIns="0" tIns="0" rIns="0" bIns="0" rtlCol="0"/>
            <a:lstStyle/>
            <a:p>
              <a:endParaRPr sz="1616"/>
            </a:p>
          </p:txBody>
        </p:sp>
        <p:sp>
          <p:nvSpPr>
            <p:cNvPr id="18" name="object 9"/>
            <p:cNvSpPr/>
            <p:nvPr/>
          </p:nvSpPr>
          <p:spPr>
            <a:xfrm>
              <a:off x="5201824" y="6035281"/>
              <a:ext cx="68580" cy="41910"/>
            </a:xfrm>
            <a:custGeom>
              <a:avLst/>
              <a:gdLst/>
              <a:ahLst/>
              <a:cxnLst/>
              <a:rect l="l" t="t" r="r" b="b"/>
              <a:pathLst>
                <a:path w="68579" h="41910">
                  <a:moveTo>
                    <a:pt x="0" y="41300"/>
                  </a:moveTo>
                  <a:lnTo>
                    <a:pt x="68326" y="0"/>
                  </a:lnTo>
                </a:path>
              </a:pathLst>
            </a:custGeom>
            <a:ln w="14287">
              <a:solidFill>
                <a:srgbClr val="7073AE"/>
              </a:solidFill>
            </a:ln>
          </p:spPr>
          <p:txBody>
            <a:bodyPr wrap="square" lIns="0" tIns="0" rIns="0" bIns="0" rtlCol="0"/>
            <a:lstStyle/>
            <a:p>
              <a:endParaRPr sz="1616"/>
            </a:p>
          </p:txBody>
        </p:sp>
        <p:pic>
          <p:nvPicPr>
            <p:cNvPr id="19" name="object 1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251136" y="5725547"/>
              <a:ext cx="146999" cy="234886"/>
            </a:xfrm>
            <a:prstGeom prst="rect">
              <a:avLst/>
            </a:prstGeom>
          </p:spPr>
        </p:pic>
        <p:sp>
          <p:nvSpPr>
            <p:cNvPr id="20" name="object 11"/>
            <p:cNvSpPr/>
            <p:nvPr/>
          </p:nvSpPr>
          <p:spPr>
            <a:xfrm>
              <a:off x="4326425" y="5779404"/>
              <a:ext cx="0" cy="263525"/>
            </a:xfrm>
            <a:custGeom>
              <a:avLst/>
              <a:gdLst/>
              <a:ahLst/>
              <a:cxnLst/>
              <a:rect l="l" t="t" r="r" b="b"/>
              <a:pathLst>
                <a:path h="263525">
                  <a:moveTo>
                    <a:pt x="0" y="0"/>
                  </a:moveTo>
                  <a:lnTo>
                    <a:pt x="0" y="263512"/>
                  </a:lnTo>
                </a:path>
              </a:pathLst>
            </a:custGeom>
            <a:ln w="10718">
              <a:solidFill>
                <a:srgbClr val="7073AE"/>
              </a:solidFill>
            </a:ln>
          </p:spPr>
          <p:txBody>
            <a:bodyPr wrap="square" lIns="0" tIns="0" rIns="0" bIns="0" rtlCol="0"/>
            <a:lstStyle/>
            <a:p>
              <a:endParaRPr sz="1616"/>
            </a:p>
          </p:txBody>
        </p:sp>
        <p:sp>
          <p:nvSpPr>
            <p:cNvPr id="21" name="object 12"/>
            <p:cNvSpPr/>
            <p:nvPr/>
          </p:nvSpPr>
          <p:spPr>
            <a:xfrm>
              <a:off x="4288166" y="5835745"/>
              <a:ext cx="36830" cy="17145"/>
            </a:xfrm>
            <a:custGeom>
              <a:avLst/>
              <a:gdLst/>
              <a:ahLst/>
              <a:cxnLst/>
              <a:rect l="l" t="t" r="r" b="b"/>
              <a:pathLst>
                <a:path w="36829" h="17145">
                  <a:moveTo>
                    <a:pt x="0" y="0"/>
                  </a:moveTo>
                  <a:lnTo>
                    <a:pt x="36271" y="16992"/>
                  </a:lnTo>
                </a:path>
              </a:pathLst>
            </a:custGeom>
            <a:ln w="10718">
              <a:solidFill>
                <a:srgbClr val="7073AE"/>
              </a:solidFill>
            </a:ln>
          </p:spPr>
          <p:txBody>
            <a:bodyPr wrap="square" lIns="0" tIns="0" rIns="0" bIns="0" rtlCol="0"/>
            <a:lstStyle/>
            <a:p>
              <a:endParaRPr sz="1616"/>
            </a:p>
          </p:txBody>
        </p:sp>
        <p:sp>
          <p:nvSpPr>
            <p:cNvPr id="22" name="object 13"/>
            <p:cNvSpPr/>
            <p:nvPr/>
          </p:nvSpPr>
          <p:spPr>
            <a:xfrm>
              <a:off x="4288166" y="5911330"/>
              <a:ext cx="36830" cy="17145"/>
            </a:xfrm>
            <a:custGeom>
              <a:avLst/>
              <a:gdLst/>
              <a:ahLst/>
              <a:cxnLst/>
              <a:rect l="l" t="t" r="r" b="b"/>
              <a:pathLst>
                <a:path w="36829" h="17145">
                  <a:moveTo>
                    <a:pt x="0" y="0"/>
                  </a:moveTo>
                  <a:lnTo>
                    <a:pt x="36271" y="16992"/>
                  </a:lnTo>
                </a:path>
              </a:pathLst>
            </a:custGeom>
            <a:ln w="10718">
              <a:solidFill>
                <a:srgbClr val="7073AE"/>
              </a:solidFill>
            </a:ln>
          </p:spPr>
          <p:txBody>
            <a:bodyPr wrap="square" lIns="0" tIns="0" rIns="0" bIns="0" rtlCol="0"/>
            <a:lstStyle/>
            <a:p>
              <a:endParaRPr sz="1616"/>
            </a:p>
          </p:txBody>
        </p:sp>
        <p:sp>
          <p:nvSpPr>
            <p:cNvPr id="23" name="object 14"/>
            <p:cNvSpPr/>
            <p:nvPr/>
          </p:nvSpPr>
          <p:spPr>
            <a:xfrm>
              <a:off x="4329382" y="5835741"/>
              <a:ext cx="36830" cy="17145"/>
            </a:xfrm>
            <a:custGeom>
              <a:avLst/>
              <a:gdLst/>
              <a:ahLst/>
              <a:cxnLst/>
              <a:rect l="l" t="t" r="r" b="b"/>
              <a:pathLst>
                <a:path w="36829" h="17145">
                  <a:moveTo>
                    <a:pt x="0" y="16992"/>
                  </a:moveTo>
                  <a:lnTo>
                    <a:pt x="36271" y="0"/>
                  </a:lnTo>
                </a:path>
              </a:pathLst>
            </a:custGeom>
            <a:ln w="10718">
              <a:solidFill>
                <a:srgbClr val="7073AE"/>
              </a:solidFill>
            </a:ln>
          </p:spPr>
          <p:txBody>
            <a:bodyPr wrap="square" lIns="0" tIns="0" rIns="0" bIns="0" rtlCol="0"/>
            <a:lstStyle/>
            <a:p>
              <a:endParaRPr sz="1616"/>
            </a:p>
          </p:txBody>
        </p:sp>
        <p:sp>
          <p:nvSpPr>
            <p:cNvPr id="24" name="object 15"/>
            <p:cNvSpPr/>
            <p:nvPr/>
          </p:nvSpPr>
          <p:spPr>
            <a:xfrm>
              <a:off x="4329382" y="5911325"/>
              <a:ext cx="36830" cy="17145"/>
            </a:xfrm>
            <a:custGeom>
              <a:avLst/>
              <a:gdLst/>
              <a:ahLst/>
              <a:cxnLst/>
              <a:rect l="l" t="t" r="r" b="b"/>
              <a:pathLst>
                <a:path w="36829" h="17145">
                  <a:moveTo>
                    <a:pt x="0" y="16992"/>
                  </a:moveTo>
                  <a:lnTo>
                    <a:pt x="36271" y="0"/>
                  </a:lnTo>
                </a:path>
              </a:pathLst>
            </a:custGeom>
            <a:ln w="10718">
              <a:solidFill>
                <a:srgbClr val="7073AE"/>
              </a:solidFill>
            </a:ln>
          </p:spPr>
          <p:txBody>
            <a:bodyPr wrap="square" lIns="0" tIns="0" rIns="0" bIns="0" rtlCol="0"/>
            <a:lstStyle/>
            <a:p>
              <a:endParaRPr sz="1616"/>
            </a:p>
          </p:txBody>
        </p:sp>
        <p:sp>
          <p:nvSpPr>
            <p:cNvPr id="25" name="object 16"/>
            <p:cNvSpPr/>
            <p:nvPr/>
          </p:nvSpPr>
          <p:spPr>
            <a:xfrm>
              <a:off x="4491804" y="5649570"/>
              <a:ext cx="194310" cy="307340"/>
            </a:xfrm>
            <a:custGeom>
              <a:avLst/>
              <a:gdLst/>
              <a:ahLst/>
              <a:cxnLst/>
              <a:rect l="l" t="t" r="r" b="b"/>
              <a:pathLst>
                <a:path w="194310" h="307339">
                  <a:moveTo>
                    <a:pt x="95892" y="0"/>
                  </a:moveTo>
                  <a:lnTo>
                    <a:pt x="89125" y="681"/>
                  </a:lnTo>
                  <a:lnTo>
                    <a:pt x="78012" y="5254"/>
                  </a:lnTo>
                  <a:lnTo>
                    <a:pt x="67626" y="17309"/>
                  </a:lnTo>
                  <a:lnTo>
                    <a:pt x="63038" y="40436"/>
                  </a:lnTo>
                  <a:lnTo>
                    <a:pt x="64789" y="66137"/>
                  </a:lnTo>
                  <a:lnTo>
                    <a:pt x="67960" y="86648"/>
                  </a:lnTo>
                  <a:lnTo>
                    <a:pt x="69429" y="101269"/>
                  </a:lnTo>
                  <a:lnTo>
                    <a:pt x="66073" y="109296"/>
                  </a:lnTo>
                  <a:lnTo>
                    <a:pt x="56629" y="110939"/>
                  </a:lnTo>
                  <a:lnTo>
                    <a:pt x="48731" y="104808"/>
                  </a:lnTo>
                  <a:lnTo>
                    <a:pt x="38909" y="96803"/>
                  </a:lnTo>
                  <a:lnTo>
                    <a:pt x="23693" y="92824"/>
                  </a:lnTo>
                  <a:lnTo>
                    <a:pt x="15055" y="95358"/>
                  </a:lnTo>
                  <a:lnTo>
                    <a:pt x="7866" y="102990"/>
                  </a:lnTo>
                  <a:lnTo>
                    <a:pt x="2947" y="115766"/>
                  </a:lnTo>
                  <a:lnTo>
                    <a:pt x="1125" y="133731"/>
                  </a:lnTo>
                  <a:lnTo>
                    <a:pt x="8692" y="152404"/>
                  </a:lnTo>
                  <a:lnTo>
                    <a:pt x="24949" y="168151"/>
                  </a:lnTo>
                  <a:lnTo>
                    <a:pt x="40232" y="182283"/>
                  </a:lnTo>
                  <a:lnTo>
                    <a:pt x="44877" y="196113"/>
                  </a:lnTo>
                  <a:lnTo>
                    <a:pt x="40208" y="203340"/>
                  </a:lnTo>
                  <a:lnTo>
                    <a:pt x="33683" y="203530"/>
                  </a:lnTo>
                  <a:lnTo>
                    <a:pt x="26322" y="201510"/>
                  </a:lnTo>
                  <a:lnTo>
                    <a:pt x="19146" y="202107"/>
                  </a:lnTo>
                  <a:lnTo>
                    <a:pt x="3643" y="217997"/>
                  </a:lnTo>
                  <a:lnTo>
                    <a:pt x="0" y="240557"/>
                  </a:lnTo>
                  <a:lnTo>
                    <a:pt x="7822" y="265783"/>
                  </a:lnTo>
                  <a:lnTo>
                    <a:pt x="45969" y="299807"/>
                  </a:lnTo>
                  <a:lnTo>
                    <a:pt x="88854" y="306685"/>
                  </a:lnTo>
                  <a:lnTo>
                    <a:pt x="97099" y="306895"/>
                  </a:lnTo>
                  <a:lnTo>
                    <a:pt x="126781" y="306862"/>
                  </a:lnTo>
                  <a:lnTo>
                    <a:pt x="167482" y="289674"/>
                  </a:lnTo>
                  <a:lnTo>
                    <a:pt x="194203" y="240557"/>
                  </a:lnTo>
                  <a:lnTo>
                    <a:pt x="190560" y="217997"/>
                  </a:lnTo>
                  <a:lnTo>
                    <a:pt x="175052" y="202107"/>
                  </a:lnTo>
                  <a:lnTo>
                    <a:pt x="167883" y="201510"/>
                  </a:lnTo>
                  <a:lnTo>
                    <a:pt x="160524" y="203530"/>
                  </a:lnTo>
                  <a:lnTo>
                    <a:pt x="153997" y="203340"/>
                  </a:lnTo>
                  <a:lnTo>
                    <a:pt x="149321" y="196113"/>
                  </a:lnTo>
                  <a:lnTo>
                    <a:pt x="153966" y="182283"/>
                  </a:lnTo>
                  <a:lnTo>
                    <a:pt x="169249" y="168151"/>
                  </a:lnTo>
                  <a:lnTo>
                    <a:pt x="185506" y="152404"/>
                  </a:lnTo>
                  <a:lnTo>
                    <a:pt x="193073" y="133731"/>
                  </a:lnTo>
                  <a:lnTo>
                    <a:pt x="191251" y="115766"/>
                  </a:lnTo>
                  <a:lnTo>
                    <a:pt x="186334" y="102990"/>
                  </a:lnTo>
                  <a:lnTo>
                    <a:pt x="179148" y="95358"/>
                  </a:lnTo>
                  <a:lnTo>
                    <a:pt x="170518" y="92824"/>
                  </a:lnTo>
                  <a:lnTo>
                    <a:pt x="155302" y="96803"/>
                  </a:lnTo>
                  <a:lnTo>
                    <a:pt x="145478" y="104808"/>
                  </a:lnTo>
                  <a:lnTo>
                    <a:pt x="137576" y="110939"/>
                  </a:lnTo>
                  <a:lnTo>
                    <a:pt x="128125" y="109296"/>
                  </a:lnTo>
                  <a:lnTo>
                    <a:pt x="124768" y="101269"/>
                  </a:lnTo>
                  <a:lnTo>
                    <a:pt x="126238" y="86648"/>
                  </a:lnTo>
                  <a:lnTo>
                    <a:pt x="129409" y="66137"/>
                  </a:lnTo>
                  <a:lnTo>
                    <a:pt x="131160" y="40436"/>
                  </a:lnTo>
                  <a:lnTo>
                    <a:pt x="126087" y="16816"/>
                  </a:lnTo>
                  <a:lnTo>
                    <a:pt x="114693" y="4806"/>
                  </a:lnTo>
                  <a:lnTo>
                    <a:pt x="102716" y="503"/>
                  </a:lnTo>
                  <a:lnTo>
                    <a:pt x="95892" y="0"/>
                  </a:lnTo>
                  <a:close/>
                </a:path>
              </a:pathLst>
            </a:custGeom>
            <a:solidFill>
              <a:srgbClr val="B8B7D8"/>
            </a:solidFill>
          </p:spPr>
          <p:txBody>
            <a:bodyPr wrap="square" lIns="0" tIns="0" rIns="0" bIns="0" rtlCol="0"/>
            <a:lstStyle/>
            <a:p>
              <a:endParaRPr sz="1616"/>
            </a:p>
          </p:txBody>
        </p:sp>
        <p:sp>
          <p:nvSpPr>
            <p:cNvPr id="26" name="object 17"/>
            <p:cNvSpPr/>
            <p:nvPr/>
          </p:nvSpPr>
          <p:spPr>
            <a:xfrm>
              <a:off x="4591246" y="5719942"/>
              <a:ext cx="0" cy="344805"/>
            </a:xfrm>
            <a:custGeom>
              <a:avLst/>
              <a:gdLst/>
              <a:ahLst/>
              <a:cxnLst/>
              <a:rect l="l" t="t" r="r" b="b"/>
              <a:pathLst>
                <a:path h="344804">
                  <a:moveTo>
                    <a:pt x="0" y="0"/>
                  </a:moveTo>
                  <a:lnTo>
                    <a:pt x="0" y="344296"/>
                  </a:lnTo>
                </a:path>
              </a:pathLst>
            </a:custGeom>
            <a:ln w="10718">
              <a:solidFill>
                <a:srgbClr val="7073AE"/>
              </a:solidFill>
            </a:ln>
          </p:spPr>
          <p:txBody>
            <a:bodyPr wrap="square" lIns="0" tIns="0" rIns="0" bIns="0" rtlCol="0"/>
            <a:lstStyle/>
            <a:p>
              <a:endParaRPr sz="1616"/>
            </a:p>
          </p:txBody>
        </p:sp>
        <p:sp>
          <p:nvSpPr>
            <p:cNvPr id="27" name="object 18"/>
            <p:cNvSpPr/>
            <p:nvPr/>
          </p:nvSpPr>
          <p:spPr>
            <a:xfrm>
              <a:off x="4540187" y="5791976"/>
              <a:ext cx="49530" cy="25400"/>
            </a:xfrm>
            <a:custGeom>
              <a:avLst/>
              <a:gdLst/>
              <a:ahLst/>
              <a:cxnLst/>
              <a:rect l="l" t="t" r="r" b="b"/>
              <a:pathLst>
                <a:path w="49529" h="25400">
                  <a:moveTo>
                    <a:pt x="0" y="0"/>
                  </a:moveTo>
                  <a:lnTo>
                    <a:pt x="48996" y="25361"/>
                  </a:lnTo>
                </a:path>
              </a:pathLst>
            </a:custGeom>
            <a:ln w="10718">
              <a:solidFill>
                <a:srgbClr val="7073AE"/>
              </a:solidFill>
            </a:ln>
          </p:spPr>
          <p:txBody>
            <a:bodyPr wrap="square" lIns="0" tIns="0" rIns="0" bIns="0" rtlCol="0"/>
            <a:lstStyle/>
            <a:p>
              <a:endParaRPr sz="1616"/>
            </a:p>
          </p:txBody>
        </p:sp>
        <p:sp>
          <p:nvSpPr>
            <p:cNvPr id="28" name="object 19"/>
            <p:cNvSpPr/>
            <p:nvPr/>
          </p:nvSpPr>
          <p:spPr>
            <a:xfrm>
              <a:off x="4540187" y="5890731"/>
              <a:ext cx="49530" cy="25400"/>
            </a:xfrm>
            <a:custGeom>
              <a:avLst/>
              <a:gdLst/>
              <a:ahLst/>
              <a:cxnLst/>
              <a:rect l="l" t="t" r="r" b="b"/>
              <a:pathLst>
                <a:path w="49529" h="25400">
                  <a:moveTo>
                    <a:pt x="0" y="0"/>
                  </a:moveTo>
                  <a:lnTo>
                    <a:pt x="48996" y="25361"/>
                  </a:lnTo>
                </a:path>
              </a:pathLst>
            </a:custGeom>
            <a:ln w="10718">
              <a:solidFill>
                <a:srgbClr val="7073AE"/>
              </a:solidFill>
            </a:ln>
          </p:spPr>
          <p:txBody>
            <a:bodyPr wrap="square" lIns="0" tIns="0" rIns="0" bIns="0" rtlCol="0"/>
            <a:lstStyle/>
            <a:p>
              <a:endParaRPr sz="1616"/>
            </a:p>
          </p:txBody>
        </p:sp>
        <p:sp>
          <p:nvSpPr>
            <p:cNvPr id="29" name="object 20"/>
            <p:cNvSpPr/>
            <p:nvPr/>
          </p:nvSpPr>
          <p:spPr>
            <a:xfrm>
              <a:off x="4594639" y="5791972"/>
              <a:ext cx="49530" cy="25400"/>
            </a:xfrm>
            <a:custGeom>
              <a:avLst/>
              <a:gdLst/>
              <a:ahLst/>
              <a:cxnLst/>
              <a:rect l="l" t="t" r="r" b="b"/>
              <a:pathLst>
                <a:path w="49529" h="25400">
                  <a:moveTo>
                    <a:pt x="0" y="25361"/>
                  </a:moveTo>
                  <a:lnTo>
                    <a:pt x="48996" y="0"/>
                  </a:lnTo>
                </a:path>
              </a:pathLst>
            </a:custGeom>
            <a:ln w="10718">
              <a:solidFill>
                <a:srgbClr val="7073AE"/>
              </a:solidFill>
            </a:ln>
          </p:spPr>
          <p:txBody>
            <a:bodyPr wrap="square" lIns="0" tIns="0" rIns="0" bIns="0" rtlCol="0"/>
            <a:lstStyle/>
            <a:p>
              <a:endParaRPr sz="1616"/>
            </a:p>
          </p:txBody>
        </p:sp>
        <p:sp>
          <p:nvSpPr>
            <p:cNvPr id="30" name="object 21"/>
            <p:cNvSpPr/>
            <p:nvPr/>
          </p:nvSpPr>
          <p:spPr>
            <a:xfrm>
              <a:off x="4594639" y="5890727"/>
              <a:ext cx="49530" cy="25400"/>
            </a:xfrm>
            <a:custGeom>
              <a:avLst/>
              <a:gdLst/>
              <a:ahLst/>
              <a:cxnLst/>
              <a:rect l="l" t="t" r="r" b="b"/>
              <a:pathLst>
                <a:path w="49529" h="25400">
                  <a:moveTo>
                    <a:pt x="0" y="25361"/>
                  </a:moveTo>
                  <a:lnTo>
                    <a:pt x="48996" y="0"/>
                  </a:lnTo>
                </a:path>
              </a:pathLst>
            </a:custGeom>
            <a:ln w="10718">
              <a:solidFill>
                <a:srgbClr val="7073AE"/>
              </a:solidFill>
            </a:ln>
          </p:spPr>
          <p:txBody>
            <a:bodyPr wrap="square" lIns="0" tIns="0" rIns="0" bIns="0" rtlCol="0"/>
            <a:lstStyle/>
            <a:p>
              <a:endParaRPr sz="1616"/>
            </a:p>
          </p:txBody>
        </p:sp>
        <p:sp>
          <p:nvSpPr>
            <p:cNvPr id="31" name="object 22"/>
            <p:cNvSpPr/>
            <p:nvPr/>
          </p:nvSpPr>
          <p:spPr>
            <a:xfrm>
              <a:off x="484960" y="5355008"/>
              <a:ext cx="2805430" cy="648335"/>
            </a:xfrm>
            <a:custGeom>
              <a:avLst/>
              <a:gdLst/>
              <a:ahLst/>
              <a:cxnLst/>
              <a:rect l="l" t="t" r="r" b="b"/>
              <a:pathLst>
                <a:path w="2805429" h="648335">
                  <a:moveTo>
                    <a:pt x="1028534" y="0"/>
                  </a:moveTo>
                  <a:lnTo>
                    <a:pt x="966420" y="2068"/>
                  </a:lnTo>
                  <a:lnTo>
                    <a:pt x="910627" y="8197"/>
                  </a:lnTo>
                  <a:lnTo>
                    <a:pt x="860620" y="18273"/>
                  </a:lnTo>
                  <a:lnTo>
                    <a:pt x="815862" y="32183"/>
                  </a:lnTo>
                  <a:lnTo>
                    <a:pt x="775817" y="49812"/>
                  </a:lnTo>
                  <a:lnTo>
                    <a:pt x="739950" y="71046"/>
                  </a:lnTo>
                  <a:lnTo>
                    <a:pt x="707726" y="95772"/>
                  </a:lnTo>
                  <a:lnTo>
                    <a:pt x="678607" y="123875"/>
                  </a:lnTo>
                  <a:lnTo>
                    <a:pt x="652059" y="155243"/>
                  </a:lnTo>
                  <a:lnTo>
                    <a:pt x="627545" y="189760"/>
                  </a:lnTo>
                  <a:lnTo>
                    <a:pt x="604529" y="227314"/>
                  </a:lnTo>
                  <a:lnTo>
                    <a:pt x="582477" y="267789"/>
                  </a:lnTo>
                  <a:lnTo>
                    <a:pt x="560851" y="311074"/>
                  </a:lnTo>
                  <a:lnTo>
                    <a:pt x="539116" y="357053"/>
                  </a:lnTo>
                  <a:lnTo>
                    <a:pt x="516737" y="405612"/>
                  </a:lnTo>
                  <a:lnTo>
                    <a:pt x="444305" y="549495"/>
                  </a:lnTo>
                  <a:lnTo>
                    <a:pt x="366334" y="622703"/>
                  </a:lnTo>
                  <a:lnTo>
                    <a:pt x="234380" y="647957"/>
                  </a:lnTo>
                  <a:lnTo>
                    <a:pt x="0" y="647979"/>
                  </a:lnTo>
                  <a:lnTo>
                    <a:pt x="2805087" y="647979"/>
                  </a:lnTo>
                  <a:lnTo>
                    <a:pt x="2736107" y="637252"/>
                  </a:lnTo>
                  <a:lnTo>
                    <a:pt x="2628868" y="611776"/>
                  </a:lnTo>
                  <a:lnTo>
                    <a:pt x="2454452" y="562165"/>
                  </a:lnTo>
                  <a:lnTo>
                    <a:pt x="2401018" y="542785"/>
                  </a:lnTo>
                  <a:lnTo>
                    <a:pt x="2353631" y="519491"/>
                  </a:lnTo>
                  <a:lnTo>
                    <a:pt x="2311527" y="493060"/>
                  </a:lnTo>
                  <a:lnTo>
                    <a:pt x="2273943" y="464270"/>
                  </a:lnTo>
                  <a:lnTo>
                    <a:pt x="2240113" y="433901"/>
                  </a:lnTo>
                  <a:lnTo>
                    <a:pt x="2209274" y="402730"/>
                  </a:lnTo>
                  <a:lnTo>
                    <a:pt x="2180660" y="371535"/>
                  </a:lnTo>
                  <a:lnTo>
                    <a:pt x="2153509" y="341096"/>
                  </a:lnTo>
                  <a:lnTo>
                    <a:pt x="2127055" y="312190"/>
                  </a:lnTo>
                  <a:lnTo>
                    <a:pt x="2073183" y="262091"/>
                  </a:lnTo>
                  <a:lnTo>
                    <a:pt x="2012929" y="227466"/>
                  </a:lnTo>
                  <a:lnTo>
                    <a:pt x="1940178" y="214541"/>
                  </a:lnTo>
                  <a:lnTo>
                    <a:pt x="1891802" y="217090"/>
                  </a:lnTo>
                  <a:lnTo>
                    <a:pt x="1827855" y="234525"/>
                  </a:lnTo>
                  <a:lnTo>
                    <a:pt x="1788914" y="261829"/>
                  </a:lnTo>
                  <a:lnTo>
                    <a:pt x="1771797" y="276714"/>
                  </a:lnTo>
                  <a:lnTo>
                    <a:pt x="1752501" y="291106"/>
                  </a:lnTo>
                  <a:lnTo>
                    <a:pt x="1728218" y="304018"/>
                  </a:lnTo>
                  <a:lnTo>
                    <a:pt x="1696137" y="314462"/>
                  </a:lnTo>
                  <a:lnTo>
                    <a:pt x="1653448" y="321452"/>
                  </a:lnTo>
                  <a:lnTo>
                    <a:pt x="1597342" y="324002"/>
                  </a:lnTo>
                  <a:lnTo>
                    <a:pt x="1558325" y="320770"/>
                  </a:lnTo>
                  <a:lnTo>
                    <a:pt x="1491702" y="297293"/>
                  </a:lnTo>
                  <a:lnTo>
                    <a:pt x="1435849" y="256405"/>
                  </a:lnTo>
                  <a:lnTo>
                    <a:pt x="1385440" y="204438"/>
                  </a:lnTo>
                  <a:lnTo>
                    <a:pt x="1335145" y="147723"/>
                  </a:lnTo>
                  <a:lnTo>
                    <a:pt x="1308375" y="119563"/>
                  </a:lnTo>
                  <a:lnTo>
                    <a:pt x="1279636" y="92590"/>
                  </a:lnTo>
                  <a:lnTo>
                    <a:pt x="1248261" y="67596"/>
                  </a:lnTo>
                  <a:lnTo>
                    <a:pt x="1213583" y="45372"/>
                  </a:lnTo>
                  <a:lnTo>
                    <a:pt x="1174938" y="26708"/>
                  </a:lnTo>
                  <a:lnTo>
                    <a:pt x="1131659" y="12398"/>
                  </a:lnTo>
                  <a:lnTo>
                    <a:pt x="1083080" y="3231"/>
                  </a:lnTo>
                  <a:lnTo>
                    <a:pt x="1028534" y="0"/>
                  </a:lnTo>
                  <a:close/>
                </a:path>
              </a:pathLst>
            </a:custGeom>
            <a:solidFill>
              <a:srgbClr val="EAE9F3"/>
            </a:solidFill>
          </p:spPr>
          <p:txBody>
            <a:bodyPr wrap="square" lIns="0" tIns="0" rIns="0" bIns="0" rtlCol="0"/>
            <a:lstStyle/>
            <a:p>
              <a:endParaRPr sz="1616"/>
            </a:p>
          </p:txBody>
        </p:sp>
        <p:sp>
          <p:nvSpPr>
            <p:cNvPr id="32" name="object 23"/>
            <p:cNvSpPr/>
            <p:nvPr/>
          </p:nvSpPr>
          <p:spPr>
            <a:xfrm>
              <a:off x="1136180" y="5328069"/>
              <a:ext cx="718820" cy="744220"/>
            </a:xfrm>
            <a:custGeom>
              <a:avLst/>
              <a:gdLst/>
              <a:ahLst/>
              <a:cxnLst/>
              <a:rect l="l" t="t" r="r" b="b"/>
              <a:pathLst>
                <a:path w="718819" h="744220">
                  <a:moveTo>
                    <a:pt x="718540" y="426783"/>
                  </a:moveTo>
                  <a:lnTo>
                    <a:pt x="718527" y="141097"/>
                  </a:lnTo>
                  <a:lnTo>
                    <a:pt x="557364" y="141097"/>
                  </a:lnTo>
                  <a:lnTo>
                    <a:pt x="557364" y="360387"/>
                  </a:lnTo>
                  <a:lnTo>
                    <a:pt x="406869" y="360387"/>
                  </a:lnTo>
                  <a:lnTo>
                    <a:pt x="406869" y="74879"/>
                  </a:lnTo>
                  <a:lnTo>
                    <a:pt x="359270" y="74879"/>
                  </a:lnTo>
                  <a:lnTo>
                    <a:pt x="359270" y="0"/>
                  </a:lnTo>
                  <a:lnTo>
                    <a:pt x="198107" y="0"/>
                  </a:lnTo>
                  <a:lnTo>
                    <a:pt x="198107" y="74879"/>
                  </a:lnTo>
                  <a:lnTo>
                    <a:pt x="160147" y="74879"/>
                  </a:lnTo>
                  <a:lnTo>
                    <a:pt x="160147" y="426783"/>
                  </a:lnTo>
                  <a:lnTo>
                    <a:pt x="0" y="426783"/>
                  </a:lnTo>
                  <a:lnTo>
                    <a:pt x="0" y="743635"/>
                  </a:lnTo>
                  <a:lnTo>
                    <a:pt x="718540" y="743635"/>
                  </a:lnTo>
                  <a:lnTo>
                    <a:pt x="718540" y="42678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616"/>
            </a:p>
          </p:txBody>
        </p:sp>
        <p:sp>
          <p:nvSpPr>
            <p:cNvPr id="33" name="object 24"/>
            <p:cNvSpPr/>
            <p:nvPr/>
          </p:nvSpPr>
          <p:spPr>
            <a:xfrm>
              <a:off x="1122324" y="5309298"/>
              <a:ext cx="1033780" cy="770890"/>
            </a:xfrm>
            <a:custGeom>
              <a:avLst/>
              <a:gdLst/>
              <a:ahLst/>
              <a:cxnLst/>
              <a:rect l="l" t="t" r="r" b="b"/>
              <a:pathLst>
                <a:path w="1033780" h="770889">
                  <a:moveTo>
                    <a:pt x="77101" y="648169"/>
                  </a:moveTo>
                  <a:lnTo>
                    <a:pt x="71335" y="642416"/>
                  </a:lnTo>
                  <a:lnTo>
                    <a:pt x="64249" y="642416"/>
                  </a:lnTo>
                  <a:lnTo>
                    <a:pt x="57162" y="642416"/>
                  </a:lnTo>
                  <a:lnTo>
                    <a:pt x="51396" y="648169"/>
                  </a:lnTo>
                  <a:lnTo>
                    <a:pt x="51396" y="688060"/>
                  </a:lnTo>
                  <a:lnTo>
                    <a:pt x="57162" y="693813"/>
                  </a:lnTo>
                  <a:lnTo>
                    <a:pt x="71335" y="693813"/>
                  </a:lnTo>
                  <a:lnTo>
                    <a:pt x="77101" y="688060"/>
                  </a:lnTo>
                  <a:lnTo>
                    <a:pt x="77101" y="648169"/>
                  </a:lnTo>
                  <a:close/>
                </a:path>
                <a:path w="1033780" h="770889">
                  <a:moveTo>
                    <a:pt x="77101" y="571080"/>
                  </a:moveTo>
                  <a:lnTo>
                    <a:pt x="71335" y="565327"/>
                  </a:lnTo>
                  <a:lnTo>
                    <a:pt x="64249" y="565327"/>
                  </a:lnTo>
                  <a:lnTo>
                    <a:pt x="57162" y="565327"/>
                  </a:lnTo>
                  <a:lnTo>
                    <a:pt x="51396" y="571080"/>
                  </a:lnTo>
                  <a:lnTo>
                    <a:pt x="51396" y="610971"/>
                  </a:lnTo>
                  <a:lnTo>
                    <a:pt x="57162" y="616724"/>
                  </a:lnTo>
                  <a:lnTo>
                    <a:pt x="71335" y="616724"/>
                  </a:lnTo>
                  <a:lnTo>
                    <a:pt x="77101" y="610971"/>
                  </a:lnTo>
                  <a:lnTo>
                    <a:pt x="77101" y="571080"/>
                  </a:lnTo>
                  <a:close/>
                </a:path>
                <a:path w="1033780" h="770889">
                  <a:moveTo>
                    <a:pt x="77101" y="493979"/>
                  </a:moveTo>
                  <a:lnTo>
                    <a:pt x="71335" y="488226"/>
                  </a:lnTo>
                  <a:lnTo>
                    <a:pt x="64249" y="488226"/>
                  </a:lnTo>
                  <a:lnTo>
                    <a:pt x="57162" y="488226"/>
                  </a:lnTo>
                  <a:lnTo>
                    <a:pt x="51396" y="493979"/>
                  </a:lnTo>
                  <a:lnTo>
                    <a:pt x="51396" y="533869"/>
                  </a:lnTo>
                  <a:lnTo>
                    <a:pt x="57162" y="539623"/>
                  </a:lnTo>
                  <a:lnTo>
                    <a:pt x="71335" y="539623"/>
                  </a:lnTo>
                  <a:lnTo>
                    <a:pt x="77101" y="533869"/>
                  </a:lnTo>
                  <a:lnTo>
                    <a:pt x="77101" y="493979"/>
                  </a:lnTo>
                  <a:close/>
                </a:path>
                <a:path w="1033780" h="770889">
                  <a:moveTo>
                    <a:pt x="128485" y="648169"/>
                  </a:moveTo>
                  <a:lnTo>
                    <a:pt x="122720" y="642416"/>
                  </a:lnTo>
                  <a:lnTo>
                    <a:pt x="115633" y="642416"/>
                  </a:lnTo>
                  <a:lnTo>
                    <a:pt x="108546" y="642416"/>
                  </a:lnTo>
                  <a:lnTo>
                    <a:pt x="102781" y="648169"/>
                  </a:lnTo>
                  <a:lnTo>
                    <a:pt x="102781" y="688060"/>
                  </a:lnTo>
                  <a:lnTo>
                    <a:pt x="108546" y="693813"/>
                  </a:lnTo>
                  <a:lnTo>
                    <a:pt x="122720" y="693813"/>
                  </a:lnTo>
                  <a:lnTo>
                    <a:pt x="128485" y="688060"/>
                  </a:lnTo>
                  <a:lnTo>
                    <a:pt x="128485" y="648169"/>
                  </a:lnTo>
                  <a:close/>
                </a:path>
                <a:path w="1033780" h="770889">
                  <a:moveTo>
                    <a:pt x="128485" y="571080"/>
                  </a:moveTo>
                  <a:lnTo>
                    <a:pt x="122720" y="565327"/>
                  </a:lnTo>
                  <a:lnTo>
                    <a:pt x="115633" y="565327"/>
                  </a:lnTo>
                  <a:lnTo>
                    <a:pt x="108546" y="565327"/>
                  </a:lnTo>
                  <a:lnTo>
                    <a:pt x="102781" y="571080"/>
                  </a:lnTo>
                  <a:lnTo>
                    <a:pt x="102781" y="610971"/>
                  </a:lnTo>
                  <a:lnTo>
                    <a:pt x="108546" y="616724"/>
                  </a:lnTo>
                  <a:lnTo>
                    <a:pt x="122720" y="616724"/>
                  </a:lnTo>
                  <a:lnTo>
                    <a:pt x="128485" y="610971"/>
                  </a:lnTo>
                  <a:lnTo>
                    <a:pt x="128485" y="571080"/>
                  </a:lnTo>
                  <a:close/>
                </a:path>
                <a:path w="1033780" h="770889">
                  <a:moveTo>
                    <a:pt x="128485" y="493979"/>
                  </a:moveTo>
                  <a:lnTo>
                    <a:pt x="122720" y="488226"/>
                  </a:lnTo>
                  <a:lnTo>
                    <a:pt x="115633" y="488226"/>
                  </a:lnTo>
                  <a:lnTo>
                    <a:pt x="108546" y="488226"/>
                  </a:lnTo>
                  <a:lnTo>
                    <a:pt x="102781" y="493979"/>
                  </a:lnTo>
                  <a:lnTo>
                    <a:pt x="102781" y="533869"/>
                  </a:lnTo>
                  <a:lnTo>
                    <a:pt x="108546" y="539623"/>
                  </a:lnTo>
                  <a:lnTo>
                    <a:pt x="122720" y="539623"/>
                  </a:lnTo>
                  <a:lnTo>
                    <a:pt x="128485" y="533869"/>
                  </a:lnTo>
                  <a:lnTo>
                    <a:pt x="128485" y="493979"/>
                  </a:lnTo>
                  <a:close/>
                </a:path>
                <a:path w="1033780" h="770889">
                  <a:moveTo>
                    <a:pt x="1033640" y="499999"/>
                  </a:moveTo>
                  <a:lnTo>
                    <a:pt x="745223" y="499999"/>
                  </a:lnTo>
                  <a:lnTo>
                    <a:pt x="745223" y="478790"/>
                  </a:lnTo>
                  <a:lnTo>
                    <a:pt x="745223" y="426720"/>
                  </a:lnTo>
                  <a:lnTo>
                    <a:pt x="745223" y="147320"/>
                  </a:lnTo>
                  <a:lnTo>
                    <a:pt x="739470" y="142240"/>
                  </a:lnTo>
                  <a:lnTo>
                    <a:pt x="706678" y="142240"/>
                  </a:lnTo>
                  <a:lnTo>
                    <a:pt x="706678" y="96520"/>
                  </a:lnTo>
                  <a:lnTo>
                    <a:pt x="700913" y="90170"/>
                  </a:lnTo>
                  <a:lnTo>
                    <a:pt x="693826" y="90170"/>
                  </a:lnTo>
                  <a:lnTo>
                    <a:pt x="693826" y="201930"/>
                  </a:lnTo>
                  <a:lnTo>
                    <a:pt x="693826" y="241300"/>
                  </a:lnTo>
                  <a:lnTo>
                    <a:pt x="693826" y="703580"/>
                  </a:lnTo>
                  <a:lnTo>
                    <a:pt x="688073" y="709930"/>
                  </a:lnTo>
                  <a:lnTo>
                    <a:pt x="673887" y="709930"/>
                  </a:lnTo>
                  <a:lnTo>
                    <a:pt x="668134" y="703580"/>
                  </a:lnTo>
                  <a:lnTo>
                    <a:pt x="668134" y="664210"/>
                  </a:lnTo>
                  <a:lnTo>
                    <a:pt x="673887" y="657860"/>
                  </a:lnTo>
                  <a:lnTo>
                    <a:pt x="688073" y="657860"/>
                  </a:lnTo>
                  <a:lnTo>
                    <a:pt x="693826" y="664210"/>
                  </a:lnTo>
                  <a:lnTo>
                    <a:pt x="693826" y="627380"/>
                  </a:lnTo>
                  <a:lnTo>
                    <a:pt x="688073" y="632460"/>
                  </a:lnTo>
                  <a:lnTo>
                    <a:pt x="673887" y="632460"/>
                  </a:lnTo>
                  <a:lnTo>
                    <a:pt x="668134" y="627380"/>
                  </a:lnTo>
                  <a:lnTo>
                    <a:pt x="668134" y="586740"/>
                  </a:lnTo>
                  <a:lnTo>
                    <a:pt x="673887" y="581660"/>
                  </a:lnTo>
                  <a:lnTo>
                    <a:pt x="688073" y="581660"/>
                  </a:lnTo>
                  <a:lnTo>
                    <a:pt x="693826" y="586740"/>
                  </a:lnTo>
                  <a:lnTo>
                    <a:pt x="693826" y="549910"/>
                  </a:lnTo>
                  <a:lnTo>
                    <a:pt x="688073" y="554990"/>
                  </a:lnTo>
                  <a:lnTo>
                    <a:pt x="673887" y="554990"/>
                  </a:lnTo>
                  <a:lnTo>
                    <a:pt x="668134" y="549910"/>
                  </a:lnTo>
                  <a:lnTo>
                    <a:pt x="668134" y="510540"/>
                  </a:lnTo>
                  <a:lnTo>
                    <a:pt x="673887" y="504190"/>
                  </a:lnTo>
                  <a:lnTo>
                    <a:pt x="688073" y="504190"/>
                  </a:lnTo>
                  <a:lnTo>
                    <a:pt x="693826" y="510540"/>
                  </a:lnTo>
                  <a:lnTo>
                    <a:pt x="693826" y="472440"/>
                  </a:lnTo>
                  <a:lnTo>
                    <a:pt x="688073" y="478790"/>
                  </a:lnTo>
                  <a:lnTo>
                    <a:pt x="673887" y="478790"/>
                  </a:lnTo>
                  <a:lnTo>
                    <a:pt x="668134" y="472440"/>
                  </a:lnTo>
                  <a:lnTo>
                    <a:pt x="668134" y="433070"/>
                  </a:lnTo>
                  <a:lnTo>
                    <a:pt x="673887" y="426720"/>
                  </a:lnTo>
                  <a:lnTo>
                    <a:pt x="688073" y="426720"/>
                  </a:lnTo>
                  <a:lnTo>
                    <a:pt x="693826" y="433070"/>
                  </a:lnTo>
                  <a:lnTo>
                    <a:pt x="693826" y="396240"/>
                  </a:lnTo>
                  <a:lnTo>
                    <a:pt x="688073" y="401320"/>
                  </a:lnTo>
                  <a:lnTo>
                    <a:pt x="673887" y="401320"/>
                  </a:lnTo>
                  <a:lnTo>
                    <a:pt x="668134" y="396240"/>
                  </a:lnTo>
                  <a:lnTo>
                    <a:pt x="668134" y="355600"/>
                  </a:lnTo>
                  <a:lnTo>
                    <a:pt x="673887" y="350520"/>
                  </a:lnTo>
                  <a:lnTo>
                    <a:pt x="688073" y="350520"/>
                  </a:lnTo>
                  <a:lnTo>
                    <a:pt x="693826" y="355600"/>
                  </a:lnTo>
                  <a:lnTo>
                    <a:pt x="693826" y="318770"/>
                  </a:lnTo>
                  <a:lnTo>
                    <a:pt x="688073" y="323850"/>
                  </a:lnTo>
                  <a:lnTo>
                    <a:pt x="673887" y="323850"/>
                  </a:lnTo>
                  <a:lnTo>
                    <a:pt x="668134" y="318770"/>
                  </a:lnTo>
                  <a:lnTo>
                    <a:pt x="668134" y="278130"/>
                  </a:lnTo>
                  <a:lnTo>
                    <a:pt x="673887" y="273050"/>
                  </a:lnTo>
                  <a:lnTo>
                    <a:pt x="688073" y="273050"/>
                  </a:lnTo>
                  <a:lnTo>
                    <a:pt x="693826" y="278130"/>
                  </a:lnTo>
                  <a:lnTo>
                    <a:pt x="693826" y="241300"/>
                  </a:lnTo>
                  <a:lnTo>
                    <a:pt x="688073" y="247650"/>
                  </a:lnTo>
                  <a:lnTo>
                    <a:pt x="673887" y="247650"/>
                  </a:lnTo>
                  <a:lnTo>
                    <a:pt x="668134" y="241300"/>
                  </a:lnTo>
                  <a:lnTo>
                    <a:pt x="668134" y="201930"/>
                  </a:lnTo>
                  <a:lnTo>
                    <a:pt x="673887" y="195580"/>
                  </a:lnTo>
                  <a:lnTo>
                    <a:pt x="688073" y="195580"/>
                  </a:lnTo>
                  <a:lnTo>
                    <a:pt x="693826" y="201930"/>
                  </a:lnTo>
                  <a:lnTo>
                    <a:pt x="693826" y="90170"/>
                  </a:lnTo>
                  <a:lnTo>
                    <a:pt x="642429" y="90170"/>
                  </a:lnTo>
                  <a:lnTo>
                    <a:pt x="642429" y="201930"/>
                  </a:lnTo>
                  <a:lnTo>
                    <a:pt x="642429" y="241300"/>
                  </a:lnTo>
                  <a:lnTo>
                    <a:pt x="642429" y="703580"/>
                  </a:lnTo>
                  <a:lnTo>
                    <a:pt x="636676" y="709930"/>
                  </a:lnTo>
                  <a:lnTo>
                    <a:pt x="622490" y="709930"/>
                  </a:lnTo>
                  <a:lnTo>
                    <a:pt x="616737" y="703580"/>
                  </a:lnTo>
                  <a:lnTo>
                    <a:pt x="616737" y="664210"/>
                  </a:lnTo>
                  <a:lnTo>
                    <a:pt x="622490" y="657860"/>
                  </a:lnTo>
                  <a:lnTo>
                    <a:pt x="636676" y="657860"/>
                  </a:lnTo>
                  <a:lnTo>
                    <a:pt x="642429" y="664210"/>
                  </a:lnTo>
                  <a:lnTo>
                    <a:pt x="642429" y="627380"/>
                  </a:lnTo>
                  <a:lnTo>
                    <a:pt x="636676" y="632460"/>
                  </a:lnTo>
                  <a:lnTo>
                    <a:pt x="622490" y="632460"/>
                  </a:lnTo>
                  <a:lnTo>
                    <a:pt x="616737" y="627380"/>
                  </a:lnTo>
                  <a:lnTo>
                    <a:pt x="616737" y="586740"/>
                  </a:lnTo>
                  <a:lnTo>
                    <a:pt x="622490" y="581660"/>
                  </a:lnTo>
                  <a:lnTo>
                    <a:pt x="636676" y="581660"/>
                  </a:lnTo>
                  <a:lnTo>
                    <a:pt x="642429" y="586740"/>
                  </a:lnTo>
                  <a:lnTo>
                    <a:pt x="642429" y="549910"/>
                  </a:lnTo>
                  <a:lnTo>
                    <a:pt x="636676" y="554990"/>
                  </a:lnTo>
                  <a:lnTo>
                    <a:pt x="622490" y="554990"/>
                  </a:lnTo>
                  <a:lnTo>
                    <a:pt x="616737" y="549910"/>
                  </a:lnTo>
                  <a:lnTo>
                    <a:pt x="616737" y="510540"/>
                  </a:lnTo>
                  <a:lnTo>
                    <a:pt x="622490" y="504190"/>
                  </a:lnTo>
                  <a:lnTo>
                    <a:pt x="636676" y="504190"/>
                  </a:lnTo>
                  <a:lnTo>
                    <a:pt x="642429" y="510540"/>
                  </a:lnTo>
                  <a:lnTo>
                    <a:pt x="642429" y="472440"/>
                  </a:lnTo>
                  <a:lnTo>
                    <a:pt x="636676" y="478790"/>
                  </a:lnTo>
                  <a:lnTo>
                    <a:pt x="622490" y="478790"/>
                  </a:lnTo>
                  <a:lnTo>
                    <a:pt x="616737" y="472440"/>
                  </a:lnTo>
                  <a:lnTo>
                    <a:pt x="616737" y="433070"/>
                  </a:lnTo>
                  <a:lnTo>
                    <a:pt x="622490" y="426720"/>
                  </a:lnTo>
                  <a:lnTo>
                    <a:pt x="636676" y="426720"/>
                  </a:lnTo>
                  <a:lnTo>
                    <a:pt x="642429" y="433070"/>
                  </a:lnTo>
                  <a:lnTo>
                    <a:pt x="642429" y="396240"/>
                  </a:lnTo>
                  <a:lnTo>
                    <a:pt x="636676" y="401320"/>
                  </a:lnTo>
                  <a:lnTo>
                    <a:pt x="622490" y="401320"/>
                  </a:lnTo>
                  <a:lnTo>
                    <a:pt x="616737" y="396240"/>
                  </a:lnTo>
                  <a:lnTo>
                    <a:pt x="616737" y="386080"/>
                  </a:lnTo>
                  <a:lnTo>
                    <a:pt x="616737" y="373380"/>
                  </a:lnTo>
                  <a:lnTo>
                    <a:pt x="616737" y="355600"/>
                  </a:lnTo>
                  <a:lnTo>
                    <a:pt x="622490" y="350520"/>
                  </a:lnTo>
                  <a:lnTo>
                    <a:pt x="636676" y="350520"/>
                  </a:lnTo>
                  <a:lnTo>
                    <a:pt x="642429" y="355600"/>
                  </a:lnTo>
                  <a:lnTo>
                    <a:pt x="642429" y="318770"/>
                  </a:lnTo>
                  <a:lnTo>
                    <a:pt x="636676" y="323850"/>
                  </a:lnTo>
                  <a:lnTo>
                    <a:pt x="622490" y="323850"/>
                  </a:lnTo>
                  <a:lnTo>
                    <a:pt x="616737" y="318770"/>
                  </a:lnTo>
                  <a:lnTo>
                    <a:pt x="616737" y="278130"/>
                  </a:lnTo>
                  <a:lnTo>
                    <a:pt x="622490" y="273050"/>
                  </a:lnTo>
                  <a:lnTo>
                    <a:pt x="636676" y="273050"/>
                  </a:lnTo>
                  <a:lnTo>
                    <a:pt x="642429" y="278130"/>
                  </a:lnTo>
                  <a:lnTo>
                    <a:pt x="642429" y="241300"/>
                  </a:lnTo>
                  <a:lnTo>
                    <a:pt x="636676" y="247650"/>
                  </a:lnTo>
                  <a:lnTo>
                    <a:pt x="622490" y="247650"/>
                  </a:lnTo>
                  <a:lnTo>
                    <a:pt x="616737" y="241300"/>
                  </a:lnTo>
                  <a:lnTo>
                    <a:pt x="616737" y="201930"/>
                  </a:lnTo>
                  <a:lnTo>
                    <a:pt x="622490" y="195580"/>
                  </a:lnTo>
                  <a:lnTo>
                    <a:pt x="636676" y="195580"/>
                  </a:lnTo>
                  <a:lnTo>
                    <a:pt x="642429" y="201930"/>
                  </a:lnTo>
                  <a:lnTo>
                    <a:pt x="642429" y="90170"/>
                  </a:lnTo>
                  <a:lnTo>
                    <a:pt x="609638" y="90170"/>
                  </a:lnTo>
                  <a:lnTo>
                    <a:pt x="603885" y="96520"/>
                  </a:lnTo>
                  <a:lnTo>
                    <a:pt x="603885" y="142240"/>
                  </a:lnTo>
                  <a:lnTo>
                    <a:pt x="571093" y="142240"/>
                  </a:lnTo>
                  <a:lnTo>
                    <a:pt x="565340" y="147320"/>
                  </a:lnTo>
                  <a:lnTo>
                    <a:pt x="565340" y="360680"/>
                  </a:lnTo>
                  <a:lnTo>
                    <a:pt x="565340" y="386080"/>
                  </a:lnTo>
                  <a:lnTo>
                    <a:pt x="565340" y="745490"/>
                  </a:lnTo>
                  <a:lnTo>
                    <a:pt x="539648" y="745490"/>
                  </a:lnTo>
                  <a:lnTo>
                    <a:pt x="539648" y="417830"/>
                  </a:lnTo>
                  <a:lnTo>
                    <a:pt x="533882" y="411480"/>
                  </a:lnTo>
                  <a:lnTo>
                    <a:pt x="519696" y="411480"/>
                  </a:lnTo>
                  <a:lnTo>
                    <a:pt x="513943" y="417830"/>
                  </a:lnTo>
                  <a:lnTo>
                    <a:pt x="513943" y="745490"/>
                  </a:lnTo>
                  <a:lnTo>
                    <a:pt x="488251" y="745490"/>
                  </a:lnTo>
                  <a:lnTo>
                    <a:pt x="488251" y="417830"/>
                  </a:lnTo>
                  <a:lnTo>
                    <a:pt x="482498" y="411480"/>
                  </a:lnTo>
                  <a:lnTo>
                    <a:pt x="468312" y="411480"/>
                  </a:lnTo>
                  <a:lnTo>
                    <a:pt x="462546" y="417830"/>
                  </a:lnTo>
                  <a:lnTo>
                    <a:pt x="462546" y="745490"/>
                  </a:lnTo>
                  <a:lnTo>
                    <a:pt x="436854" y="745490"/>
                  </a:lnTo>
                  <a:lnTo>
                    <a:pt x="436854" y="417830"/>
                  </a:lnTo>
                  <a:lnTo>
                    <a:pt x="431101" y="411480"/>
                  </a:lnTo>
                  <a:lnTo>
                    <a:pt x="416915" y="411480"/>
                  </a:lnTo>
                  <a:lnTo>
                    <a:pt x="411162" y="417830"/>
                  </a:lnTo>
                  <a:lnTo>
                    <a:pt x="411162" y="745490"/>
                  </a:lnTo>
                  <a:lnTo>
                    <a:pt x="385457" y="745490"/>
                  </a:lnTo>
                  <a:lnTo>
                    <a:pt x="385457" y="417830"/>
                  </a:lnTo>
                  <a:lnTo>
                    <a:pt x="379704" y="411480"/>
                  </a:lnTo>
                  <a:lnTo>
                    <a:pt x="365518" y="411480"/>
                  </a:lnTo>
                  <a:lnTo>
                    <a:pt x="359765" y="417830"/>
                  </a:lnTo>
                  <a:lnTo>
                    <a:pt x="359765" y="745490"/>
                  </a:lnTo>
                  <a:lnTo>
                    <a:pt x="334060" y="745490"/>
                  </a:lnTo>
                  <a:lnTo>
                    <a:pt x="334060" y="417830"/>
                  </a:lnTo>
                  <a:lnTo>
                    <a:pt x="328307" y="411480"/>
                  </a:lnTo>
                  <a:lnTo>
                    <a:pt x="314121" y="411480"/>
                  </a:lnTo>
                  <a:lnTo>
                    <a:pt x="308368" y="417830"/>
                  </a:lnTo>
                  <a:lnTo>
                    <a:pt x="308368" y="745490"/>
                  </a:lnTo>
                  <a:lnTo>
                    <a:pt x="282676" y="745490"/>
                  </a:lnTo>
                  <a:lnTo>
                    <a:pt x="282676" y="386080"/>
                  </a:lnTo>
                  <a:lnTo>
                    <a:pt x="565340" y="386080"/>
                  </a:lnTo>
                  <a:lnTo>
                    <a:pt x="565340" y="360680"/>
                  </a:lnTo>
                  <a:lnTo>
                    <a:pt x="552488" y="360680"/>
                  </a:lnTo>
                  <a:lnTo>
                    <a:pt x="552488" y="314960"/>
                  </a:lnTo>
                  <a:lnTo>
                    <a:pt x="546735" y="308610"/>
                  </a:lnTo>
                  <a:lnTo>
                    <a:pt x="526796" y="308610"/>
                  </a:lnTo>
                  <a:lnTo>
                    <a:pt x="526796" y="289560"/>
                  </a:lnTo>
                  <a:lnTo>
                    <a:pt x="521042" y="283210"/>
                  </a:lnTo>
                  <a:lnTo>
                    <a:pt x="506857" y="283210"/>
                  </a:lnTo>
                  <a:lnTo>
                    <a:pt x="501103" y="289560"/>
                  </a:lnTo>
                  <a:lnTo>
                    <a:pt x="501103" y="308610"/>
                  </a:lnTo>
                  <a:lnTo>
                    <a:pt x="481152" y="308610"/>
                  </a:lnTo>
                  <a:lnTo>
                    <a:pt x="475399" y="314960"/>
                  </a:lnTo>
                  <a:lnTo>
                    <a:pt x="475399" y="360680"/>
                  </a:lnTo>
                  <a:lnTo>
                    <a:pt x="436854" y="360680"/>
                  </a:lnTo>
                  <a:lnTo>
                    <a:pt x="436854" y="142240"/>
                  </a:lnTo>
                  <a:lnTo>
                    <a:pt x="436854" y="116840"/>
                  </a:lnTo>
                  <a:lnTo>
                    <a:pt x="436854" y="96520"/>
                  </a:lnTo>
                  <a:lnTo>
                    <a:pt x="431101" y="90170"/>
                  </a:lnTo>
                  <a:lnTo>
                    <a:pt x="385457" y="90170"/>
                  </a:lnTo>
                  <a:lnTo>
                    <a:pt x="385457" y="147320"/>
                  </a:lnTo>
                  <a:lnTo>
                    <a:pt x="385457" y="360680"/>
                  </a:lnTo>
                  <a:lnTo>
                    <a:pt x="359765" y="360680"/>
                  </a:lnTo>
                  <a:lnTo>
                    <a:pt x="359765" y="147320"/>
                  </a:lnTo>
                  <a:lnTo>
                    <a:pt x="365518" y="142240"/>
                  </a:lnTo>
                  <a:lnTo>
                    <a:pt x="379704" y="142240"/>
                  </a:lnTo>
                  <a:lnTo>
                    <a:pt x="385457" y="147320"/>
                  </a:lnTo>
                  <a:lnTo>
                    <a:pt x="385457" y="90170"/>
                  </a:lnTo>
                  <a:lnTo>
                    <a:pt x="385457" y="52070"/>
                  </a:lnTo>
                  <a:lnTo>
                    <a:pt x="385457" y="6350"/>
                  </a:lnTo>
                  <a:lnTo>
                    <a:pt x="379704" y="0"/>
                  </a:lnTo>
                  <a:lnTo>
                    <a:pt x="334060" y="0"/>
                  </a:lnTo>
                  <a:lnTo>
                    <a:pt x="334060" y="57150"/>
                  </a:lnTo>
                  <a:lnTo>
                    <a:pt x="334060" y="110490"/>
                  </a:lnTo>
                  <a:lnTo>
                    <a:pt x="334060" y="147320"/>
                  </a:lnTo>
                  <a:lnTo>
                    <a:pt x="334060" y="360680"/>
                  </a:lnTo>
                  <a:lnTo>
                    <a:pt x="308368" y="360680"/>
                  </a:lnTo>
                  <a:lnTo>
                    <a:pt x="308368" y="147320"/>
                  </a:lnTo>
                  <a:lnTo>
                    <a:pt x="314121" y="142240"/>
                  </a:lnTo>
                  <a:lnTo>
                    <a:pt x="328307" y="142240"/>
                  </a:lnTo>
                  <a:lnTo>
                    <a:pt x="334060" y="147320"/>
                  </a:lnTo>
                  <a:lnTo>
                    <a:pt x="334060" y="110490"/>
                  </a:lnTo>
                  <a:lnTo>
                    <a:pt x="328307" y="116840"/>
                  </a:lnTo>
                  <a:lnTo>
                    <a:pt x="314121" y="116840"/>
                  </a:lnTo>
                  <a:lnTo>
                    <a:pt x="308368" y="110490"/>
                  </a:lnTo>
                  <a:lnTo>
                    <a:pt x="308368" y="57150"/>
                  </a:lnTo>
                  <a:lnTo>
                    <a:pt x="314121" y="52070"/>
                  </a:lnTo>
                  <a:lnTo>
                    <a:pt x="328307" y="52070"/>
                  </a:lnTo>
                  <a:lnTo>
                    <a:pt x="334060" y="57150"/>
                  </a:lnTo>
                  <a:lnTo>
                    <a:pt x="334060" y="0"/>
                  </a:lnTo>
                  <a:lnTo>
                    <a:pt x="282676" y="0"/>
                  </a:lnTo>
                  <a:lnTo>
                    <a:pt x="282676" y="57150"/>
                  </a:lnTo>
                  <a:lnTo>
                    <a:pt x="282676" y="110490"/>
                  </a:lnTo>
                  <a:lnTo>
                    <a:pt x="282676" y="147320"/>
                  </a:lnTo>
                  <a:lnTo>
                    <a:pt x="282676" y="360680"/>
                  </a:lnTo>
                  <a:lnTo>
                    <a:pt x="262737" y="360680"/>
                  </a:lnTo>
                  <a:lnTo>
                    <a:pt x="256971" y="365760"/>
                  </a:lnTo>
                  <a:lnTo>
                    <a:pt x="256971" y="463550"/>
                  </a:lnTo>
                  <a:lnTo>
                    <a:pt x="256971" y="488950"/>
                  </a:lnTo>
                  <a:lnTo>
                    <a:pt x="256971" y="720090"/>
                  </a:lnTo>
                  <a:lnTo>
                    <a:pt x="211340" y="720090"/>
                  </a:lnTo>
                  <a:lnTo>
                    <a:pt x="205587" y="713740"/>
                  </a:lnTo>
                  <a:lnTo>
                    <a:pt x="205587" y="699770"/>
                  </a:lnTo>
                  <a:lnTo>
                    <a:pt x="211340" y="694690"/>
                  </a:lnTo>
                  <a:lnTo>
                    <a:pt x="256971" y="694690"/>
                  </a:lnTo>
                  <a:lnTo>
                    <a:pt x="256971" y="669290"/>
                  </a:lnTo>
                  <a:lnTo>
                    <a:pt x="211340" y="669290"/>
                  </a:lnTo>
                  <a:lnTo>
                    <a:pt x="205587" y="662940"/>
                  </a:lnTo>
                  <a:lnTo>
                    <a:pt x="205587" y="648970"/>
                  </a:lnTo>
                  <a:lnTo>
                    <a:pt x="211340" y="642620"/>
                  </a:lnTo>
                  <a:lnTo>
                    <a:pt x="256971" y="642620"/>
                  </a:lnTo>
                  <a:lnTo>
                    <a:pt x="256971" y="617220"/>
                  </a:lnTo>
                  <a:lnTo>
                    <a:pt x="211340" y="617220"/>
                  </a:lnTo>
                  <a:lnTo>
                    <a:pt x="205587" y="612140"/>
                  </a:lnTo>
                  <a:lnTo>
                    <a:pt x="205587" y="596900"/>
                  </a:lnTo>
                  <a:lnTo>
                    <a:pt x="211340" y="591820"/>
                  </a:lnTo>
                  <a:lnTo>
                    <a:pt x="256971" y="591820"/>
                  </a:lnTo>
                  <a:lnTo>
                    <a:pt x="256971" y="566420"/>
                  </a:lnTo>
                  <a:lnTo>
                    <a:pt x="211340" y="566420"/>
                  </a:lnTo>
                  <a:lnTo>
                    <a:pt x="205587" y="560070"/>
                  </a:lnTo>
                  <a:lnTo>
                    <a:pt x="205587" y="546100"/>
                  </a:lnTo>
                  <a:lnTo>
                    <a:pt x="211340" y="539750"/>
                  </a:lnTo>
                  <a:lnTo>
                    <a:pt x="256971" y="539750"/>
                  </a:lnTo>
                  <a:lnTo>
                    <a:pt x="256971" y="488950"/>
                  </a:lnTo>
                  <a:lnTo>
                    <a:pt x="159943" y="488950"/>
                  </a:lnTo>
                  <a:lnTo>
                    <a:pt x="154190" y="494030"/>
                  </a:lnTo>
                  <a:lnTo>
                    <a:pt x="154190" y="745490"/>
                  </a:lnTo>
                  <a:lnTo>
                    <a:pt x="25704" y="745490"/>
                  </a:lnTo>
                  <a:lnTo>
                    <a:pt x="25704" y="463550"/>
                  </a:lnTo>
                  <a:lnTo>
                    <a:pt x="256971" y="463550"/>
                  </a:lnTo>
                  <a:lnTo>
                    <a:pt x="256971" y="365760"/>
                  </a:lnTo>
                  <a:lnTo>
                    <a:pt x="256971" y="147320"/>
                  </a:lnTo>
                  <a:lnTo>
                    <a:pt x="262737" y="142240"/>
                  </a:lnTo>
                  <a:lnTo>
                    <a:pt x="276910" y="142240"/>
                  </a:lnTo>
                  <a:lnTo>
                    <a:pt x="282676" y="147320"/>
                  </a:lnTo>
                  <a:lnTo>
                    <a:pt x="282676" y="110490"/>
                  </a:lnTo>
                  <a:lnTo>
                    <a:pt x="276910" y="116840"/>
                  </a:lnTo>
                  <a:lnTo>
                    <a:pt x="262737" y="116840"/>
                  </a:lnTo>
                  <a:lnTo>
                    <a:pt x="256971" y="110490"/>
                  </a:lnTo>
                  <a:lnTo>
                    <a:pt x="256971" y="57150"/>
                  </a:lnTo>
                  <a:lnTo>
                    <a:pt x="262737" y="52070"/>
                  </a:lnTo>
                  <a:lnTo>
                    <a:pt x="276910" y="52070"/>
                  </a:lnTo>
                  <a:lnTo>
                    <a:pt x="282676" y="57150"/>
                  </a:lnTo>
                  <a:lnTo>
                    <a:pt x="282676" y="0"/>
                  </a:lnTo>
                  <a:lnTo>
                    <a:pt x="231279" y="0"/>
                  </a:lnTo>
                  <a:lnTo>
                    <a:pt x="231279" y="147320"/>
                  </a:lnTo>
                  <a:lnTo>
                    <a:pt x="231279" y="436880"/>
                  </a:lnTo>
                  <a:lnTo>
                    <a:pt x="205587" y="436880"/>
                  </a:lnTo>
                  <a:lnTo>
                    <a:pt x="205587" y="147320"/>
                  </a:lnTo>
                  <a:lnTo>
                    <a:pt x="211340" y="142240"/>
                  </a:lnTo>
                  <a:lnTo>
                    <a:pt x="225526" y="142240"/>
                  </a:lnTo>
                  <a:lnTo>
                    <a:pt x="231279" y="147320"/>
                  </a:lnTo>
                  <a:lnTo>
                    <a:pt x="231279" y="0"/>
                  </a:lnTo>
                  <a:lnTo>
                    <a:pt x="211340" y="0"/>
                  </a:lnTo>
                  <a:lnTo>
                    <a:pt x="205587" y="6350"/>
                  </a:lnTo>
                  <a:lnTo>
                    <a:pt x="205587" y="90170"/>
                  </a:lnTo>
                  <a:lnTo>
                    <a:pt x="159943" y="90170"/>
                  </a:lnTo>
                  <a:lnTo>
                    <a:pt x="154190" y="96520"/>
                  </a:lnTo>
                  <a:lnTo>
                    <a:pt x="154190" y="436880"/>
                  </a:lnTo>
                  <a:lnTo>
                    <a:pt x="128485" y="436880"/>
                  </a:lnTo>
                  <a:lnTo>
                    <a:pt x="128485" y="392430"/>
                  </a:lnTo>
                  <a:lnTo>
                    <a:pt x="122732" y="386080"/>
                  </a:lnTo>
                  <a:lnTo>
                    <a:pt x="31457" y="386080"/>
                  </a:lnTo>
                  <a:lnTo>
                    <a:pt x="25704" y="392430"/>
                  </a:lnTo>
                  <a:lnTo>
                    <a:pt x="25704" y="436880"/>
                  </a:lnTo>
                  <a:lnTo>
                    <a:pt x="5765" y="436880"/>
                  </a:lnTo>
                  <a:lnTo>
                    <a:pt x="0" y="443230"/>
                  </a:lnTo>
                  <a:lnTo>
                    <a:pt x="0" y="765810"/>
                  </a:lnTo>
                  <a:lnTo>
                    <a:pt x="5765" y="770890"/>
                  </a:lnTo>
                  <a:lnTo>
                    <a:pt x="721982" y="770890"/>
                  </a:lnTo>
                  <a:lnTo>
                    <a:pt x="739470" y="770890"/>
                  </a:lnTo>
                  <a:lnTo>
                    <a:pt x="1033640" y="770890"/>
                  </a:lnTo>
                  <a:lnTo>
                    <a:pt x="1033640" y="499999"/>
                  </a:lnTo>
                  <a:close/>
                </a:path>
              </a:pathLst>
            </a:custGeom>
            <a:solidFill>
              <a:srgbClr val="B8B7D8"/>
            </a:solidFill>
          </p:spPr>
          <p:txBody>
            <a:bodyPr wrap="square" lIns="0" tIns="0" rIns="0" bIns="0" rtlCol="0"/>
            <a:lstStyle/>
            <a:p>
              <a:endParaRPr sz="1616"/>
            </a:p>
          </p:txBody>
        </p:sp>
        <p:sp>
          <p:nvSpPr>
            <p:cNvPr id="34" name="object 25"/>
            <p:cNvSpPr/>
            <p:nvPr/>
          </p:nvSpPr>
          <p:spPr>
            <a:xfrm>
              <a:off x="1896770" y="5854128"/>
              <a:ext cx="207010" cy="205104"/>
            </a:xfrm>
            <a:custGeom>
              <a:avLst/>
              <a:gdLst/>
              <a:ahLst/>
              <a:cxnLst/>
              <a:rect l="l" t="t" r="r" b="b"/>
              <a:pathLst>
                <a:path w="207010" h="205104">
                  <a:moveTo>
                    <a:pt x="83947" y="95288"/>
                  </a:moveTo>
                  <a:lnTo>
                    <a:pt x="0" y="95288"/>
                  </a:lnTo>
                  <a:lnTo>
                    <a:pt x="0" y="119532"/>
                  </a:lnTo>
                  <a:lnTo>
                    <a:pt x="83947" y="119532"/>
                  </a:lnTo>
                  <a:lnTo>
                    <a:pt x="83947" y="95288"/>
                  </a:lnTo>
                  <a:close/>
                </a:path>
                <a:path w="207010" h="205104">
                  <a:moveTo>
                    <a:pt x="83947" y="49060"/>
                  </a:moveTo>
                  <a:lnTo>
                    <a:pt x="0" y="49060"/>
                  </a:lnTo>
                  <a:lnTo>
                    <a:pt x="0" y="73304"/>
                  </a:lnTo>
                  <a:lnTo>
                    <a:pt x="83947" y="73304"/>
                  </a:lnTo>
                  <a:lnTo>
                    <a:pt x="83947" y="49060"/>
                  </a:lnTo>
                  <a:close/>
                </a:path>
                <a:path w="207010" h="205104">
                  <a:moveTo>
                    <a:pt x="83947" y="0"/>
                  </a:moveTo>
                  <a:lnTo>
                    <a:pt x="0" y="0"/>
                  </a:lnTo>
                  <a:lnTo>
                    <a:pt x="0" y="24244"/>
                  </a:lnTo>
                  <a:lnTo>
                    <a:pt x="83947" y="24244"/>
                  </a:lnTo>
                  <a:lnTo>
                    <a:pt x="83947" y="0"/>
                  </a:lnTo>
                  <a:close/>
                </a:path>
                <a:path w="207010" h="205104">
                  <a:moveTo>
                    <a:pt x="145351" y="145618"/>
                  </a:moveTo>
                  <a:lnTo>
                    <a:pt x="61391" y="145618"/>
                  </a:lnTo>
                  <a:lnTo>
                    <a:pt x="61391" y="204482"/>
                  </a:lnTo>
                  <a:lnTo>
                    <a:pt x="145351" y="204482"/>
                  </a:lnTo>
                  <a:lnTo>
                    <a:pt x="145351" y="145618"/>
                  </a:lnTo>
                  <a:close/>
                </a:path>
                <a:path w="207010" h="205104">
                  <a:moveTo>
                    <a:pt x="206730" y="95288"/>
                  </a:moveTo>
                  <a:lnTo>
                    <a:pt x="122783" y="95288"/>
                  </a:lnTo>
                  <a:lnTo>
                    <a:pt x="122783" y="119532"/>
                  </a:lnTo>
                  <a:lnTo>
                    <a:pt x="206730" y="119532"/>
                  </a:lnTo>
                  <a:lnTo>
                    <a:pt x="206730" y="95288"/>
                  </a:lnTo>
                  <a:close/>
                </a:path>
                <a:path w="207010" h="205104">
                  <a:moveTo>
                    <a:pt x="206730" y="49060"/>
                  </a:moveTo>
                  <a:lnTo>
                    <a:pt x="122783" y="49060"/>
                  </a:lnTo>
                  <a:lnTo>
                    <a:pt x="122783" y="73304"/>
                  </a:lnTo>
                  <a:lnTo>
                    <a:pt x="206730" y="73304"/>
                  </a:lnTo>
                  <a:lnTo>
                    <a:pt x="206730" y="49060"/>
                  </a:lnTo>
                  <a:close/>
                </a:path>
                <a:path w="207010" h="205104">
                  <a:moveTo>
                    <a:pt x="206730" y="0"/>
                  </a:moveTo>
                  <a:lnTo>
                    <a:pt x="122783" y="0"/>
                  </a:lnTo>
                  <a:lnTo>
                    <a:pt x="122783" y="24244"/>
                  </a:lnTo>
                  <a:lnTo>
                    <a:pt x="206730" y="24244"/>
                  </a:lnTo>
                  <a:lnTo>
                    <a:pt x="20673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616"/>
            </a:p>
          </p:txBody>
        </p:sp>
        <p:sp>
          <p:nvSpPr>
            <p:cNvPr id="35" name="object 26"/>
            <p:cNvSpPr/>
            <p:nvPr/>
          </p:nvSpPr>
          <p:spPr>
            <a:xfrm>
              <a:off x="2145341" y="5809296"/>
              <a:ext cx="311785" cy="271145"/>
            </a:xfrm>
            <a:custGeom>
              <a:avLst/>
              <a:gdLst/>
              <a:ahLst/>
              <a:cxnLst/>
              <a:rect l="l" t="t" r="r" b="b"/>
              <a:pathLst>
                <a:path w="311785" h="271145">
                  <a:moveTo>
                    <a:pt x="311658" y="0"/>
                  </a:moveTo>
                  <a:lnTo>
                    <a:pt x="0" y="0"/>
                  </a:lnTo>
                  <a:lnTo>
                    <a:pt x="0" y="270890"/>
                  </a:lnTo>
                  <a:lnTo>
                    <a:pt x="311658" y="270890"/>
                  </a:lnTo>
                  <a:lnTo>
                    <a:pt x="311658" y="0"/>
                  </a:lnTo>
                  <a:close/>
                </a:path>
              </a:pathLst>
            </a:custGeom>
            <a:solidFill>
              <a:srgbClr val="B8B7D8"/>
            </a:solidFill>
          </p:spPr>
          <p:txBody>
            <a:bodyPr wrap="square" lIns="0" tIns="0" rIns="0" bIns="0" rtlCol="0"/>
            <a:lstStyle/>
            <a:p>
              <a:endParaRPr sz="1616"/>
            </a:p>
          </p:txBody>
        </p:sp>
        <p:sp>
          <p:nvSpPr>
            <p:cNvPr id="36" name="object 27"/>
            <p:cNvSpPr/>
            <p:nvPr/>
          </p:nvSpPr>
          <p:spPr>
            <a:xfrm>
              <a:off x="2197798" y="5854128"/>
              <a:ext cx="207010" cy="205104"/>
            </a:xfrm>
            <a:custGeom>
              <a:avLst/>
              <a:gdLst/>
              <a:ahLst/>
              <a:cxnLst/>
              <a:rect l="l" t="t" r="r" b="b"/>
              <a:pathLst>
                <a:path w="207010" h="205104">
                  <a:moveTo>
                    <a:pt x="83947" y="95288"/>
                  </a:moveTo>
                  <a:lnTo>
                    <a:pt x="0" y="95288"/>
                  </a:lnTo>
                  <a:lnTo>
                    <a:pt x="0" y="119532"/>
                  </a:lnTo>
                  <a:lnTo>
                    <a:pt x="83947" y="119532"/>
                  </a:lnTo>
                  <a:lnTo>
                    <a:pt x="83947" y="95288"/>
                  </a:lnTo>
                  <a:close/>
                </a:path>
                <a:path w="207010" h="205104">
                  <a:moveTo>
                    <a:pt x="83947" y="49060"/>
                  </a:moveTo>
                  <a:lnTo>
                    <a:pt x="0" y="49060"/>
                  </a:lnTo>
                  <a:lnTo>
                    <a:pt x="0" y="73304"/>
                  </a:lnTo>
                  <a:lnTo>
                    <a:pt x="83947" y="73304"/>
                  </a:lnTo>
                  <a:lnTo>
                    <a:pt x="83947" y="49060"/>
                  </a:lnTo>
                  <a:close/>
                </a:path>
                <a:path w="207010" h="205104">
                  <a:moveTo>
                    <a:pt x="83947" y="0"/>
                  </a:moveTo>
                  <a:lnTo>
                    <a:pt x="0" y="0"/>
                  </a:lnTo>
                  <a:lnTo>
                    <a:pt x="0" y="24244"/>
                  </a:lnTo>
                  <a:lnTo>
                    <a:pt x="83947" y="24244"/>
                  </a:lnTo>
                  <a:lnTo>
                    <a:pt x="83947" y="0"/>
                  </a:lnTo>
                  <a:close/>
                </a:path>
                <a:path w="207010" h="205104">
                  <a:moveTo>
                    <a:pt x="145351" y="145618"/>
                  </a:moveTo>
                  <a:lnTo>
                    <a:pt x="61404" y="145618"/>
                  </a:lnTo>
                  <a:lnTo>
                    <a:pt x="61404" y="204482"/>
                  </a:lnTo>
                  <a:lnTo>
                    <a:pt x="145351" y="204482"/>
                  </a:lnTo>
                  <a:lnTo>
                    <a:pt x="145351" y="145618"/>
                  </a:lnTo>
                  <a:close/>
                </a:path>
                <a:path w="207010" h="205104">
                  <a:moveTo>
                    <a:pt x="206730" y="95288"/>
                  </a:moveTo>
                  <a:lnTo>
                    <a:pt x="122783" y="95288"/>
                  </a:lnTo>
                  <a:lnTo>
                    <a:pt x="122783" y="119532"/>
                  </a:lnTo>
                  <a:lnTo>
                    <a:pt x="206730" y="119532"/>
                  </a:lnTo>
                  <a:lnTo>
                    <a:pt x="206730" y="95288"/>
                  </a:lnTo>
                  <a:close/>
                </a:path>
                <a:path w="207010" h="205104">
                  <a:moveTo>
                    <a:pt x="206730" y="49060"/>
                  </a:moveTo>
                  <a:lnTo>
                    <a:pt x="122783" y="49060"/>
                  </a:lnTo>
                  <a:lnTo>
                    <a:pt x="122783" y="73304"/>
                  </a:lnTo>
                  <a:lnTo>
                    <a:pt x="206730" y="73304"/>
                  </a:lnTo>
                  <a:lnTo>
                    <a:pt x="206730" y="49060"/>
                  </a:lnTo>
                  <a:close/>
                </a:path>
                <a:path w="207010" h="205104">
                  <a:moveTo>
                    <a:pt x="206730" y="0"/>
                  </a:moveTo>
                  <a:lnTo>
                    <a:pt x="122783" y="0"/>
                  </a:lnTo>
                  <a:lnTo>
                    <a:pt x="122783" y="24244"/>
                  </a:lnTo>
                  <a:lnTo>
                    <a:pt x="206730" y="24244"/>
                  </a:lnTo>
                  <a:lnTo>
                    <a:pt x="20673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616"/>
            </a:p>
          </p:txBody>
        </p:sp>
        <p:sp>
          <p:nvSpPr>
            <p:cNvPr id="37" name="object 28"/>
            <p:cNvSpPr/>
            <p:nvPr/>
          </p:nvSpPr>
          <p:spPr>
            <a:xfrm>
              <a:off x="2145341" y="5628203"/>
              <a:ext cx="311785" cy="210185"/>
            </a:xfrm>
            <a:custGeom>
              <a:avLst/>
              <a:gdLst/>
              <a:ahLst/>
              <a:cxnLst/>
              <a:rect l="l" t="t" r="r" b="b"/>
              <a:pathLst>
                <a:path w="311785" h="210185">
                  <a:moveTo>
                    <a:pt x="311658" y="0"/>
                  </a:moveTo>
                  <a:lnTo>
                    <a:pt x="0" y="0"/>
                  </a:lnTo>
                  <a:lnTo>
                    <a:pt x="0" y="209791"/>
                  </a:lnTo>
                  <a:lnTo>
                    <a:pt x="311658" y="209791"/>
                  </a:lnTo>
                  <a:lnTo>
                    <a:pt x="311658" y="0"/>
                  </a:lnTo>
                  <a:close/>
                </a:path>
              </a:pathLst>
            </a:custGeom>
            <a:solidFill>
              <a:srgbClr val="B8B7D8"/>
            </a:solidFill>
          </p:spPr>
          <p:txBody>
            <a:bodyPr wrap="square" lIns="0" tIns="0" rIns="0" bIns="0" rtlCol="0"/>
            <a:lstStyle/>
            <a:p>
              <a:endParaRPr sz="1616"/>
            </a:p>
          </p:txBody>
        </p:sp>
        <p:sp>
          <p:nvSpPr>
            <p:cNvPr id="38" name="object 29"/>
            <p:cNvSpPr/>
            <p:nvPr/>
          </p:nvSpPr>
          <p:spPr>
            <a:xfrm>
              <a:off x="2197798" y="5673026"/>
              <a:ext cx="207010" cy="120014"/>
            </a:xfrm>
            <a:custGeom>
              <a:avLst/>
              <a:gdLst/>
              <a:ahLst/>
              <a:cxnLst/>
              <a:rect l="l" t="t" r="r" b="b"/>
              <a:pathLst>
                <a:path w="207010" h="120014">
                  <a:moveTo>
                    <a:pt x="83947" y="95288"/>
                  </a:moveTo>
                  <a:lnTo>
                    <a:pt x="0" y="95288"/>
                  </a:lnTo>
                  <a:lnTo>
                    <a:pt x="0" y="119532"/>
                  </a:lnTo>
                  <a:lnTo>
                    <a:pt x="83947" y="119532"/>
                  </a:lnTo>
                  <a:lnTo>
                    <a:pt x="83947" y="95288"/>
                  </a:lnTo>
                  <a:close/>
                </a:path>
                <a:path w="207010" h="120014">
                  <a:moveTo>
                    <a:pt x="83947" y="49072"/>
                  </a:moveTo>
                  <a:lnTo>
                    <a:pt x="0" y="49072"/>
                  </a:lnTo>
                  <a:lnTo>
                    <a:pt x="0" y="73317"/>
                  </a:lnTo>
                  <a:lnTo>
                    <a:pt x="83947" y="73317"/>
                  </a:lnTo>
                  <a:lnTo>
                    <a:pt x="83947" y="49072"/>
                  </a:lnTo>
                  <a:close/>
                </a:path>
                <a:path w="207010" h="120014">
                  <a:moveTo>
                    <a:pt x="83947" y="0"/>
                  </a:moveTo>
                  <a:lnTo>
                    <a:pt x="0" y="0"/>
                  </a:lnTo>
                  <a:lnTo>
                    <a:pt x="0" y="24244"/>
                  </a:lnTo>
                  <a:lnTo>
                    <a:pt x="83947" y="24244"/>
                  </a:lnTo>
                  <a:lnTo>
                    <a:pt x="83947" y="0"/>
                  </a:lnTo>
                  <a:close/>
                </a:path>
                <a:path w="207010" h="120014">
                  <a:moveTo>
                    <a:pt x="206730" y="95288"/>
                  </a:moveTo>
                  <a:lnTo>
                    <a:pt x="122783" y="95288"/>
                  </a:lnTo>
                  <a:lnTo>
                    <a:pt x="122783" y="119532"/>
                  </a:lnTo>
                  <a:lnTo>
                    <a:pt x="206730" y="119532"/>
                  </a:lnTo>
                  <a:lnTo>
                    <a:pt x="206730" y="95288"/>
                  </a:lnTo>
                  <a:close/>
                </a:path>
                <a:path w="207010" h="120014">
                  <a:moveTo>
                    <a:pt x="206730" y="49072"/>
                  </a:moveTo>
                  <a:lnTo>
                    <a:pt x="122783" y="49072"/>
                  </a:lnTo>
                  <a:lnTo>
                    <a:pt x="122783" y="73317"/>
                  </a:lnTo>
                  <a:lnTo>
                    <a:pt x="206730" y="73317"/>
                  </a:lnTo>
                  <a:lnTo>
                    <a:pt x="206730" y="49072"/>
                  </a:lnTo>
                  <a:close/>
                </a:path>
                <a:path w="207010" h="120014">
                  <a:moveTo>
                    <a:pt x="206730" y="0"/>
                  </a:moveTo>
                  <a:lnTo>
                    <a:pt x="122783" y="0"/>
                  </a:lnTo>
                  <a:lnTo>
                    <a:pt x="122783" y="24244"/>
                  </a:lnTo>
                  <a:lnTo>
                    <a:pt x="206730" y="24244"/>
                  </a:lnTo>
                  <a:lnTo>
                    <a:pt x="20673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616"/>
            </a:p>
          </p:txBody>
        </p:sp>
        <p:sp>
          <p:nvSpPr>
            <p:cNvPr id="39" name="object 30"/>
            <p:cNvSpPr/>
            <p:nvPr/>
          </p:nvSpPr>
          <p:spPr>
            <a:xfrm>
              <a:off x="3829596" y="5919647"/>
              <a:ext cx="1443355" cy="374650"/>
            </a:xfrm>
            <a:custGeom>
              <a:avLst/>
              <a:gdLst/>
              <a:ahLst/>
              <a:cxnLst/>
              <a:rect l="l" t="t" r="r" b="b"/>
              <a:pathLst>
                <a:path w="1443354" h="374650">
                  <a:moveTo>
                    <a:pt x="801916" y="203314"/>
                  </a:moveTo>
                  <a:lnTo>
                    <a:pt x="796734" y="199301"/>
                  </a:lnTo>
                  <a:lnTo>
                    <a:pt x="767067" y="176441"/>
                  </a:lnTo>
                  <a:lnTo>
                    <a:pt x="767067" y="204431"/>
                  </a:lnTo>
                  <a:lnTo>
                    <a:pt x="767067" y="229019"/>
                  </a:lnTo>
                  <a:lnTo>
                    <a:pt x="761936" y="234149"/>
                  </a:lnTo>
                  <a:lnTo>
                    <a:pt x="719912" y="234149"/>
                  </a:lnTo>
                  <a:lnTo>
                    <a:pt x="714781" y="229019"/>
                  </a:lnTo>
                  <a:lnTo>
                    <a:pt x="714781" y="204431"/>
                  </a:lnTo>
                  <a:lnTo>
                    <a:pt x="719912" y="199301"/>
                  </a:lnTo>
                  <a:lnTo>
                    <a:pt x="761936" y="199301"/>
                  </a:lnTo>
                  <a:lnTo>
                    <a:pt x="767067" y="204431"/>
                  </a:lnTo>
                  <a:lnTo>
                    <a:pt x="767067" y="176441"/>
                  </a:lnTo>
                  <a:lnTo>
                    <a:pt x="705002" y="128587"/>
                  </a:lnTo>
                  <a:lnTo>
                    <a:pt x="698423" y="128587"/>
                  </a:lnTo>
                  <a:lnTo>
                    <a:pt x="688644" y="136131"/>
                  </a:lnTo>
                  <a:lnTo>
                    <a:pt x="688644" y="203314"/>
                  </a:lnTo>
                  <a:lnTo>
                    <a:pt x="688644" y="230136"/>
                  </a:lnTo>
                  <a:lnTo>
                    <a:pt x="688644" y="264185"/>
                  </a:lnTo>
                  <a:lnTo>
                    <a:pt x="688644" y="273812"/>
                  </a:lnTo>
                  <a:lnTo>
                    <a:pt x="688644" y="290322"/>
                  </a:lnTo>
                  <a:lnTo>
                    <a:pt x="688644" y="299948"/>
                  </a:lnTo>
                  <a:lnTo>
                    <a:pt x="684733" y="303847"/>
                  </a:lnTo>
                  <a:lnTo>
                    <a:pt x="670750" y="303847"/>
                  </a:lnTo>
                  <a:lnTo>
                    <a:pt x="666851" y="299948"/>
                  </a:lnTo>
                  <a:lnTo>
                    <a:pt x="666851" y="290322"/>
                  </a:lnTo>
                  <a:lnTo>
                    <a:pt x="670750" y="286423"/>
                  </a:lnTo>
                  <a:lnTo>
                    <a:pt x="684733" y="286423"/>
                  </a:lnTo>
                  <a:lnTo>
                    <a:pt x="688644" y="290322"/>
                  </a:lnTo>
                  <a:lnTo>
                    <a:pt x="688644" y="273812"/>
                  </a:lnTo>
                  <a:lnTo>
                    <a:pt x="684745" y="277710"/>
                  </a:lnTo>
                  <a:lnTo>
                    <a:pt x="670750" y="277710"/>
                  </a:lnTo>
                  <a:lnTo>
                    <a:pt x="666851" y="273812"/>
                  </a:lnTo>
                  <a:lnTo>
                    <a:pt x="666851" y="264185"/>
                  </a:lnTo>
                  <a:lnTo>
                    <a:pt x="670750" y="260286"/>
                  </a:lnTo>
                  <a:lnTo>
                    <a:pt x="684745" y="260286"/>
                  </a:lnTo>
                  <a:lnTo>
                    <a:pt x="688644" y="264185"/>
                  </a:lnTo>
                  <a:lnTo>
                    <a:pt x="688644" y="230136"/>
                  </a:lnTo>
                  <a:lnTo>
                    <a:pt x="684618" y="234149"/>
                  </a:lnTo>
                  <a:lnTo>
                    <a:pt x="658139" y="234149"/>
                  </a:lnTo>
                  <a:lnTo>
                    <a:pt x="658139" y="264185"/>
                  </a:lnTo>
                  <a:lnTo>
                    <a:pt x="658139" y="273812"/>
                  </a:lnTo>
                  <a:lnTo>
                    <a:pt x="658139" y="290322"/>
                  </a:lnTo>
                  <a:lnTo>
                    <a:pt x="658139" y="299948"/>
                  </a:lnTo>
                  <a:lnTo>
                    <a:pt x="654240" y="303847"/>
                  </a:lnTo>
                  <a:lnTo>
                    <a:pt x="640257" y="303847"/>
                  </a:lnTo>
                  <a:lnTo>
                    <a:pt x="636358" y="299948"/>
                  </a:lnTo>
                  <a:lnTo>
                    <a:pt x="636358" y="290322"/>
                  </a:lnTo>
                  <a:lnTo>
                    <a:pt x="640257" y="286423"/>
                  </a:lnTo>
                  <a:lnTo>
                    <a:pt x="654240" y="286423"/>
                  </a:lnTo>
                  <a:lnTo>
                    <a:pt x="658139" y="290322"/>
                  </a:lnTo>
                  <a:lnTo>
                    <a:pt x="658139" y="273812"/>
                  </a:lnTo>
                  <a:lnTo>
                    <a:pt x="654240" y="277710"/>
                  </a:lnTo>
                  <a:lnTo>
                    <a:pt x="640257" y="277710"/>
                  </a:lnTo>
                  <a:lnTo>
                    <a:pt x="636358" y="273812"/>
                  </a:lnTo>
                  <a:lnTo>
                    <a:pt x="636358" y="264185"/>
                  </a:lnTo>
                  <a:lnTo>
                    <a:pt x="640257" y="260286"/>
                  </a:lnTo>
                  <a:lnTo>
                    <a:pt x="654240" y="260286"/>
                  </a:lnTo>
                  <a:lnTo>
                    <a:pt x="658139" y="264185"/>
                  </a:lnTo>
                  <a:lnTo>
                    <a:pt x="658139" y="234149"/>
                  </a:lnTo>
                  <a:lnTo>
                    <a:pt x="640372" y="234149"/>
                  </a:lnTo>
                  <a:lnTo>
                    <a:pt x="636358" y="230136"/>
                  </a:lnTo>
                  <a:lnTo>
                    <a:pt x="636358" y="203314"/>
                  </a:lnTo>
                  <a:lnTo>
                    <a:pt x="640372" y="199301"/>
                  </a:lnTo>
                  <a:lnTo>
                    <a:pt x="684618" y="199301"/>
                  </a:lnTo>
                  <a:lnTo>
                    <a:pt x="688644" y="203314"/>
                  </a:lnTo>
                  <a:lnTo>
                    <a:pt x="688644" y="136131"/>
                  </a:lnTo>
                  <a:lnTo>
                    <a:pt x="601497" y="203314"/>
                  </a:lnTo>
                  <a:lnTo>
                    <a:pt x="601497" y="334797"/>
                  </a:lnTo>
                  <a:lnTo>
                    <a:pt x="605396" y="338696"/>
                  </a:lnTo>
                  <a:lnTo>
                    <a:pt x="710882" y="338696"/>
                  </a:lnTo>
                  <a:lnTo>
                    <a:pt x="714781" y="334797"/>
                  </a:lnTo>
                  <a:lnTo>
                    <a:pt x="714781" y="303847"/>
                  </a:lnTo>
                  <a:lnTo>
                    <a:pt x="714781" y="286423"/>
                  </a:lnTo>
                  <a:lnTo>
                    <a:pt x="714781" y="277710"/>
                  </a:lnTo>
                  <a:lnTo>
                    <a:pt x="714781" y="260286"/>
                  </a:lnTo>
                  <a:lnTo>
                    <a:pt x="767067" y="260286"/>
                  </a:lnTo>
                  <a:lnTo>
                    <a:pt x="767067" y="334797"/>
                  </a:lnTo>
                  <a:lnTo>
                    <a:pt x="770966" y="338696"/>
                  </a:lnTo>
                  <a:lnTo>
                    <a:pt x="798017" y="338696"/>
                  </a:lnTo>
                  <a:lnTo>
                    <a:pt x="801916" y="334797"/>
                  </a:lnTo>
                  <a:lnTo>
                    <a:pt x="801916" y="260286"/>
                  </a:lnTo>
                  <a:lnTo>
                    <a:pt x="801916" y="234149"/>
                  </a:lnTo>
                  <a:lnTo>
                    <a:pt x="801916" y="203314"/>
                  </a:lnTo>
                  <a:close/>
                </a:path>
                <a:path w="1443354" h="374650">
                  <a:moveTo>
                    <a:pt x="828128" y="191858"/>
                  </a:moveTo>
                  <a:lnTo>
                    <a:pt x="827417" y="183007"/>
                  </a:lnTo>
                  <a:lnTo>
                    <a:pt x="748728" y="121450"/>
                  </a:lnTo>
                  <a:lnTo>
                    <a:pt x="710742" y="91732"/>
                  </a:lnTo>
                  <a:lnTo>
                    <a:pt x="710209" y="91262"/>
                  </a:lnTo>
                  <a:lnTo>
                    <a:pt x="705421" y="86817"/>
                  </a:lnTo>
                  <a:lnTo>
                    <a:pt x="698004" y="86817"/>
                  </a:lnTo>
                  <a:lnTo>
                    <a:pt x="692950" y="91503"/>
                  </a:lnTo>
                  <a:lnTo>
                    <a:pt x="692404" y="91948"/>
                  </a:lnTo>
                  <a:lnTo>
                    <a:pt x="575995" y="183007"/>
                  </a:lnTo>
                  <a:lnTo>
                    <a:pt x="575284" y="191858"/>
                  </a:lnTo>
                  <a:lnTo>
                    <a:pt x="585089" y="202425"/>
                  </a:lnTo>
                  <a:lnTo>
                    <a:pt x="592696" y="203047"/>
                  </a:lnTo>
                  <a:lnTo>
                    <a:pt x="698576" y="121450"/>
                  </a:lnTo>
                  <a:lnTo>
                    <a:pt x="704837" y="121450"/>
                  </a:lnTo>
                  <a:lnTo>
                    <a:pt x="810717" y="203047"/>
                  </a:lnTo>
                  <a:lnTo>
                    <a:pt x="818324" y="202425"/>
                  </a:lnTo>
                  <a:lnTo>
                    <a:pt x="828128" y="191858"/>
                  </a:lnTo>
                  <a:close/>
                </a:path>
                <a:path w="1443354" h="374650">
                  <a:moveTo>
                    <a:pt x="949274" y="143129"/>
                  </a:moveTo>
                  <a:lnTo>
                    <a:pt x="925068" y="143129"/>
                  </a:lnTo>
                  <a:lnTo>
                    <a:pt x="925068" y="175526"/>
                  </a:lnTo>
                  <a:lnTo>
                    <a:pt x="925068" y="203708"/>
                  </a:lnTo>
                  <a:lnTo>
                    <a:pt x="925068" y="242519"/>
                  </a:lnTo>
                  <a:lnTo>
                    <a:pt x="925068" y="281571"/>
                  </a:lnTo>
                  <a:lnTo>
                    <a:pt x="919314" y="287324"/>
                  </a:lnTo>
                  <a:lnTo>
                    <a:pt x="880262" y="287324"/>
                  </a:lnTo>
                  <a:lnTo>
                    <a:pt x="874509" y="281571"/>
                  </a:lnTo>
                  <a:lnTo>
                    <a:pt x="874509" y="242519"/>
                  </a:lnTo>
                  <a:lnTo>
                    <a:pt x="880262" y="236766"/>
                  </a:lnTo>
                  <a:lnTo>
                    <a:pt x="919314" y="236766"/>
                  </a:lnTo>
                  <a:lnTo>
                    <a:pt x="925068" y="242519"/>
                  </a:lnTo>
                  <a:lnTo>
                    <a:pt x="925068" y="203708"/>
                  </a:lnTo>
                  <a:lnTo>
                    <a:pt x="919314" y="209461"/>
                  </a:lnTo>
                  <a:lnTo>
                    <a:pt x="880262" y="209461"/>
                  </a:lnTo>
                  <a:lnTo>
                    <a:pt x="874509" y="203708"/>
                  </a:lnTo>
                  <a:lnTo>
                    <a:pt x="874509" y="175526"/>
                  </a:lnTo>
                  <a:lnTo>
                    <a:pt x="880262" y="169773"/>
                  </a:lnTo>
                  <a:lnTo>
                    <a:pt x="919314" y="169773"/>
                  </a:lnTo>
                  <a:lnTo>
                    <a:pt x="925068" y="175526"/>
                  </a:lnTo>
                  <a:lnTo>
                    <a:pt x="925068" y="143129"/>
                  </a:lnTo>
                  <a:lnTo>
                    <a:pt x="850290" y="143129"/>
                  </a:lnTo>
                  <a:lnTo>
                    <a:pt x="850290" y="334479"/>
                  </a:lnTo>
                  <a:lnTo>
                    <a:pt x="949274" y="334479"/>
                  </a:lnTo>
                  <a:lnTo>
                    <a:pt x="949274" y="287324"/>
                  </a:lnTo>
                  <a:lnTo>
                    <a:pt x="949274" y="236766"/>
                  </a:lnTo>
                  <a:lnTo>
                    <a:pt x="949274" y="209461"/>
                  </a:lnTo>
                  <a:lnTo>
                    <a:pt x="949274" y="169773"/>
                  </a:lnTo>
                  <a:lnTo>
                    <a:pt x="949274" y="143129"/>
                  </a:lnTo>
                  <a:close/>
                </a:path>
                <a:path w="1443354" h="374650">
                  <a:moveTo>
                    <a:pt x="976058" y="37566"/>
                  </a:moveTo>
                  <a:lnTo>
                    <a:pt x="842479" y="37566"/>
                  </a:lnTo>
                  <a:lnTo>
                    <a:pt x="837095" y="42951"/>
                  </a:lnTo>
                  <a:lnTo>
                    <a:pt x="837095" y="49593"/>
                  </a:lnTo>
                  <a:lnTo>
                    <a:pt x="837095" y="129933"/>
                  </a:lnTo>
                  <a:lnTo>
                    <a:pt x="949286" y="129933"/>
                  </a:lnTo>
                  <a:lnTo>
                    <a:pt x="949680" y="75171"/>
                  </a:lnTo>
                  <a:lnTo>
                    <a:pt x="950506" y="73317"/>
                  </a:lnTo>
                  <a:lnTo>
                    <a:pt x="976058" y="37566"/>
                  </a:lnTo>
                  <a:close/>
                </a:path>
                <a:path w="1443354" h="374650">
                  <a:moveTo>
                    <a:pt x="1035075" y="103543"/>
                  </a:moveTo>
                  <a:lnTo>
                    <a:pt x="1002080" y="103543"/>
                  </a:lnTo>
                  <a:lnTo>
                    <a:pt x="1002080" y="149733"/>
                  </a:lnTo>
                  <a:lnTo>
                    <a:pt x="1035075" y="149733"/>
                  </a:lnTo>
                  <a:lnTo>
                    <a:pt x="1035075" y="103543"/>
                  </a:lnTo>
                  <a:close/>
                </a:path>
                <a:path w="1443354" h="374650">
                  <a:moveTo>
                    <a:pt x="1048270" y="248704"/>
                  </a:moveTo>
                  <a:lnTo>
                    <a:pt x="1021880" y="248704"/>
                  </a:lnTo>
                  <a:lnTo>
                    <a:pt x="1021880" y="284645"/>
                  </a:lnTo>
                  <a:lnTo>
                    <a:pt x="1021880" y="305130"/>
                  </a:lnTo>
                  <a:lnTo>
                    <a:pt x="1018921" y="308089"/>
                  </a:lnTo>
                  <a:lnTo>
                    <a:pt x="1011631" y="308089"/>
                  </a:lnTo>
                  <a:lnTo>
                    <a:pt x="1008684" y="305130"/>
                  </a:lnTo>
                  <a:lnTo>
                    <a:pt x="1008684" y="284645"/>
                  </a:lnTo>
                  <a:lnTo>
                    <a:pt x="1011631" y="281698"/>
                  </a:lnTo>
                  <a:lnTo>
                    <a:pt x="1018921" y="281698"/>
                  </a:lnTo>
                  <a:lnTo>
                    <a:pt x="1021880" y="284645"/>
                  </a:lnTo>
                  <a:lnTo>
                    <a:pt x="1021880" y="248704"/>
                  </a:lnTo>
                  <a:lnTo>
                    <a:pt x="995476" y="248704"/>
                  </a:lnTo>
                  <a:lnTo>
                    <a:pt x="995476" y="334479"/>
                  </a:lnTo>
                  <a:lnTo>
                    <a:pt x="1048270" y="334479"/>
                  </a:lnTo>
                  <a:lnTo>
                    <a:pt x="1048270" y="308089"/>
                  </a:lnTo>
                  <a:lnTo>
                    <a:pt x="1048270" y="281698"/>
                  </a:lnTo>
                  <a:lnTo>
                    <a:pt x="1048270" y="248704"/>
                  </a:lnTo>
                  <a:close/>
                </a:path>
                <a:path w="1443354" h="374650">
                  <a:moveTo>
                    <a:pt x="1081265" y="79260"/>
                  </a:moveTo>
                  <a:lnTo>
                    <a:pt x="1061466" y="51562"/>
                  </a:lnTo>
                  <a:lnTo>
                    <a:pt x="1061466" y="152692"/>
                  </a:lnTo>
                  <a:lnTo>
                    <a:pt x="1061466" y="186372"/>
                  </a:lnTo>
                  <a:lnTo>
                    <a:pt x="1058519" y="189318"/>
                  </a:lnTo>
                  <a:lnTo>
                    <a:pt x="978636" y="189318"/>
                  </a:lnTo>
                  <a:lnTo>
                    <a:pt x="975677" y="186372"/>
                  </a:lnTo>
                  <a:lnTo>
                    <a:pt x="975677" y="152692"/>
                  </a:lnTo>
                  <a:lnTo>
                    <a:pt x="978623" y="149733"/>
                  </a:lnTo>
                  <a:lnTo>
                    <a:pt x="988872" y="149733"/>
                  </a:lnTo>
                  <a:lnTo>
                    <a:pt x="988885" y="96253"/>
                  </a:lnTo>
                  <a:lnTo>
                    <a:pt x="994791" y="90360"/>
                  </a:lnTo>
                  <a:lnTo>
                    <a:pt x="1042352" y="90360"/>
                  </a:lnTo>
                  <a:lnTo>
                    <a:pt x="1048258" y="96253"/>
                  </a:lnTo>
                  <a:lnTo>
                    <a:pt x="1048270" y="149733"/>
                  </a:lnTo>
                  <a:lnTo>
                    <a:pt x="1058506" y="149733"/>
                  </a:lnTo>
                  <a:lnTo>
                    <a:pt x="1061466" y="152692"/>
                  </a:lnTo>
                  <a:lnTo>
                    <a:pt x="1061466" y="51562"/>
                  </a:lnTo>
                  <a:lnTo>
                    <a:pt x="1025118" y="685"/>
                  </a:lnTo>
                  <a:lnTo>
                    <a:pt x="1021003" y="0"/>
                  </a:lnTo>
                  <a:lnTo>
                    <a:pt x="1017447" y="2540"/>
                  </a:lnTo>
                  <a:lnTo>
                    <a:pt x="1016927" y="3048"/>
                  </a:lnTo>
                  <a:lnTo>
                    <a:pt x="962482" y="79260"/>
                  </a:lnTo>
                  <a:lnTo>
                    <a:pt x="962482" y="334492"/>
                  </a:lnTo>
                  <a:lnTo>
                    <a:pt x="982281" y="334492"/>
                  </a:lnTo>
                  <a:lnTo>
                    <a:pt x="982281" y="238467"/>
                  </a:lnTo>
                  <a:lnTo>
                    <a:pt x="985227" y="235508"/>
                  </a:lnTo>
                  <a:lnTo>
                    <a:pt x="1058506" y="235508"/>
                  </a:lnTo>
                  <a:lnTo>
                    <a:pt x="1061466" y="238467"/>
                  </a:lnTo>
                  <a:lnTo>
                    <a:pt x="1061466" y="334492"/>
                  </a:lnTo>
                  <a:lnTo>
                    <a:pt x="1081265" y="334492"/>
                  </a:lnTo>
                  <a:lnTo>
                    <a:pt x="1081265" y="235508"/>
                  </a:lnTo>
                  <a:lnTo>
                    <a:pt x="1081265" y="189318"/>
                  </a:lnTo>
                  <a:lnTo>
                    <a:pt x="1081265" y="90360"/>
                  </a:lnTo>
                  <a:lnTo>
                    <a:pt x="1081265" y="79260"/>
                  </a:lnTo>
                  <a:close/>
                </a:path>
                <a:path w="1443354" h="374650">
                  <a:moveTo>
                    <a:pt x="1193444" y="143129"/>
                  </a:moveTo>
                  <a:lnTo>
                    <a:pt x="1169238" y="143129"/>
                  </a:lnTo>
                  <a:lnTo>
                    <a:pt x="1169238" y="175526"/>
                  </a:lnTo>
                  <a:lnTo>
                    <a:pt x="1169238" y="203708"/>
                  </a:lnTo>
                  <a:lnTo>
                    <a:pt x="1169238" y="242519"/>
                  </a:lnTo>
                  <a:lnTo>
                    <a:pt x="1169238" y="281571"/>
                  </a:lnTo>
                  <a:lnTo>
                    <a:pt x="1163485" y="287324"/>
                  </a:lnTo>
                  <a:lnTo>
                    <a:pt x="1124432" y="287324"/>
                  </a:lnTo>
                  <a:lnTo>
                    <a:pt x="1118679" y="281571"/>
                  </a:lnTo>
                  <a:lnTo>
                    <a:pt x="1118679" y="242519"/>
                  </a:lnTo>
                  <a:lnTo>
                    <a:pt x="1124432" y="236766"/>
                  </a:lnTo>
                  <a:lnTo>
                    <a:pt x="1163485" y="236766"/>
                  </a:lnTo>
                  <a:lnTo>
                    <a:pt x="1169238" y="242519"/>
                  </a:lnTo>
                  <a:lnTo>
                    <a:pt x="1169238" y="203708"/>
                  </a:lnTo>
                  <a:lnTo>
                    <a:pt x="1163485" y="209461"/>
                  </a:lnTo>
                  <a:lnTo>
                    <a:pt x="1124432" y="209461"/>
                  </a:lnTo>
                  <a:lnTo>
                    <a:pt x="1118679" y="203708"/>
                  </a:lnTo>
                  <a:lnTo>
                    <a:pt x="1118679" y="175526"/>
                  </a:lnTo>
                  <a:lnTo>
                    <a:pt x="1124432" y="169773"/>
                  </a:lnTo>
                  <a:lnTo>
                    <a:pt x="1163485" y="169773"/>
                  </a:lnTo>
                  <a:lnTo>
                    <a:pt x="1169238" y="175526"/>
                  </a:lnTo>
                  <a:lnTo>
                    <a:pt x="1169238" y="143129"/>
                  </a:lnTo>
                  <a:lnTo>
                    <a:pt x="1094460" y="143129"/>
                  </a:lnTo>
                  <a:lnTo>
                    <a:pt x="1094460" y="334479"/>
                  </a:lnTo>
                  <a:lnTo>
                    <a:pt x="1193444" y="334479"/>
                  </a:lnTo>
                  <a:lnTo>
                    <a:pt x="1193444" y="287324"/>
                  </a:lnTo>
                  <a:lnTo>
                    <a:pt x="1193444" y="236766"/>
                  </a:lnTo>
                  <a:lnTo>
                    <a:pt x="1193444" y="209461"/>
                  </a:lnTo>
                  <a:lnTo>
                    <a:pt x="1193444" y="169773"/>
                  </a:lnTo>
                  <a:lnTo>
                    <a:pt x="1193444" y="143129"/>
                  </a:lnTo>
                  <a:close/>
                </a:path>
                <a:path w="1443354" h="374650">
                  <a:moveTo>
                    <a:pt x="1206652" y="42951"/>
                  </a:moveTo>
                  <a:lnTo>
                    <a:pt x="1201254" y="37566"/>
                  </a:lnTo>
                  <a:lnTo>
                    <a:pt x="1067689" y="37566"/>
                  </a:lnTo>
                  <a:lnTo>
                    <a:pt x="1093927" y="74752"/>
                  </a:lnTo>
                  <a:lnTo>
                    <a:pt x="1094460" y="77152"/>
                  </a:lnTo>
                  <a:lnTo>
                    <a:pt x="1094460" y="129946"/>
                  </a:lnTo>
                  <a:lnTo>
                    <a:pt x="1206652" y="129946"/>
                  </a:lnTo>
                  <a:lnTo>
                    <a:pt x="1206652" y="42951"/>
                  </a:lnTo>
                  <a:close/>
                </a:path>
                <a:path w="1443354" h="374650">
                  <a:moveTo>
                    <a:pt x="1443075" y="361213"/>
                  </a:moveTo>
                  <a:lnTo>
                    <a:pt x="1441107" y="356069"/>
                  </a:lnTo>
                  <a:lnTo>
                    <a:pt x="1435735" y="351866"/>
                  </a:lnTo>
                  <a:lnTo>
                    <a:pt x="1427784" y="349021"/>
                  </a:lnTo>
                  <a:lnTo>
                    <a:pt x="1418082" y="347967"/>
                  </a:lnTo>
                  <a:lnTo>
                    <a:pt x="24993" y="347967"/>
                  </a:lnTo>
                  <a:lnTo>
                    <a:pt x="15290" y="349021"/>
                  </a:lnTo>
                  <a:lnTo>
                    <a:pt x="7340" y="351866"/>
                  </a:lnTo>
                  <a:lnTo>
                    <a:pt x="1968" y="356069"/>
                  </a:lnTo>
                  <a:lnTo>
                    <a:pt x="0" y="361213"/>
                  </a:lnTo>
                  <a:lnTo>
                    <a:pt x="1968" y="366369"/>
                  </a:lnTo>
                  <a:lnTo>
                    <a:pt x="7340" y="370573"/>
                  </a:lnTo>
                  <a:lnTo>
                    <a:pt x="15290" y="373418"/>
                  </a:lnTo>
                  <a:lnTo>
                    <a:pt x="24993" y="374459"/>
                  </a:lnTo>
                  <a:lnTo>
                    <a:pt x="1418082" y="374459"/>
                  </a:lnTo>
                  <a:lnTo>
                    <a:pt x="1427784" y="373418"/>
                  </a:lnTo>
                  <a:lnTo>
                    <a:pt x="1435735" y="370573"/>
                  </a:lnTo>
                  <a:lnTo>
                    <a:pt x="1441107" y="366369"/>
                  </a:lnTo>
                  <a:lnTo>
                    <a:pt x="1443075" y="361213"/>
                  </a:lnTo>
                  <a:close/>
                </a:path>
              </a:pathLst>
            </a:custGeom>
            <a:solidFill>
              <a:srgbClr val="B8B7D8"/>
            </a:solidFill>
          </p:spPr>
          <p:txBody>
            <a:bodyPr wrap="square" lIns="0" tIns="0" rIns="0" bIns="0" rtlCol="0"/>
            <a:lstStyle/>
            <a:p>
              <a:endParaRPr sz="1616"/>
            </a:p>
          </p:txBody>
        </p:sp>
        <p:pic>
          <p:nvPicPr>
            <p:cNvPr id="40" name="object 31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150450" y="6009624"/>
              <a:ext cx="253707" cy="248723"/>
            </a:xfrm>
            <a:prstGeom prst="rect">
              <a:avLst/>
            </a:prstGeom>
          </p:spPr>
        </p:pic>
      </p:grpSp>
      <p:sp>
        <p:nvSpPr>
          <p:cNvPr id="41" name="object 32"/>
          <p:cNvSpPr/>
          <p:nvPr/>
        </p:nvSpPr>
        <p:spPr>
          <a:xfrm>
            <a:off x="6372419" y="5272274"/>
            <a:ext cx="2479446" cy="0"/>
          </a:xfrm>
          <a:custGeom>
            <a:avLst/>
            <a:gdLst/>
            <a:ahLst/>
            <a:cxnLst/>
            <a:rect l="l" t="t" r="r" b="b"/>
            <a:pathLst>
              <a:path w="3335020">
                <a:moveTo>
                  <a:pt x="0" y="0"/>
                </a:moveTo>
                <a:lnTo>
                  <a:pt x="3334410" y="0"/>
                </a:lnTo>
              </a:path>
            </a:pathLst>
          </a:custGeom>
          <a:ln w="8890">
            <a:solidFill>
              <a:srgbClr val="4C569C"/>
            </a:solidFill>
          </a:ln>
        </p:spPr>
        <p:txBody>
          <a:bodyPr wrap="square" lIns="0" tIns="0" rIns="0" bIns="0" rtlCol="0"/>
          <a:lstStyle/>
          <a:p>
            <a:endParaRPr sz="1616"/>
          </a:p>
        </p:txBody>
      </p:sp>
      <p:grpSp>
        <p:nvGrpSpPr>
          <p:cNvPr id="42" name="object 33"/>
          <p:cNvGrpSpPr/>
          <p:nvPr/>
        </p:nvGrpSpPr>
        <p:grpSpPr>
          <a:xfrm>
            <a:off x="6374609" y="3254042"/>
            <a:ext cx="1027752" cy="540078"/>
            <a:chOff x="581277" y="3904869"/>
            <a:chExt cx="1382395" cy="726440"/>
          </a:xfrm>
        </p:grpSpPr>
        <p:sp>
          <p:nvSpPr>
            <p:cNvPr id="43" name="object 34"/>
            <p:cNvSpPr/>
            <p:nvPr/>
          </p:nvSpPr>
          <p:spPr>
            <a:xfrm>
              <a:off x="644639" y="3904868"/>
              <a:ext cx="1318895" cy="726440"/>
            </a:xfrm>
            <a:custGeom>
              <a:avLst/>
              <a:gdLst/>
              <a:ahLst/>
              <a:cxnLst/>
              <a:rect l="l" t="t" r="r" b="b"/>
              <a:pathLst>
                <a:path w="1318895" h="726439">
                  <a:moveTo>
                    <a:pt x="1318615" y="687819"/>
                  </a:moveTo>
                  <a:lnTo>
                    <a:pt x="1312710" y="642835"/>
                  </a:lnTo>
                  <a:lnTo>
                    <a:pt x="1296060" y="602399"/>
                  </a:lnTo>
                  <a:lnTo>
                    <a:pt x="1270215" y="568147"/>
                  </a:lnTo>
                  <a:lnTo>
                    <a:pt x="1236776" y="541680"/>
                  </a:lnTo>
                  <a:lnTo>
                    <a:pt x="1197305" y="524624"/>
                  </a:lnTo>
                  <a:lnTo>
                    <a:pt x="1153388" y="518566"/>
                  </a:lnTo>
                  <a:lnTo>
                    <a:pt x="1146200" y="518566"/>
                  </a:lnTo>
                  <a:lnTo>
                    <a:pt x="1139164" y="519201"/>
                  </a:lnTo>
                  <a:lnTo>
                    <a:pt x="1132217" y="520103"/>
                  </a:lnTo>
                  <a:lnTo>
                    <a:pt x="1150378" y="488530"/>
                  </a:lnTo>
                  <a:lnTo>
                    <a:pt x="1163243" y="453859"/>
                  </a:lnTo>
                  <a:lnTo>
                    <a:pt x="1170228" y="416648"/>
                  </a:lnTo>
                  <a:lnTo>
                    <a:pt x="1170787" y="377469"/>
                  </a:lnTo>
                  <a:lnTo>
                    <a:pt x="1162710" y="332193"/>
                  </a:lnTo>
                  <a:lnTo>
                    <a:pt x="1145895" y="290601"/>
                  </a:lnTo>
                  <a:lnTo>
                    <a:pt x="1121422" y="253771"/>
                  </a:lnTo>
                  <a:lnTo>
                    <a:pt x="1090345" y="222770"/>
                  </a:lnTo>
                  <a:lnTo>
                    <a:pt x="1053757" y="198666"/>
                  </a:lnTo>
                  <a:lnTo>
                    <a:pt x="1012723" y="182524"/>
                  </a:lnTo>
                  <a:lnTo>
                    <a:pt x="968311" y="175387"/>
                  </a:lnTo>
                  <a:lnTo>
                    <a:pt x="949274" y="175310"/>
                  </a:lnTo>
                  <a:lnTo>
                    <a:pt x="930668" y="176898"/>
                  </a:lnTo>
                  <a:lnTo>
                    <a:pt x="912545" y="180073"/>
                  </a:lnTo>
                  <a:lnTo>
                    <a:pt x="894981" y="184759"/>
                  </a:lnTo>
                  <a:lnTo>
                    <a:pt x="868311" y="143179"/>
                  </a:lnTo>
                  <a:lnTo>
                    <a:pt x="836498" y="105829"/>
                  </a:lnTo>
                  <a:lnTo>
                    <a:pt x="800049" y="73228"/>
                  </a:lnTo>
                  <a:lnTo>
                    <a:pt x="759460" y="45910"/>
                  </a:lnTo>
                  <a:lnTo>
                    <a:pt x="715264" y="24409"/>
                  </a:lnTo>
                  <a:lnTo>
                    <a:pt x="667956" y="9232"/>
                  </a:lnTo>
                  <a:lnTo>
                    <a:pt x="618045" y="927"/>
                  </a:lnTo>
                  <a:lnTo>
                    <a:pt x="566064" y="0"/>
                  </a:lnTo>
                  <a:lnTo>
                    <a:pt x="518706" y="5981"/>
                  </a:lnTo>
                  <a:lnTo>
                    <a:pt x="473392" y="18237"/>
                  </a:lnTo>
                  <a:lnTo>
                    <a:pt x="430593" y="36322"/>
                  </a:lnTo>
                  <a:lnTo>
                    <a:pt x="390753" y="59766"/>
                  </a:lnTo>
                  <a:lnTo>
                    <a:pt x="354304" y="88125"/>
                  </a:lnTo>
                  <a:lnTo>
                    <a:pt x="321703" y="120954"/>
                  </a:lnTo>
                  <a:lnTo>
                    <a:pt x="293420" y="157810"/>
                  </a:lnTo>
                  <a:lnTo>
                    <a:pt x="269875" y="198221"/>
                  </a:lnTo>
                  <a:lnTo>
                    <a:pt x="255346" y="232714"/>
                  </a:lnTo>
                  <a:lnTo>
                    <a:pt x="251929" y="231457"/>
                  </a:lnTo>
                  <a:lnTo>
                    <a:pt x="204939" y="225907"/>
                  </a:lnTo>
                  <a:lnTo>
                    <a:pt x="157949" y="231457"/>
                  </a:lnTo>
                  <a:lnTo>
                    <a:pt x="114808" y="247256"/>
                  </a:lnTo>
                  <a:lnTo>
                    <a:pt x="76758" y="272046"/>
                  </a:lnTo>
                  <a:lnTo>
                    <a:pt x="45021" y="304558"/>
                  </a:lnTo>
                  <a:lnTo>
                    <a:pt x="20828" y="343535"/>
                  </a:lnTo>
                  <a:lnTo>
                    <a:pt x="5410" y="387731"/>
                  </a:lnTo>
                  <a:lnTo>
                    <a:pt x="0" y="435864"/>
                  </a:lnTo>
                  <a:lnTo>
                    <a:pt x="5410" y="484009"/>
                  </a:lnTo>
                  <a:lnTo>
                    <a:pt x="20828" y="528193"/>
                  </a:lnTo>
                  <a:lnTo>
                    <a:pt x="45021" y="567182"/>
                  </a:lnTo>
                  <a:lnTo>
                    <a:pt x="76758" y="599694"/>
                  </a:lnTo>
                  <a:lnTo>
                    <a:pt x="114808" y="624471"/>
                  </a:lnTo>
                  <a:lnTo>
                    <a:pt x="157949" y="640270"/>
                  </a:lnTo>
                  <a:lnTo>
                    <a:pt x="204939" y="645807"/>
                  </a:lnTo>
                  <a:lnTo>
                    <a:pt x="251929" y="640270"/>
                  </a:lnTo>
                  <a:lnTo>
                    <a:pt x="266738" y="634847"/>
                  </a:lnTo>
                  <a:lnTo>
                    <a:pt x="277431" y="652068"/>
                  </a:lnTo>
                  <a:lnTo>
                    <a:pt x="307213" y="682574"/>
                  </a:lnTo>
                  <a:lnTo>
                    <a:pt x="342925" y="705827"/>
                  </a:lnTo>
                  <a:lnTo>
                    <a:pt x="383400" y="720648"/>
                  </a:lnTo>
                  <a:lnTo>
                    <a:pt x="427494" y="725855"/>
                  </a:lnTo>
                  <a:lnTo>
                    <a:pt x="471576" y="720648"/>
                  </a:lnTo>
                  <a:lnTo>
                    <a:pt x="492544" y="712978"/>
                  </a:lnTo>
                  <a:lnTo>
                    <a:pt x="494982" y="713803"/>
                  </a:lnTo>
                  <a:lnTo>
                    <a:pt x="539534" y="722782"/>
                  </a:lnTo>
                  <a:lnTo>
                    <a:pt x="585901" y="725855"/>
                  </a:lnTo>
                  <a:lnTo>
                    <a:pt x="1280718" y="725855"/>
                  </a:lnTo>
                  <a:lnTo>
                    <a:pt x="1295273" y="722934"/>
                  </a:lnTo>
                  <a:lnTo>
                    <a:pt x="1307325" y="714908"/>
                  </a:lnTo>
                  <a:lnTo>
                    <a:pt x="1315542" y="702957"/>
                  </a:lnTo>
                  <a:lnTo>
                    <a:pt x="1318615" y="687819"/>
                  </a:lnTo>
                  <a:close/>
                </a:path>
              </a:pathLst>
            </a:custGeom>
            <a:solidFill>
              <a:srgbClr val="F5F4F9"/>
            </a:solidFill>
          </p:spPr>
          <p:txBody>
            <a:bodyPr wrap="square" lIns="0" tIns="0" rIns="0" bIns="0" rtlCol="0"/>
            <a:lstStyle/>
            <a:p>
              <a:endParaRPr sz="1616"/>
            </a:p>
          </p:txBody>
        </p:sp>
        <p:pic>
          <p:nvPicPr>
            <p:cNvPr id="44" name="object 35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81277" y="4488903"/>
              <a:ext cx="106616" cy="104292"/>
            </a:xfrm>
            <a:prstGeom prst="rect">
              <a:avLst/>
            </a:prstGeom>
          </p:spPr>
        </p:pic>
      </p:grpSp>
      <p:sp>
        <p:nvSpPr>
          <p:cNvPr id="45" name="object 36"/>
          <p:cNvSpPr/>
          <p:nvPr/>
        </p:nvSpPr>
        <p:spPr>
          <a:xfrm>
            <a:off x="7931850" y="4473152"/>
            <a:ext cx="0" cy="32574"/>
          </a:xfrm>
          <a:custGeom>
            <a:avLst/>
            <a:gdLst/>
            <a:ahLst/>
            <a:cxnLst/>
            <a:rect l="l" t="t" r="r" b="b"/>
            <a:pathLst>
              <a:path h="43814">
                <a:moveTo>
                  <a:pt x="0" y="0"/>
                </a:moveTo>
                <a:lnTo>
                  <a:pt x="0" y="43599"/>
                </a:lnTo>
              </a:path>
            </a:pathLst>
          </a:custGeom>
          <a:ln w="43726">
            <a:solidFill>
              <a:srgbClr val="7274AF"/>
            </a:solidFill>
            <a:prstDash val="dot"/>
          </a:ln>
        </p:spPr>
        <p:txBody>
          <a:bodyPr wrap="square" lIns="0" tIns="0" rIns="0" bIns="0" rtlCol="0"/>
          <a:lstStyle/>
          <a:p>
            <a:endParaRPr sz="1616"/>
          </a:p>
        </p:txBody>
      </p:sp>
      <p:sp>
        <p:nvSpPr>
          <p:cNvPr id="46" name="object 37"/>
          <p:cNvSpPr/>
          <p:nvPr/>
        </p:nvSpPr>
        <p:spPr>
          <a:xfrm>
            <a:off x="7915596" y="4392077"/>
            <a:ext cx="32574" cy="32574"/>
          </a:xfrm>
          <a:custGeom>
            <a:avLst/>
            <a:gdLst/>
            <a:ahLst/>
            <a:cxnLst/>
            <a:rect l="l" t="t" r="r" b="b"/>
            <a:pathLst>
              <a:path w="43814" h="43814">
                <a:moveTo>
                  <a:pt x="0" y="21863"/>
                </a:moveTo>
                <a:lnTo>
                  <a:pt x="6403" y="6403"/>
                </a:lnTo>
                <a:lnTo>
                  <a:pt x="21863" y="0"/>
                </a:lnTo>
                <a:lnTo>
                  <a:pt x="37322" y="6403"/>
                </a:lnTo>
                <a:lnTo>
                  <a:pt x="43726" y="21863"/>
                </a:lnTo>
                <a:lnTo>
                  <a:pt x="37322" y="37322"/>
                </a:lnTo>
                <a:lnTo>
                  <a:pt x="21863" y="43726"/>
                </a:lnTo>
                <a:lnTo>
                  <a:pt x="6403" y="37322"/>
                </a:lnTo>
                <a:lnTo>
                  <a:pt x="0" y="21863"/>
                </a:lnTo>
                <a:close/>
              </a:path>
            </a:pathLst>
          </a:custGeom>
          <a:solidFill>
            <a:srgbClr val="7274AF"/>
          </a:solidFill>
        </p:spPr>
        <p:txBody>
          <a:bodyPr wrap="square" lIns="0" tIns="0" rIns="0" bIns="0" rtlCol="0"/>
          <a:lstStyle/>
          <a:p>
            <a:endParaRPr sz="1616"/>
          </a:p>
        </p:txBody>
      </p:sp>
      <p:sp>
        <p:nvSpPr>
          <p:cNvPr id="47" name="object 38"/>
          <p:cNvSpPr/>
          <p:nvPr/>
        </p:nvSpPr>
        <p:spPr>
          <a:xfrm>
            <a:off x="7915596" y="4521722"/>
            <a:ext cx="32574" cy="32574"/>
          </a:xfrm>
          <a:custGeom>
            <a:avLst/>
            <a:gdLst/>
            <a:ahLst/>
            <a:cxnLst/>
            <a:rect l="l" t="t" r="r" b="b"/>
            <a:pathLst>
              <a:path w="43814" h="43814">
                <a:moveTo>
                  <a:pt x="0" y="21863"/>
                </a:moveTo>
                <a:lnTo>
                  <a:pt x="6403" y="6403"/>
                </a:lnTo>
                <a:lnTo>
                  <a:pt x="21863" y="0"/>
                </a:lnTo>
                <a:lnTo>
                  <a:pt x="37322" y="6403"/>
                </a:lnTo>
                <a:lnTo>
                  <a:pt x="43726" y="21863"/>
                </a:lnTo>
                <a:lnTo>
                  <a:pt x="37322" y="37322"/>
                </a:lnTo>
                <a:lnTo>
                  <a:pt x="21863" y="43726"/>
                </a:lnTo>
                <a:lnTo>
                  <a:pt x="6403" y="37322"/>
                </a:lnTo>
                <a:lnTo>
                  <a:pt x="0" y="21863"/>
                </a:lnTo>
                <a:close/>
              </a:path>
            </a:pathLst>
          </a:custGeom>
          <a:solidFill>
            <a:srgbClr val="7274AF"/>
          </a:solidFill>
        </p:spPr>
        <p:txBody>
          <a:bodyPr wrap="square" lIns="0" tIns="0" rIns="0" bIns="0" rtlCol="0"/>
          <a:lstStyle/>
          <a:p>
            <a:endParaRPr sz="1616"/>
          </a:p>
        </p:txBody>
      </p:sp>
      <p:sp>
        <p:nvSpPr>
          <p:cNvPr id="48" name="object 39"/>
          <p:cNvSpPr/>
          <p:nvPr/>
        </p:nvSpPr>
        <p:spPr>
          <a:xfrm>
            <a:off x="8873884" y="4170168"/>
            <a:ext cx="0" cy="337548"/>
          </a:xfrm>
          <a:custGeom>
            <a:avLst/>
            <a:gdLst/>
            <a:ahLst/>
            <a:cxnLst/>
            <a:rect l="l" t="t" r="r" b="b"/>
            <a:pathLst>
              <a:path h="454025">
                <a:moveTo>
                  <a:pt x="0" y="0"/>
                </a:moveTo>
                <a:lnTo>
                  <a:pt x="0" y="453491"/>
                </a:lnTo>
              </a:path>
            </a:pathLst>
          </a:custGeom>
          <a:ln w="43726">
            <a:solidFill>
              <a:srgbClr val="B8B7D8"/>
            </a:solidFill>
            <a:prstDash val="dot"/>
          </a:ln>
        </p:spPr>
        <p:txBody>
          <a:bodyPr wrap="square" lIns="0" tIns="0" rIns="0" bIns="0" rtlCol="0"/>
          <a:lstStyle/>
          <a:p>
            <a:endParaRPr sz="1616"/>
          </a:p>
        </p:txBody>
      </p:sp>
      <p:sp>
        <p:nvSpPr>
          <p:cNvPr id="49" name="object 40"/>
          <p:cNvSpPr/>
          <p:nvPr/>
        </p:nvSpPr>
        <p:spPr>
          <a:xfrm>
            <a:off x="8857630" y="4092614"/>
            <a:ext cx="32574" cy="32574"/>
          </a:xfrm>
          <a:custGeom>
            <a:avLst/>
            <a:gdLst/>
            <a:ahLst/>
            <a:cxnLst/>
            <a:rect l="l" t="t" r="r" b="b"/>
            <a:pathLst>
              <a:path w="43814" h="43814">
                <a:moveTo>
                  <a:pt x="0" y="21863"/>
                </a:moveTo>
                <a:lnTo>
                  <a:pt x="6403" y="6403"/>
                </a:lnTo>
                <a:lnTo>
                  <a:pt x="21863" y="0"/>
                </a:lnTo>
                <a:lnTo>
                  <a:pt x="37322" y="6403"/>
                </a:lnTo>
                <a:lnTo>
                  <a:pt x="43726" y="21863"/>
                </a:lnTo>
                <a:lnTo>
                  <a:pt x="37322" y="37322"/>
                </a:lnTo>
                <a:lnTo>
                  <a:pt x="21863" y="43726"/>
                </a:lnTo>
                <a:lnTo>
                  <a:pt x="6403" y="37322"/>
                </a:lnTo>
                <a:lnTo>
                  <a:pt x="0" y="21863"/>
                </a:lnTo>
                <a:close/>
              </a:path>
            </a:pathLst>
          </a:custGeom>
          <a:solidFill>
            <a:srgbClr val="B8B7D8"/>
          </a:solidFill>
        </p:spPr>
        <p:txBody>
          <a:bodyPr wrap="square" lIns="0" tIns="0" rIns="0" bIns="0" rtlCol="0"/>
          <a:lstStyle/>
          <a:p>
            <a:endParaRPr sz="1616"/>
          </a:p>
        </p:txBody>
      </p:sp>
      <p:sp>
        <p:nvSpPr>
          <p:cNvPr id="50" name="object 41"/>
          <p:cNvSpPr/>
          <p:nvPr/>
        </p:nvSpPr>
        <p:spPr>
          <a:xfrm>
            <a:off x="8857630" y="4521721"/>
            <a:ext cx="32574" cy="32574"/>
          </a:xfrm>
          <a:custGeom>
            <a:avLst/>
            <a:gdLst/>
            <a:ahLst/>
            <a:cxnLst/>
            <a:rect l="l" t="t" r="r" b="b"/>
            <a:pathLst>
              <a:path w="43814" h="43814">
                <a:moveTo>
                  <a:pt x="0" y="21863"/>
                </a:moveTo>
                <a:lnTo>
                  <a:pt x="6403" y="6403"/>
                </a:lnTo>
                <a:lnTo>
                  <a:pt x="21863" y="0"/>
                </a:lnTo>
                <a:lnTo>
                  <a:pt x="37322" y="6403"/>
                </a:lnTo>
                <a:lnTo>
                  <a:pt x="43726" y="21863"/>
                </a:lnTo>
                <a:lnTo>
                  <a:pt x="37322" y="37322"/>
                </a:lnTo>
                <a:lnTo>
                  <a:pt x="21863" y="43726"/>
                </a:lnTo>
                <a:lnTo>
                  <a:pt x="6403" y="37322"/>
                </a:lnTo>
                <a:lnTo>
                  <a:pt x="0" y="21863"/>
                </a:lnTo>
                <a:close/>
              </a:path>
            </a:pathLst>
          </a:custGeom>
          <a:solidFill>
            <a:srgbClr val="B8B7D8"/>
          </a:solidFill>
        </p:spPr>
        <p:txBody>
          <a:bodyPr wrap="square" lIns="0" tIns="0" rIns="0" bIns="0" rtlCol="0"/>
          <a:lstStyle/>
          <a:p>
            <a:endParaRPr sz="1616"/>
          </a:p>
        </p:txBody>
      </p:sp>
      <p:sp>
        <p:nvSpPr>
          <p:cNvPr id="51" name="object 42"/>
          <p:cNvSpPr/>
          <p:nvPr/>
        </p:nvSpPr>
        <p:spPr>
          <a:xfrm>
            <a:off x="7759773" y="5796964"/>
            <a:ext cx="407418" cy="192615"/>
          </a:xfrm>
          <a:custGeom>
            <a:avLst/>
            <a:gdLst/>
            <a:ahLst/>
            <a:cxnLst/>
            <a:rect l="l" t="t" r="r" b="b"/>
            <a:pathLst>
              <a:path w="548005" h="259079">
                <a:moveTo>
                  <a:pt x="273938" y="0"/>
                </a:moveTo>
                <a:lnTo>
                  <a:pt x="211126" y="3417"/>
                </a:lnTo>
                <a:lnTo>
                  <a:pt x="153466" y="13153"/>
                </a:lnTo>
                <a:lnTo>
                  <a:pt x="102602" y="28429"/>
                </a:lnTo>
                <a:lnTo>
                  <a:pt x="60180" y="48470"/>
                </a:lnTo>
                <a:lnTo>
                  <a:pt x="27842" y="72499"/>
                </a:lnTo>
                <a:lnTo>
                  <a:pt x="0" y="129413"/>
                </a:lnTo>
                <a:lnTo>
                  <a:pt x="7234" y="159087"/>
                </a:lnTo>
                <a:lnTo>
                  <a:pt x="60180" y="210355"/>
                </a:lnTo>
                <a:lnTo>
                  <a:pt x="102602" y="230396"/>
                </a:lnTo>
                <a:lnTo>
                  <a:pt x="153466" y="245672"/>
                </a:lnTo>
                <a:lnTo>
                  <a:pt x="211126" y="255408"/>
                </a:lnTo>
                <a:lnTo>
                  <a:pt x="273938" y="258826"/>
                </a:lnTo>
                <a:lnTo>
                  <a:pt x="336751" y="255408"/>
                </a:lnTo>
                <a:lnTo>
                  <a:pt x="394411" y="245672"/>
                </a:lnTo>
                <a:lnTo>
                  <a:pt x="445275" y="230396"/>
                </a:lnTo>
                <a:lnTo>
                  <a:pt x="487697" y="210355"/>
                </a:lnTo>
                <a:lnTo>
                  <a:pt x="520035" y="186326"/>
                </a:lnTo>
                <a:lnTo>
                  <a:pt x="547877" y="129413"/>
                </a:lnTo>
                <a:lnTo>
                  <a:pt x="540643" y="99738"/>
                </a:lnTo>
                <a:lnTo>
                  <a:pt x="487697" y="48470"/>
                </a:lnTo>
                <a:lnTo>
                  <a:pt x="445275" y="28429"/>
                </a:lnTo>
                <a:lnTo>
                  <a:pt x="394411" y="13153"/>
                </a:lnTo>
                <a:lnTo>
                  <a:pt x="336751" y="3417"/>
                </a:lnTo>
                <a:lnTo>
                  <a:pt x="273938" y="0"/>
                </a:lnTo>
                <a:close/>
              </a:path>
            </a:pathLst>
          </a:custGeom>
          <a:solidFill>
            <a:srgbClr val="F1F0F7"/>
          </a:solidFill>
        </p:spPr>
        <p:txBody>
          <a:bodyPr wrap="square" lIns="0" tIns="0" rIns="0" bIns="0" rtlCol="0"/>
          <a:lstStyle/>
          <a:p>
            <a:endParaRPr sz="1616"/>
          </a:p>
        </p:txBody>
      </p:sp>
      <p:grpSp>
        <p:nvGrpSpPr>
          <p:cNvPr id="52" name="object 43"/>
          <p:cNvGrpSpPr/>
          <p:nvPr/>
        </p:nvGrpSpPr>
        <p:grpSpPr>
          <a:xfrm>
            <a:off x="7988131" y="4911484"/>
            <a:ext cx="110470" cy="486259"/>
            <a:chOff x="2751570" y="6134239"/>
            <a:chExt cx="148590" cy="654050"/>
          </a:xfrm>
        </p:grpSpPr>
        <p:pic>
          <p:nvPicPr>
            <p:cNvPr id="53" name="object 44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2817122" y="6658026"/>
              <a:ext cx="82673" cy="129943"/>
            </a:xfrm>
            <a:prstGeom prst="rect">
              <a:avLst/>
            </a:prstGeom>
          </p:spPr>
        </p:pic>
        <p:sp>
          <p:nvSpPr>
            <p:cNvPr id="54" name="object 45"/>
            <p:cNvSpPr/>
            <p:nvPr/>
          </p:nvSpPr>
          <p:spPr>
            <a:xfrm>
              <a:off x="2751570" y="6134239"/>
              <a:ext cx="148590" cy="562610"/>
            </a:xfrm>
            <a:custGeom>
              <a:avLst/>
              <a:gdLst/>
              <a:ahLst/>
              <a:cxnLst/>
              <a:rect l="l" t="t" r="r" b="b"/>
              <a:pathLst>
                <a:path w="148589" h="562609">
                  <a:moveTo>
                    <a:pt x="64607" y="0"/>
                  </a:moveTo>
                  <a:lnTo>
                    <a:pt x="44883" y="4351"/>
                  </a:lnTo>
                  <a:lnTo>
                    <a:pt x="23088" y="19558"/>
                  </a:lnTo>
                  <a:lnTo>
                    <a:pt x="4907" y="45361"/>
                  </a:lnTo>
                  <a:lnTo>
                    <a:pt x="0" y="77608"/>
                  </a:lnTo>
                  <a:lnTo>
                    <a:pt x="9045" y="115290"/>
                  </a:lnTo>
                  <a:lnTo>
                    <a:pt x="24289" y="162797"/>
                  </a:lnTo>
                  <a:lnTo>
                    <a:pt x="37977" y="224519"/>
                  </a:lnTo>
                  <a:lnTo>
                    <a:pt x="46296" y="282042"/>
                  </a:lnTo>
                  <a:lnTo>
                    <a:pt x="52802" y="333371"/>
                  </a:lnTo>
                  <a:lnTo>
                    <a:pt x="60855" y="407446"/>
                  </a:lnTo>
                  <a:lnTo>
                    <a:pt x="73817" y="533206"/>
                  </a:lnTo>
                  <a:lnTo>
                    <a:pt x="98233" y="554944"/>
                  </a:lnTo>
                  <a:lnTo>
                    <a:pt x="114123" y="562476"/>
                  </a:lnTo>
                  <a:lnTo>
                    <a:pt x="128467" y="556058"/>
                  </a:lnTo>
                  <a:lnTo>
                    <a:pt x="148239" y="535949"/>
                  </a:lnTo>
                  <a:lnTo>
                    <a:pt x="138588" y="402618"/>
                  </a:lnTo>
                  <a:lnTo>
                    <a:pt x="129631" y="288279"/>
                  </a:lnTo>
                  <a:lnTo>
                    <a:pt x="120680" y="188667"/>
                  </a:lnTo>
                  <a:lnTo>
                    <a:pt x="113783" y="125360"/>
                  </a:lnTo>
                  <a:lnTo>
                    <a:pt x="106889" y="85310"/>
                  </a:lnTo>
                  <a:lnTo>
                    <a:pt x="76573" y="6765"/>
                  </a:lnTo>
                  <a:lnTo>
                    <a:pt x="64607" y="0"/>
                  </a:lnTo>
                  <a:close/>
                </a:path>
              </a:pathLst>
            </a:custGeom>
            <a:solidFill>
              <a:srgbClr val="CECCE4"/>
            </a:solidFill>
          </p:spPr>
          <p:txBody>
            <a:bodyPr wrap="square" lIns="0" tIns="0" rIns="0" bIns="0" rtlCol="0"/>
            <a:lstStyle/>
            <a:p>
              <a:endParaRPr sz="1616"/>
            </a:p>
          </p:txBody>
        </p:sp>
      </p:grpSp>
      <p:pic>
        <p:nvPicPr>
          <p:cNvPr id="55" name="object 46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7800483" y="5805133"/>
            <a:ext cx="129473" cy="138690"/>
          </a:xfrm>
          <a:prstGeom prst="rect">
            <a:avLst/>
          </a:prstGeom>
        </p:spPr>
      </p:pic>
      <p:grpSp>
        <p:nvGrpSpPr>
          <p:cNvPr id="56" name="object 47"/>
          <p:cNvGrpSpPr/>
          <p:nvPr/>
        </p:nvGrpSpPr>
        <p:grpSpPr>
          <a:xfrm>
            <a:off x="7723375" y="4593080"/>
            <a:ext cx="378148" cy="1296847"/>
            <a:chOff x="2395456" y="5705964"/>
            <a:chExt cx="508634" cy="1744345"/>
          </a:xfrm>
        </p:grpSpPr>
        <p:pic>
          <p:nvPicPr>
            <p:cNvPr id="57" name="object 48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2729111" y="7273457"/>
              <a:ext cx="174853" cy="176745"/>
            </a:xfrm>
            <a:prstGeom prst="rect">
              <a:avLst/>
            </a:prstGeom>
          </p:spPr>
        </p:pic>
        <p:sp>
          <p:nvSpPr>
            <p:cNvPr id="58" name="object 49"/>
            <p:cNvSpPr/>
            <p:nvPr/>
          </p:nvSpPr>
          <p:spPr>
            <a:xfrm>
              <a:off x="2698647" y="6621406"/>
              <a:ext cx="143510" cy="709295"/>
            </a:xfrm>
            <a:custGeom>
              <a:avLst/>
              <a:gdLst/>
              <a:ahLst/>
              <a:cxnLst/>
              <a:rect l="l" t="t" r="r" b="b"/>
              <a:pathLst>
                <a:path w="143510" h="709295">
                  <a:moveTo>
                    <a:pt x="109286" y="0"/>
                  </a:moveTo>
                  <a:lnTo>
                    <a:pt x="63380" y="11239"/>
                  </a:lnTo>
                  <a:lnTo>
                    <a:pt x="21611" y="36431"/>
                  </a:lnTo>
                  <a:lnTo>
                    <a:pt x="0" y="76354"/>
                  </a:lnTo>
                  <a:lnTo>
                    <a:pt x="6680" y="106105"/>
                  </a:lnTo>
                  <a:lnTo>
                    <a:pt x="11763" y="149351"/>
                  </a:lnTo>
                  <a:lnTo>
                    <a:pt x="15544" y="203220"/>
                  </a:lnTo>
                  <a:lnTo>
                    <a:pt x="18319" y="264842"/>
                  </a:lnTo>
                  <a:lnTo>
                    <a:pt x="20387" y="331345"/>
                  </a:lnTo>
                  <a:lnTo>
                    <a:pt x="23585" y="467510"/>
                  </a:lnTo>
                  <a:lnTo>
                    <a:pt x="25308" y="531429"/>
                  </a:lnTo>
                  <a:lnTo>
                    <a:pt x="27510" y="588746"/>
                  </a:lnTo>
                  <a:lnTo>
                    <a:pt x="30487" y="636589"/>
                  </a:lnTo>
                  <a:lnTo>
                    <a:pt x="39954" y="692367"/>
                  </a:lnTo>
                  <a:lnTo>
                    <a:pt x="63817" y="708814"/>
                  </a:lnTo>
                  <a:lnTo>
                    <a:pt x="92325" y="708207"/>
                  </a:lnTo>
                  <a:lnTo>
                    <a:pt x="128142" y="678575"/>
                  </a:lnTo>
                  <a:lnTo>
                    <a:pt x="133037" y="610638"/>
                  </a:lnTo>
                  <a:lnTo>
                    <a:pt x="136248" y="517509"/>
                  </a:lnTo>
                  <a:lnTo>
                    <a:pt x="139197" y="335752"/>
                  </a:lnTo>
                  <a:lnTo>
                    <a:pt x="143306" y="1932"/>
                  </a:lnTo>
                  <a:lnTo>
                    <a:pt x="109286" y="0"/>
                  </a:lnTo>
                  <a:close/>
                </a:path>
              </a:pathLst>
            </a:custGeom>
            <a:solidFill>
              <a:srgbClr val="495056"/>
            </a:solidFill>
          </p:spPr>
          <p:txBody>
            <a:bodyPr wrap="square" lIns="0" tIns="0" rIns="0" bIns="0" rtlCol="0"/>
            <a:lstStyle/>
            <a:p>
              <a:endParaRPr sz="1616"/>
            </a:p>
          </p:txBody>
        </p:sp>
        <p:sp>
          <p:nvSpPr>
            <p:cNvPr id="59" name="object 50"/>
            <p:cNvSpPr/>
            <p:nvPr/>
          </p:nvSpPr>
          <p:spPr>
            <a:xfrm>
              <a:off x="2495399" y="6590878"/>
              <a:ext cx="341630" cy="798830"/>
            </a:xfrm>
            <a:custGeom>
              <a:avLst/>
              <a:gdLst/>
              <a:ahLst/>
              <a:cxnLst/>
              <a:rect l="l" t="t" r="r" b="b"/>
              <a:pathLst>
                <a:path w="341630" h="798829">
                  <a:moveTo>
                    <a:pt x="100750" y="0"/>
                  </a:moveTo>
                  <a:lnTo>
                    <a:pt x="55035" y="2665"/>
                  </a:lnTo>
                  <a:lnTo>
                    <a:pt x="7542" y="29708"/>
                  </a:lnTo>
                  <a:lnTo>
                    <a:pt x="3845" y="78348"/>
                  </a:lnTo>
                  <a:lnTo>
                    <a:pt x="2499" y="117149"/>
                  </a:lnTo>
                  <a:lnTo>
                    <a:pt x="1461" y="163682"/>
                  </a:lnTo>
                  <a:lnTo>
                    <a:pt x="711" y="216508"/>
                  </a:lnTo>
                  <a:lnTo>
                    <a:pt x="231" y="274185"/>
                  </a:lnTo>
                  <a:lnTo>
                    <a:pt x="0" y="398330"/>
                  </a:lnTo>
                  <a:lnTo>
                    <a:pt x="609" y="524593"/>
                  </a:lnTo>
                  <a:lnTo>
                    <a:pt x="1904" y="641447"/>
                  </a:lnTo>
                  <a:lnTo>
                    <a:pt x="3726" y="737368"/>
                  </a:lnTo>
                  <a:lnTo>
                    <a:pt x="4786" y="773877"/>
                  </a:lnTo>
                  <a:lnTo>
                    <a:pt x="45658" y="798678"/>
                  </a:lnTo>
                  <a:lnTo>
                    <a:pt x="79551" y="798675"/>
                  </a:lnTo>
                  <a:lnTo>
                    <a:pt x="115034" y="773877"/>
                  </a:lnTo>
                  <a:lnTo>
                    <a:pt x="118314" y="712767"/>
                  </a:lnTo>
                  <a:lnTo>
                    <a:pt x="119501" y="653483"/>
                  </a:lnTo>
                  <a:lnTo>
                    <a:pt x="122798" y="447916"/>
                  </a:lnTo>
                  <a:lnTo>
                    <a:pt x="124241" y="394382"/>
                  </a:lnTo>
                  <a:lnTo>
                    <a:pt x="132140" y="316054"/>
                  </a:lnTo>
                  <a:lnTo>
                    <a:pt x="145702" y="271906"/>
                  </a:lnTo>
                  <a:lnTo>
                    <a:pt x="172184" y="231373"/>
                  </a:lnTo>
                  <a:lnTo>
                    <a:pt x="273239" y="155852"/>
                  </a:lnTo>
                  <a:lnTo>
                    <a:pt x="311129" y="111162"/>
                  </a:lnTo>
                  <a:lnTo>
                    <a:pt x="332969" y="73973"/>
                  </a:lnTo>
                  <a:lnTo>
                    <a:pt x="341044" y="54511"/>
                  </a:lnTo>
                  <a:lnTo>
                    <a:pt x="332151" y="43498"/>
                  </a:lnTo>
                  <a:lnTo>
                    <a:pt x="303567" y="31532"/>
                  </a:lnTo>
                  <a:lnTo>
                    <a:pt x="260713" y="19906"/>
                  </a:lnTo>
                  <a:lnTo>
                    <a:pt x="209011" y="9913"/>
                  </a:lnTo>
                  <a:lnTo>
                    <a:pt x="153883" y="2847"/>
                  </a:lnTo>
                  <a:lnTo>
                    <a:pt x="100750" y="0"/>
                  </a:lnTo>
                  <a:close/>
                </a:path>
              </a:pathLst>
            </a:custGeom>
            <a:solidFill>
              <a:srgbClr val="5F6269"/>
            </a:solidFill>
          </p:spPr>
          <p:txBody>
            <a:bodyPr wrap="square" lIns="0" tIns="0" rIns="0" bIns="0" rtlCol="0"/>
            <a:lstStyle/>
            <a:p>
              <a:endParaRPr sz="1616"/>
            </a:p>
          </p:txBody>
        </p:sp>
        <p:pic>
          <p:nvPicPr>
            <p:cNvPr id="60" name="object 51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2398127" y="6714985"/>
              <a:ext cx="80676" cy="154276"/>
            </a:xfrm>
            <a:prstGeom prst="rect">
              <a:avLst/>
            </a:prstGeom>
          </p:spPr>
        </p:pic>
        <p:sp>
          <p:nvSpPr>
            <p:cNvPr id="61" name="object 52"/>
            <p:cNvSpPr/>
            <p:nvPr/>
          </p:nvSpPr>
          <p:spPr>
            <a:xfrm>
              <a:off x="2458160" y="6079673"/>
              <a:ext cx="394970" cy="668655"/>
            </a:xfrm>
            <a:custGeom>
              <a:avLst/>
              <a:gdLst/>
              <a:ahLst/>
              <a:cxnLst/>
              <a:rect l="l" t="t" r="r" b="b"/>
              <a:pathLst>
                <a:path w="394969" h="668654">
                  <a:moveTo>
                    <a:pt x="270103" y="0"/>
                  </a:moveTo>
                  <a:lnTo>
                    <a:pt x="228678" y="3443"/>
                  </a:lnTo>
                  <a:lnTo>
                    <a:pt x="157800" y="17222"/>
                  </a:lnTo>
                  <a:lnTo>
                    <a:pt x="81094" y="68695"/>
                  </a:lnTo>
                  <a:lnTo>
                    <a:pt x="40308" y="98199"/>
                  </a:lnTo>
                  <a:lnTo>
                    <a:pt x="11712" y="135751"/>
                  </a:lnTo>
                  <a:lnTo>
                    <a:pt x="0" y="212229"/>
                  </a:lnTo>
                  <a:lnTo>
                    <a:pt x="3961" y="262098"/>
                  </a:lnTo>
                  <a:lnTo>
                    <a:pt x="17224" y="309386"/>
                  </a:lnTo>
                  <a:lnTo>
                    <a:pt x="26487" y="349476"/>
                  </a:lnTo>
                  <a:lnTo>
                    <a:pt x="30698" y="405951"/>
                  </a:lnTo>
                  <a:lnTo>
                    <a:pt x="31694" y="469931"/>
                  </a:lnTo>
                  <a:lnTo>
                    <a:pt x="31313" y="532534"/>
                  </a:lnTo>
                  <a:lnTo>
                    <a:pt x="31393" y="584879"/>
                  </a:lnTo>
                  <a:lnTo>
                    <a:pt x="33772" y="618085"/>
                  </a:lnTo>
                  <a:lnTo>
                    <a:pt x="56847" y="644400"/>
                  </a:lnTo>
                  <a:lnTo>
                    <a:pt x="104733" y="661150"/>
                  </a:lnTo>
                  <a:lnTo>
                    <a:pt x="163992" y="668080"/>
                  </a:lnTo>
                  <a:lnTo>
                    <a:pt x="221186" y="664935"/>
                  </a:lnTo>
                  <a:lnTo>
                    <a:pt x="265707" y="654042"/>
                  </a:lnTo>
                  <a:lnTo>
                    <a:pt x="312079" y="634681"/>
                  </a:lnTo>
                  <a:lnTo>
                    <a:pt x="353555" y="606984"/>
                  </a:lnTo>
                  <a:lnTo>
                    <a:pt x="383389" y="571084"/>
                  </a:lnTo>
                  <a:lnTo>
                    <a:pt x="394833" y="527115"/>
                  </a:lnTo>
                  <a:lnTo>
                    <a:pt x="393443" y="472348"/>
                  </a:lnTo>
                  <a:lnTo>
                    <a:pt x="387089" y="348127"/>
                  </a:lnTo>
                  <a:lnTo>
                    <a:pt x="385304" y="296137"/>
                  </a:lnTo>
                  <a:lnTo>
                    <a:pt x="386565" y="262535"/>
                  </a:lnTo>
                  <a:lnTo>
                    <a:pt x="389311" y="226710"/>
                  </a:lnTo>
                  <a:lnTo>
                    <a:pt x="388834" y="178254"/>
                  </a:lnTo>
                  <a:lnTo>
                    <a:pt x="384463" y="125084"/>
                  </a:lnTo>
                  <a:lnTo>
                    <a:pt x="375529" y="75122"/>
                  </a:lnTo>
                  <a:lnTo>
                    <a:pt x="349511" y="41355"/>
                  </a:lnTo>
                  <a:lnTo>
                    <a:pt x="328666" y="28259"/>
                  </a:lnTo>
                  <a:lnTo>
                    <a:pt x="298093" y="7926"/>
                  </a:lnTo>
                  <a:lnTo>
                    <a:pt x="270103" y="0"/>
                  </a:lnTo>
                  <a:close/>
                </a:path>
              </a:pathLst>
            </a:custGeom>
            <a:solidFill>
              <a:srgbClr val="7274AF"/>
            </a:solidFill>
          </p:spPr>
          <p:txBody>
            <a:bodyPr wrap="square" lIns="0" tIns="0" rIns="0" bIns="0" rtlCol="0"/>
            <a:lstStyle/>
            <a:p>
              <a:endParaRPr sz="1616"/>
            </a:p>
          </p:txBody>
        </p:sp>
        <p:sp>
          <p:nvSpPr>
            <p:cNvPr id="62" name="object 53"/>
            <p:cNvSpPr/>
            <p:nvPr/>
          </p:nvSpPr>
          <p:spPr>
            <a:xfrm>
              <a:off x="2395456" y="6187861"/>
              <a:ext cx="157480" cy="599440"/>
            </a:xfrm>
            <a:custGeom>
              <a:avLst/>
              <a:gdLst/>
              <a:ahLst/>
              <a:cxnLst/>
              <a:rect l="l" t="t" r="r" b="b"/>
              <a:pathLst>
                <a:path w="157480" h="599440">
                  <a:moveTo>
                    <a:pt x="99225" y="0"/>
                  </a:moveTo>
                  <a:lnTo>
                    <a:pt x="41860" y="30859"/>
                  </a:lnTo>
                  <a:lnTo>
                    <a:pt x="12403" y="79328"/>
                  </a:lnTo>
                  <a:lnTo>
                    <a:pt x="1550" y="179774"/>
                  </a:lnTo>
                  <a:lnTo>
                    <a:pt x="0" y="366560"/>
                  </a:lnTo>
                  <a:lnTo>
                    <a:pt x="430" y="470394"/>
                  </a:lnTo>
                  <a:lnTo>
                    <a:pt x="1377" y="529524"/>
                  </a:lnTo>
                  <a:lnTo>
                    <a:pt x="33458" y="590122"/>
                  </a:lnTo>
                  <a:lnTo>
                    <a:pt x="52019" y="599125"/>
                  </a:lnTo>
                  <a:lnTo>
                    <a:pt x="65931" y="589007"/>
                  </a:lnTo>
                  <a:lnTo>
                    <a:pt x="82689" y="559511"/>
                  </a:lnTo>
                  <a:lnTo>
                    <a:pt x="82159" y="526093"/>
                  </a:lnTo>
                  <a:lnTo>
                    <a:pt x="81147" y="482216"/>
                  </a:lnTo>
                  <a:lnTo>
                    <a:pt x="80520" y="430917"/>
                  </a:lnTo>
                  <a:lnTo>
                    <a:pt x="81147" y="375231"/>
                  </a:lnTo>
                  <a:lnTo>
                    <a:pt x="83894" y="318195"/>
                  </a:lnTo>
                  <a:lnTo>
                    <a:pt x="89631" y="262845"/>
                  </a:lnTo>
                  <a:lnTo>
                    <a:pt x="99225" y="212217"/>
                  </a:lnTo>
                  <a:lnTo>
                    <a:pt x="118602" y="146762"/>
                  </a:lnTo>
                  <a:lnTo>
                    <a:pt x="134362" y="110242"/>
                  </a:lnTo>
                  <a:lnTo>
                    <a:pt x="148831" y="90944"/>
                  </a:lnTo>
                  <a:lnTo>
                    <a:pt x="157357" y="43010"/>
                  </a:lnTo>
                  <a:lnTo>
                    <a:pt x="155032" y="17559"/>
                  </a:lnTo>
                  <a:lnTo>
                    <a:pt x="137204" y="6064"/>
                  </a:lnTo>
                  <a:lnTo>
                    <a:pt x="99225" y="0"/>
                  </a:lnTo>
                  <a:close/>
                </a:path>
              </a:pathLst>
            </a:custGeom>
            <a:solidFill>
              <a:srgbClr val="CECCE4"/>
            </a:solidFill>
          </p:spPr>
          <p:txBody>
            <a:bodyPr wrap="square" lIns="0" tIns="0" rIns="0" bIns="0" rtlCol="0"/>
            <a:lstStyle/>
            <a:p>
              <a:endParaRPr sz="1616"/>
            </a:p>
          </p:txBody>
        </p:sp>
        <p:pic>
          <p:nvPicPr>
            <p:cNvPr id="63" name="object 54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2611823" y="6018359"/>
              <a:ext cx="122643" cy="137794"/>
            </a:xfrm>
            <a:prstGeom prst="rect">
              <a:avLst/>
            </a:prstGeom>
          </p:spPr>
        </p:pic>
        <p:sp>
          <p:nvSpPr>
            <p:cNvPr id="64" name="object 55"/>
            <p:cNvSpPr/>
            <p:nvPr/>
          </p:nvSpPr>
          <p:spPr>
            <a:xfrm>
              <a:off x="2556316" y="5782607"/>
              <a:ext cx="248285" cy="329565"/>
            </a:xfrm>
            <a:custGeom>
              <a:avLst/>
              <a:gdLst/>
              <a:ahLst/>
              <a:cxnLst/>
              <a:rect l="l" t="t" r="r" b="b"/>
              <a:pathLst>
                <a:path w="248285" h="329564">
                  <a:moveTo>
                    <a:pt x="139392" y="0"/>
                  </a:moveTo>
                  <a:lnTo>
                    <a:pt x="97540" y="1475"/>
                  </a:lnTo>
                  <a:lnTo>
                    <a:pt x="33152" y="29717"/>
                  </a:lnTo>
                  <a:lnTo>
                    <a:pt x="0" y="99314"/>
                  </a:lnTo>
                  <a:lnTo>
                    <a:pt x="2313" y="156076"/>
                  </a:lnTo>
                  <a:lnTo>
                    <a:pt x="21048" y="230926"/>
                  </a:lnTo>
                  <a:lnTo>
                    <a:pt x="42025" y="269943"/>
                  </a:lnTo>
                  <a:lnTo>
                    <a:pt x="70761" y="296612"/>
                  </a:lnTo>
                  <a:lnTo>
                    <a:pt x="128541" y="323941"/>
                  </a:lnTo>
                  <a:lnTo>
                    <a:pt x="152608" y="328949"/>
                  </a:lnTo>
                  <a:lnTo>
                    <a:pt x="176866" y="328336"/>
                  </a:lnTo>
                  <a:lnTo>
                    <a:pt x="217428" y="309463"/>
                  </a:lnTo>
                  <a:lnTo>
                    <a:pt x="243266" y="234796"/>
                  </a:lnTo>
                  <a:lnTo>
                    <a:pt x="248243" y="176625"/>
                  </a:lnTo>
                  <a:lnTo>
                    <a:pt x="244301" y="115153"/>
                  </a:lnTo>
                  <a:lnTo>
                    <a:pt x="231223" y="70987"/>
                  </a:lnTo>
                  <a:lnTo>
                    <a:pt x="208120" y="36146"/>
                  </a:lnTo>
                  <a:lnTo>
                    <a:pt x="176881" y="12020"/>
                  </a:lnTo>
                  <a:lnTo>
                    <a:pt x="139392" y="0"/>
                  </a:lnTo>
                  <a:close/>
                </a:path>
              </a:pathLst>
            </a:custGeom>
            <a:solidFill>
              <a:srgbClr val="F4DCCB"/>
            </a:solidFill>
          </p:spPr>
          <p:txBody>
            <a:bodyPr wrap="square" lIns="0" tIns="0" rIns="0" bIns="0" rtlCol="0"/>
            <a:lstStyle/>
            <a:p>
              <a:endParaRPr sz="1616"/>
            </a:p>
          </p:txBody>
        </p:sp>
        <p:sp>
          <p:nvSpPr>
            <p:cNvPr id="65" name="object 56"/>
            <p:cNvSpPr/>
            <p:nvPr/>
          </p:nvSpPr>
          <p:spPr>
            <a:xfrm>
              <a:off x="2509452" y="5705964"/>
              <a:ext cx="319405" cy="318770"/>
            </a:xfrm>
            <a:custGeom>
              <a:avLst/>
              <a:gdLst/>
              <a:ahLst/>
              <a:cxnLst/>
              <a:rect l="l" t="t" r="r" b="b"/>
              <a:pathLst>
                <a:path w="319405" h="318770">
                  <a:moveTo>
                    <a:pt x="155449" y="0"/>
                  </a:moveTo>
                  <a:lnTo>
                    <a:pt x="106408" y="22671"/>
                  </a:lnTo>
                  <a:lnTo>
                    <a:pt x="77031" y="47127"/>
                  </a:lnTo>
                  <a:lnTo>
                    <a:pt x="58531" y="83557"/>
                  </a:lnTo>
                  <a:lnTo>
                    <a:pt x="58300" y="89282"/>
                  </a:lnTo>
                  <a:lnTo>
                    <a:pt x="34523" y="83682"/>
                  </a:lnTo>
                  <a:lnTo>
                    <a:pt x="20813" y="86058"/>
                  </a:lnTo>
                  <a:lnTo>
                    <a:pt x="11966" y="100228"/>
                  </a:lnTo>
                  <a:lnTo>
                    <a:pt x="2776" y="130011"/>
                  </a:lnTo>
                  <a:lnTo>
                    <a:pt x="0" y="163438"/>
                  </a:lnTo>
                  <a:lnTo>
                    <a:pt x="8329" y="186456"/>
                  </a:lnTo>
                  <a:lnTo>
                    <a:pt x="19435" y="199759"/>
                  </a:lnTo>
                  <a:lnTo>
                    <a:pt x="24988" y="204039"/>
                  </a:lnTo>
                  <a:lnTo>
                    <a:pt x="12262" y="204675"/>
                  </a:lnTo>
                  <a:lnTo>
                    <a:pt x="6476" y="209129"/>
                  </a:lnTo>
                  <a:lnTo>
                    <a:pt x="6241" y="221216"/>
                  </a:lnTo>
                  <a:lnTo>
                    <a:pt x="10167" y="244755"/>
                  </a:lnTo>
                  <a:lnTo>
                    <a:pt x="21043" y="273503"/>
                  </a:lnTo>
                  <a:lnTo>
                    <a:pt x="38860" y="297037"/>
                  </a:lnTo>
                  <a:lnTo>
                    <a:pt x="58063" y="312934"/>
                  </a:lnTo>
                  <a:lnTo>
                    <a:pt x="73096" y="318771"/>
                  </a:lnTo>
                  <a:lnTo>
                    <a:pt x="82242" y="313570"/>
                  </a:lnTo>
                  <a:lnTo>
                    <a:pt x="87912" y="302128"/>
                  </a:lnTo>
                  <a:lnTo>
                    <a:pt x="90804" y="290685"/>
                  </a:lnTo>
                  <a:lnTo>
                    <a:pt x="91613" y="285484"/>
                  </a:lnTo>
                  <a:lnTo>
                    <a:pt x="74498" y="280618"/>
                  </a:lnTo>
                  <a:lnTo>
                    <a:pt x="65709" y="274367"/>
                  </a:lnTo>
                  <a:lnTo>
                    <a:pt x="62471" y="262565"/>
                  </a:lnTo>
                  <a:lnTo>
                    <a:pt x="62009" y="241047"/>
                  </a:lnTo>
                  <a:lnTo>
                    <a:pt x="68369" y="224857"/>
                  </a:lnTo>
                  <a:lnTo>
                    <a:pt x="82361" y="225321"/>
                  </a:lnTo>
                  <a:lnTo>
                    <a:pt x="96352" y="232725"/>
                  </a:lnTo>
                  <a:lnTo>
                    <a:pt x="102712" y="237351"/>
                  </a:lnTo>
                  <a:lnTo>
                    <a:pt x="128453" y="249550"/>
                  </a:lnTo>
                  <a:lnTo>
                    <a:pt x="142047" y="251688"/>
                  </a:lnTo>
                  <a:lnTo>
                    <a:pt x="148007" y="242032"/>
                  </a:lnTo>
                  <a:lnTo>
                    <a:pt x="150845" y="218847"/>
                  </a:lnTo>
                  <a:lnTo>
                    <a:pt x="154541" y="178119"/>
                  </a:lnTo>
                  <a:lnTo>
                    <a:pt x="172588" y="224156"/>
                  </a:lnTo>
                  <a:lnTo>
                    <a:pt x="187858" y="241046"/>
                  </a:lnTo>
                  <a:lnTo>
                    <a:pt x="208678" y="230177"/>
                  </a:lnTo>
                  <a:lnTo>
                    <a:pt x="243378" y="192939"/>
                  </a:lnTo>
                  <a:lnTo>
                    <a:pt x="271537" y="207050"/>
                  </a:lnTo>
                  <a:lnTo>
                    <a:pt x="288248" y="208668"/>
                  </a:lnTo>
                  <a:lnTo>
                    <a:pt x="300104" y="195018"/>
                  </a:lnTo>
                  <a:lnTo>
                    <a:pt x="313697" y="163323"/>
                  </a:lnTo>
                  <a:lnTo>
                    <a:pt x="319015" y="131230"/>
                  </a:lnTo>
                  <a:lnTo>
                    <a:pt x="309068" y="114750"/>
                  </a:lnTo>
                  <a:lnTo>
                    <a:pt x="294959" y="108679"/>
                  </a:lnTo>
                  <a:lnTo>
                    <a:pt x="287789" y="107811"/>
                  </a:lnTo>
                  <a:lnTo>
                    <a:pt x="295830" y="83860"/>
                  </a:lnTo>
                  <a:lnTo>
                    <a:pt x="296583" y="68935"/>
                  </a:lnTo>
                  <a:lnTo>
                    <a:pt x="288313" y="56789"/>
                  </a:lnTo>
                  <a:lnTo>
                    <a:pt x="269286" y="41174"/>
                  </a:lnTo>
                  <a:lnTo>
                    <a:pt x="242506" y="30245"/>
                  </a:lnTo>
                  <a:lnTo>
                    <a:pt x="216071" y="31459"/>
                  </a:lnTo>
                  <a:lnTo>
                    <a:pt x="195882" y="37531"/>
                  </a:lnTo>
                  <a:lnTo>
                    <a:pt x="187840" y="41174"/>
                  </a:lnTo>
                  <a:lnTo>
                    <a:pt x="169909" y="11739"/>
                  </a:lnTo>
                  <a:lnTo>
                    <a:pt x="155449" y="0"/>
                  </a:lnTo>
                  <a:close/>
                </a:path>
              </a:pathLst>
            </a:custGeom>
            <a:solidFill>
              <a:srgbClr val="A76B4F"/>
            </a:solidFill>
          </p:spPr>
          <p:txBody>
            <a:bodyPr wrap="square" lIns="0" tIns="0" rIns="0" bIns="0" rtlCol="0"/>
            <a:lstStyle/>
            <a:p>
              <a:endParaRPr sz="1616"/>
            </a:p>
          </p:txBody>
        </p:sp>
      </p:grpSp>
      <p:sp>
        <p:nvSpPr>
          <p:cNvPr id="66" name="object 57"/>
          <p:cNvSpPr/>
          <p:nvPr/>
        </p:nvSpPr>
        <p:spPr>
          <a:xfrm>
            <a:off x="7548052" y="3481977"/>
            <a:ext cx="767155" cy="882347"/>
          </a:xfrm>
          <a:custGeom>
            <a:avLst/>
            <a:gdLst/>
            <a:ahLst/>
            <a:cxnLst/>
            <a:rect l="l" t="t" r="r" b="b"/>
            <a:pathLst>
              <a:path w="1031875" h="1186814">
                <a:moveTo>
                  <a:pt x="515861" y="0"/>
                </a:moveTo>
                <a:lnTo>
                  <a:pt x="468905" y="2108"/>
                </a:lnTo>
                <a:lnTo>
                  <a:pt x="423132" y="8311"/>
                </a:lnTo>
                <a:lnTo>
                  <a:pt x="378721" y="18427"/>
                </a:lnTo>
                <a:lnTo>
                  <a:pt x="335856" y="32273"/>
                </a:lnTo>
                <a:lnTo>
                  <a:pt x="294719" y="49668"/>
                </a:lnTo>
                <a:lnTo>
                  <a:pt x="255492" y="70430"/>
                </a:lnTo>
                <a:lnTo>
                  <a:pt x="218356" y="94376"/>
                </a:lnTo>
                <a:lnTo>
                  <a:pt x="183494" y="121324"/>
                </a:lnTo>
                <a:lnTo>
                  <a:pt x="151088" y="151091"/>
                </a:lnTo>
                <a:lnTo>
                  <a:pt x="121320" y="183497"/>
                </a:lnTo>
                <a:lnTo>
                  <a:pt x="94373" y="218358"/>
                </a:lnTo>
                <a:lnTo>
                  <a:pt x="70428" y="255493"/>
                </a:lnTo>
                <a:lnTo>
                  <a:pt x="49667" y="294720"/>
                </a:lnTo>
                <a:lnTo>
                  <a:pt x="32272" y="335855"/>
                </a:lnTo>
                <a:lnTo>
                  <a:pt x="18426" y="378718"/>
                </a:lnTo>
                <a:lnTo>
                  <a:pt x="8310" y="423126"/>
                </a:lnTo>
                <a:lnTo>
                  <a:pt x="2108" y="468897"/>
                </a:lnTo>
                <a:lnTo>
                  <a:pt x="0" y="515848"/>
                </a:lnTo>
                <a:lnTo>
                  <a:pt x="2316" y="565052"/>
                </a:lnTo>
                <a:lnTo>
                  <a:pt x="9125" y="612945"/>
                </a:lnTo>
                <a:lnTo>
                  <a:pt x="20216" y="659319"/>
                </a:lnTo>
                <a:lnTo>
                  <a:pt x="35380" y="703964"/>
                </a:lnTo>
                <a:lnTo>
                  <a:pt x="54407" y="746670"/>
                </a:lnTo>
                <a:lnTo>
                  <a:pt x="77086" y="787228"/>
                </a:lnTo>
                <a:lnTo>
                  <a:pt x="103208" y="825428"/>
                </a:lnTo>
                <a:lnTo>
                  <a:pt x="132562" y="861060"/>
                </a:lnTo>
                <a:lnTo>
                  <a:pt x="164938" y="893915"/>
                </a:lnTo>
                <a:lnTo>
                  <a:pt x="200127" y="923783"/>
                </a:lnTo>
                <a:lnTo>
                  <a:pt x="237919" y="950454"/>
                </a:lnTo>
                <a:lnTo>
                  <a:pt x="278102" y="973719"/>
                </a:lnTo>
                <a:lnTo>
                  <a:pt x="320469" y="993369"/>
                </a:lnTo>
                <a:lnTo>
                  <a:pt x="364807" y="1009192"/>
                </a:lnTo>
                <a:lnTo>
                  <a:pt x="399604" y="1029469"/>
                </a:lnTo>
                <a:lnTo>
                  <a:pt x="434180" y="1055875"/>
                </a:lnTo>
                <a:lnTo>
                  <a:pt x="465815" y="1089059"/>
                </a:lnTo>
                <a:lnTo>
                  <a:pt x="491790" y="1129666"/>
                </a:lnTo>
                <a:lnTo>
                  <a:pt x="509384" y="1178344"/>
                </a:lnTo>
                <a:lnTo>
                  <a:pt x="511276" y="1186370"/>
                </a:lnTo>
                <a:lnTo>
                  <a:pt x="520445" y="1186370"/>
                </a:lnTo>
                <a:lnTo>
                  <a:pt x="539925" y="1129666"/>
                </a:lnTo>
                <a:lnTo>
                  <a:pt x="565896" y="1089059"/>
                </a:lnTo>
                <a:lnTo>
                  <a:pt x="597530" y="1055875"/>
                </a:lnTo>
                <a:lnTo>
                  <a:pt x="632105" y="1029469"/>
                </a:lnTo>
                <a:lnTo>
                  <a:pt x="666902" y="1009192"/>
                </a:lnTo>
                <a:lnTo>
                  <a:pt x="711240" y="993369"/>
                </a:lnTo>
                <a:lnTo>
                  <a:pt x="753607" y="973719"/>
                </a:lnTo>
                <a:lnTo>
                  <a:pt x="793790" y="950454"/>
                </a:lnTo>
                <a:lnTo>
                  <a:pt x="831582" y="923783"/>
                </a:lnTo>
                <a:lnTo>
                  <a:pt x="866771" y="893915"/>
                </a:lnTo>
                <a:lnTo>
                  <a:pt x="899147" y="861060"/>
                </a:lnTo>
                <a:lnTo>
                  <a:pt x="928501" y="825428"/>
                </a:lnTo>
                <a:lnTo>
                  <a:pt x="954623" y="787228"/>
                </a:lnTo>
                <a:lnTo>
                  <a:pt x="977302" y="746670"/>
                </a:lnTo>
                <a:lnTo>
                  <a:pt x="996329" y="703964"/>
                </a:lnTo>
                <a:lnTo>
                  <a:pt x="1011493" y="659319"/>
                </a:lnTo>
                <a:lnTo>
                  <a:pt x="1022584" y="612945"/>
                </a:lnTo>
                <a:lnTo>
                  <a:pt x="1029393" y="565052"/>
                </a:lnTo>
                <a:lnTo>
                  <a:pt x="1031709" y="515848"/>
                </a:lnTo>
                <a:lnTo>
                  <a:pt x="1029601" y="468897"/>
                </a:lnTo>
                <a:lnTo>
                  <a:pt x="1023398" y="423126"/>
                </a:lnTo>
                <a:lnTo>
                  <a:pt x="1013282" y="378718"/>
                </a:lnTo>
                <a:lnTo>
                  <a:pt x="999436" y="335855"/>
                </a:lnTo>
                <a:lnTo>
                  <a:pt x="982040" y="294720"/>
                </a:lnTo>
                <a:lnTo>
                  <a:pt x="961279" y="255493"/>
                </a:lnTo>
                <a:lnTo>
                  <a:pt x="937333" y="218358"/>
                </a:lnTo>
                <a:lnTo>
                  <a:pt x="910385" y="183497"/>
                </a:lnTo>
                <a:lnTo>
                  <a:pt x="880617" y="151091"/>
                </a:lnTo>
                <a:lnTo>
                  <a:pt x="848212" y="121324"/>
                </a:lnTo>
                <a:lnTo>
                  <a:pt x="813350" y="94376"/>
                </a:lnTo>
                <a:lnTo>
                  <a:pt x="776216" y="70430"/>
                </a:lnTo>
                <a:lnTo>
                  <a:pt x="736989" y="49668"/>
                </a:lnTo>
                <a:lnTo>
                  <a:pt x="695853" y="32273"/>
                </a:lnTo>
                <a:lnTo>
                  <a:pt x="652991" y="18427"/>
                </a:lnTo>
                <a:lnTo>
                  <a:pt x="608583" y="8311"/>
                </a:lnTo>
                <a:lnTo>
                  <a:pt x="562812" y="2108"/>
                </a:lnTo>
                <a:lnTo>
                  <a:pt x="515861" y="0"/>
                </a:lnTo>
                <a:close/>
              </a:path>
            </a:pathLst>
          </a:custGeom>
          <a:solidFill>
            <a:srgbClr val="7073AE"/>
          </a:solidFill>
        </p:spPr>
        <p:txBody>
          <a:bodyPr wrap="square" lIns="0" tIns="0" rIns="0" bIns="0" rtlCol="0"/>
          <a:lstStyle/>
          <a:p>
            <a:endParaRPr sz="1616"/>
          </a:p>
        </p:txBody>
      </p:sp>
      <p:sp>
        <p:nvSpPr>
          <p:cNvPr id="67" name="object 58"/>
          <p:cNvSpPr/>
          <p:nvPr/>
        </p:nvSpPr>
        <p:spPr>
          <a:xfrm>
            <a:off x="8490370" y="3174912"/>
            <a:ext cx="767155" cy="882347"/>
          </a:xfrm>
          <a:custGeom>
            <a:avLst/>
            <a:gdLst/>
            <a:ahLst/>
            <a:cxnLst/>
            <a:rect l="l" t="t" r="r" b="b"/>
            <a:pathLst>
              <a:path w="1031875" h="1186814">
                <a:moveTo>
                  <a:pt x="515848" y="0"/>
                </a:moveTo>
                <a:lnTo>
                  <a:pt x="468897" y="2108"/>
                </a:lnTo>
                <a:lnTo>
                  <a:pt x="423126" y="8310"/>
                </a:lnTo>
                <a:lnTo>
                  <a:pt x="378718" y="18426"/>
                </a:lnTo>
                <a:lnTo>
                  <a:pt x="335855" y="32272"/>
                </a:lnTo>
                <a:lnTo>
                  <a:pt x="294720" y="49666"/>
                </a:lnTo>
                <a:lnTo>
                  <a:pt x="255493" y="70427"/>
                </a:lnTo>
                <a:lnTo>
                  <a:pt x="218358" y="94372"/>
                </a:lnTo>
                <a:lnTo>
                  <a:pt x="183497" y="121319"/>
                </a:lnTo>
                <a:lnTo>
                  <a:pt x="151091" y="151087"/>
                </a:lnTo>
                <a:lnTo>
                  <a:pt x="121324" y="183492"/>
                </a:lnTo>
                <a:lnTo>
                  <a:pt x="94376" y="218353"/>
                </a:lnTo>
                <a:lnTo>
                  <a:pt x="70430" y="255488"/>
                </a:lnTo>
                <a:lnTo>
                  <a:pt x="49668" y="294714"/>
                </a:lnTo>
                <a:lnTo>
                  <a:pt x="32273" y="335850"/>
                </a:lnTo>
                <a:lnTo>
                  <a:pt x="18427" y="378714"/>
                </a:lnTo>
                <a:lnTo>
                  <a:pt x="8311" y="423123"/>
                </a:lnTo>
                <a:lnTo>
                  <a:pt x="2108" y="468895"/>
                </a:lnTo>
                <a:lnTo>
                  <a:pt x="0" y="515848"/>
                </a:lnTo>
                <a:lnTo>
                  <a:pt x="2316" y="565049"/>
                </a:lnTo>
                <a:lnTo>
                  <a:pt x="9125" y="612941"/>
                </a:lnTo>
                <a:lnTo>
                  <a:pt x="20216" y="659313"/>
                </a:lnTo>
                <a:lnTo>
                  <a:pt x="35380" y="703957"/>
                </a:lnTo>
                <a:lnTo>
                  <a:pt x="54406" y="746662"/>
                </a:lnTo>
                <a:lnTo>
                  <a:pt x="77085" y="787219"/>
                </a:lnTo>
                <a:lnTo>
                  <a:pt x="103206" y="825419"/>
                </a:lnTo>
                <a:lnTo>
                  <a:pt x="132559" y="861051"/>
                </a:lnTo>
                <a:lnTo>
                  <a:pt x="164935" y="893906"/>
                </a:lnTo>
                <a:lnTo>
                  <a:pt x="200123" y="923775"/>
                </a:lnTo>
                <a:lnTo>
                  <a:pt x="237912" y="950448"/>
                </a:lnTo>
                <a:lnTo>
                  <a:pt x="278094" y="973715"/>
                </a:lnTo>
                <a:lnTo>
                  <a:pt x="320458" y="993366"/>
                </a:lnTo>
                <a:lnTo>
                  <a:pt x="364794" y="1009192"/>
                </a:lnTo>
                <a:lnTo>
                  <a:pt x="399591" y="1029463"/>
                </a:lnTo>
                <a:lnTo>
                  <a:pt x="434167" y="1055866"/>
                </a:lnTo>
                <a:lnTo>
                  <a:pt x="465803" y="1089050"/>
                </a:lnTo>
                <a:lnTo>
                  <a:pt x="491777" y="1129660"/>
                </a:lnTo>
                <a:lnTo>
                  <a:pt x="509371" y="1178344"/>
                </a:lnTo>
                <a:lnTo>
                  <a:pt x="511263" y="1186370"/>
                </a:lnTo>
                <a:lnTo>
                  <a:pt x="520433" y="1186370"/>
                </a:lnTo>
                <a:lnTo>
                  <a:pt x="539913" y="1129660"/>
                </a:lnTo>
                <a:lnTo>
                  <a:pt x="565884" y="1089050"/>
                </a:lnTo>
                <a:lnTo>
                  <a:pt x="597517" y="1055866"/>
                </a:lnTo>
                <a:lnTo>
                  <a:pt x="632093" y="1029463"/>
                </a:lnTo>
                <a:lnTo>
                  <a:pt x="666889" y="1009192"/>
                </a:lnTo>
                <a:lnTo>
                  <a:pt x="711228" y="993366"/>
                </a:lnTo>
                <a:lnTo>
                  <a:pt x="753594" y="973715"/>
                </a:lnTo>
                <a:lnTo>
                  <a:pt x="793778" y="950448"/>
                </a:lnTo>
                <a:lnTo>
                  <a:pt x="831569" y="923775"/>
                </a:lnTo>
                <a:lnTo>
                  <a:pt x="866758" y="893906"/>
                </a:lnTo>
                <a:lnTo>
                  <a:pt x="899134" y="861051"/>
                </a:lnTo>
                <a:lnTo>
                  <a:pt x="928489" y="825419"/>
                </a:lnTo>
                <a:lnTo>
                  <a:pt x="954610" y="787219"/>
                </a:lnTo>
                <a:lnTo>
                  <a:pt x="977289" y="746662"/>
                </a:lnTo>
                <a:lnTo>
                  <a:pt x="996316" y="703957"/>
                </a:lnTo>
                <a:lnTo>
                  <a:pt x="1011480" y="659313"/>
                </a:lnTo>
                <a:lnTo>
                  <a:pt x="1022571" y="612941"/>
                </a:lnTo>
                <a:lnTo>
                  <a:pt x="1029380" y="565049"/>
                </a:lnTo>
                <a:lnTo>
                  <a:pt x="1031697" y="515848"/>
                </a:lnTo>
                <a:lnTo>
                  <a:pt x="1029589" y="468895"/>
                </a:lnTo>
                <a:lnTo>
                  <a:pt x="1023386" y="423123"/>
                </a:lnTo>
                <a:lnTo>
                  <a:pt x="1013270" y="378714"/>
                </a:lnTo>
                <a:lnTo>
                  <a:pt x="999424" y="335850"/>
                </a:lnTo>
                <a:lnTo>
                  <a:pt x="982030" y="294714"/>
                </a:lnTo>
                <a:lnTo>
                  <a:pt x="961269" y="255488"/>
                </a:lnTo>
                <a:lnTo>
                  <a:pt x="937324" y="218353"/>
                </a:lnTo>
                <a:lnTo>
                  <a:pt x="910377" y="183492"/>
                </a:lnTo>
                <a:lnTo>
                  <a:pt x="880610" y="151087"/>
                </a:lnTo>
                <a:lnTo>
                  <a:pt x="848204" y="121319"/>
                </a:lnTo>
                <a:lnTo>
                  <a:pt x="813343" y="94372"/>
                </a:lnTo>
                <a:lnTo>
                  <a:pt x="776208" y="70427"/>
                </a:lnTo>
                <a:lnTo>
                  <a:pt x="736982" y="49666"/>
                </a:lnTo>
                <a:lnTo>
                  <a:pt x="695846" y="32272"/>
                </a:lnTo>
                <a:lnTo>
                  <a:pt x="652982" y="18426"/>
                </a:lnTo>
                <a:lnTo>
                  <a:pt x="608574" y="8310"/>
                </a:lnTo>
                <a:lnTo>
                  <a:pt x="562801" y="2108"/>
                </a:lnTo>
                <a:lnTo>
                  <a:pt x="515848" y="0"/>
                </a:lnTo>
                <a:close/>
              </a:path>
            </a:pathLst>
          </a:custGeom>
          <a:solidFill>
            <a:srgbClr val="A7A5CD"/>
          </a:solidFill>
        </p:spPr>
        <p:txBody>
          <a:bodyPr wrap="square" lIns="0" tIns="0" rIns="0" bIns="0" rtlCol="0"/>
          <a:lstStyle/>
          <a:p>
            <a:endParaRPr sz="1616"/>
          </a:p>
        </p:txBody>
      </p:sp>
      <p:sp>
        <p:nvSpPr>
          <p:cNvPr id="68" name="object 59"/>
          <p:cNvSpPr/>
          <p:nvPr/>
        </p:nvSpPr>
        <p:spPr>
          <a:xfrm>
            <a:off x="8883534" y="4911046"/>
            <a:ext cx="33046" cy="37296"/>
          </a:xfrm>
          <a:custGeom>
            <a:avLst/>
            <a:gdLst/>
            <a:ahLst/>
            <a:cxnLst/>
            <a:rect l="l" t="t" r="r" b="b"/>
            <a:pathLst>
              <a:path w="44450" h="50164">
                <a:moveTo>
                  <a:pt x="9956" y="0"/>
                </a:moveTo>
                <a:lnTo>
                  <a:pt x="0" y="26708"/>
                </a:lnTo>
                <a:lnTo>
                  <a:pt x="22910" y="49618"/>
                </a:lnTo>
                <a:lnTo>
                  <a:pt x="43916" y="24803"/>
                </a:lnTo>
                <a:lnTo>
                  <a:pt x="32461" y="2298"/>
                </a:lnTo>
                <a:lnTo>
                  <a:pt x="9956" y="0"/>
                </a:lnTo>
                <a:close/>
              </a:path>
            </a:pathLst>
          </a:custGeom>
          <a:solidFill>
            <a:srgbClr val="4C569C"/>
          </a:solidFill>
        </p:spPr>
        <p:txBody>
          <a:bodyPr wrap="square" lIns="0" tIns="0" rIns="0" bIns="0" rtlCol="0"/>
          <a:lstStyle/>
          <a:p>
            <a:endParaRPr sz="1616"/>
          </a:p>
        </p:txBody>
      </p:sp>
      <p:grpSp>
        <p:nvGrpSpPr>
          <p:cNvPr id="69" name="object 60"/>
          <p:cNvGrpSpPr/>
          <p:nvPr/>
        </p:nvGrpSpPr>
        <p:grpSpPr>
          <a:xfrm>
            <a:off x="8610931" y="5225989"/>
            <a:ext cx="407418" cy="763851"/>
            <a:chOff x="3589278" y="6557269"/>
            <a:chExt cx="548005" cy="1027430"/>
          </a:xfrm>
        </p:grpSpPr>
        <p:sp>
          <p:nvSpPr>
            <p:cNvPr id="70" name="object 61"/>
            <p:cNvSpPr/>
            <p:nvPr/>
          </p:nvSpPr>
          <p:spPr>
            <a:xfrm>
              <a:off x="3589278" y="7294624"/>
              <a:ext cx="548005" cy="289560"/>
            </a:xfrm>
            <a:custGeom>
              <a:avLst/>
              <a:gdLst/>
              <a:ahLst/>
              <a:cxnLst/>
              <a:rect l="l" t="t" r="r" b="b"/>
              <a:pathLst>
                <a:path w="548004" h="289559">
                  <a:moveTo>
                    <a:pt x="273938" y="0"/>
                  </a:moveTo>
                  <a:lnTo>
                    <a:pt x="211126" y="3822"/>
                  </a:lnTo>
                  <a:lnTo>
                    <a:pt x="153466" y="14710"/>
                  </a:lnTo>
                  <a:lnTo>
                    <a:pt x="102602" y="31795"/>
                  </a:lnTo>
                  <a:lnTo>
                    <a:pt x="60180" y="54209"/>
                  </a:lnTo>
                  <a:lnTo>
                    <a:pt x="27842" y="81084"/>
                  </a:lnTo>
                  <a:lnTo>
                    <a:pt x="0" y="144741"/>
                  </a:lnTo>
                  <a:lnTo>
                    <a:pt x="7234" y="177927"/>
                  </a:lnTo>
                  <a:lnTo>
                    <a:pt x="60180" y="235263"/>
                  </a:lnTo>
                  <a:lnTo>
                    <a:pt x="102602" y="257676"/>
                  </a:lnTo>
                  <a:lnTo>
                    <a:pt x="153466" y="274761"/>
                  </a:lnTo>
                  <a:lnTo>
                    <a:pt x="211126" y="285648"/>
                  </a:lnTo>
                  <a:lnTo>
                    <a:pt x="273938" y="289471"/>
                  </a:lnTo>
                  <a:lnTo>
                    <a:pt x="336751" y="285648"/>
                  </a:lnTo>
                  <a:lnTo>
                    <a:pt x="394411" y="274761"/>
                  </a:lnTo>
                  <a:lnTo>
                    <a:pt x="445275" y="257676"/>
                  </a:lnTo>
                  <a:lnTo>
                    <a:pt x="487697" y="235263"/>
                  </a:lnTo>
                  <a:lnTo>
                    <a:pt x="520035" y="208391"/>
                  </a:lnTo>
                  <a:lnTo>
                    <a:pt x="547877" y="144741"/>
                  </a:lnTo>
                  <a:lnTo>
                    <a:pt x="540643" y="111551"/>
                  </a:lnTo>
                  <a:lnTo>
                    <a:pt x="487697" y="54209"/>
                  </a:lnTo>
                  <a:lnTo>
                    <a:pt x="445275" y="31795"/>
                  </a:lnTo>
                  <a:lnTo>
                    <a:pt x="394411" y="14710"/>
                  </a:lnTo>
                  <a:lnTo>
                    <a:pt x="336751" y="3822"/>
                  </a:lnTo>
                  <a:lnTo>
                    <a:pt x="273938" y="0"/>
                  </a:lnTo>
                  <a:close/>
                </a:path>
              </a:pathLst>
            </a:custGeom>
            <a:solidFill>
              <a:srgbClr val="F1F0F7"/>
            </a:solidFill>
          </p:spPr>
          <p:txBody>
            <a:bodyPr wrap="square" lIns="0" tIns="0" rIns="0" bIns="0" rtlCol="0"/>
            <a:lstStyle/>
            <a:p>
              <a:endParaRPr sz="1616"/>
            </a:p>
          </p:txBody>
        </p:sp>
        <p:pic>
          <p:nvPicPr>
            <p:cNvPr id="71" name="object 62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3920112" y="7326027"/>
              <a:ext cx="179629" cy="192404"/>
            </a:xfrm>
            <a:prstGeom prst="rect">
              <a:avLst/>
            </a:prstGeom>
          </p:spPr>
        </p:pic>
        <p:pic>
          <p:nvPicPr>
            <p:cNvPr id="72" name="object 63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3682226" y="7261260"/>
              <a:ext cx="180355" cy="182281"/>
            </a:xfrm>
            <a:prstGeom prst="rect">
              <a:avLst/>
            </a:prstGeom>
          </p:spPr>
        </p:pic>
        <p:sp>
          <p:nvSpPr>
            <p:cNvPr id="73" name="object 64"/>
            <p:cNvSpPr/>
            <p:nvPr/>
          </p:nvSpPr>
          <p:spPr>
            <a:xfrm>
              <a:off x="3749014" y="6588012"/>
              <a:ext cx="145415" cy="732155"/>
            </a:xfrm>
            <a:custGeom>
              <a:avLst/>
              <a:gdLst/>
              <a:ahLst/>
              <a:cxnLst/>
              <a:rect l="l" t="t" r="r" b="b"/>
              <a:pathLst>
                <a:path w="145414" h="732154">
                  <a:moveTo>
                    <a:pt x="34648" y="0"/>
                  </a:moveTo>
                  <a:lnTo>
                    <a:pt x="0" y="1858"/>
                  </a:lnTo>
                  <a:lnTo>
                    <a:pt x="2600" y="346661"/>
                  </a:lnTo>
                  <a:lnTo>
                    <a:pt x="4800" y="534382"/>
                  </a:lnTo>
                  <a:lnTo>
                    <a:pt x="7800" y="630530"/>
                  </a:lnTo>
                  <a:lnTo>
                    <a:pt x="12801" y="700612"/>
                  </a:lnTo>
                  <a:lnTo>
                    <a:pt x="49763" y="731173"/>
                  </a:lnTo>
                  <a:lnTo>
                    <a:pt x="79172" y="731793"/>
                  </a:lnTo>
                  <a:lnTo>
                    <a:pt x="103784" y="714824"/>
                  </a:lnTo>
                  <a:lnTo>
                    <a:pt x="112987" y="663835"/>
                  </a:lnTo>
                  <a:lnTo>
                    <a:pt x="115994" y="620319"/>
                  </a:lnTo>
                  <a:lnTo>
                    <a:pt x="118259" y="567895"/>
                  </a:lnTo>
                  <a:lnTo>
                    <a:pt x="120023" y="508892"/>
                  </a:lnTo>
                  <a:lnTo>
                    <a:pt x="123011" y="380462"/>
                  </a:lnTo>
                  <a:lnTo>
                    <a:pt x="124716" y="315694"/>
                  </a:lnTo>
                  <a:lnTo>
                    <a:pt x="126884" y="253663"/>
                  </a:lnTo>
                  <a:lnTo>
                    <a:pt x="129755" y="196696"/>
                  </a:lnTo>
                  <a:lnTo>
                    <a:pt x="133570" y="147125"/>
                  </a:lnTo>
                  <a:lnTo>
                    <a:pt x="138570" y="107277"/>
                  </a:lnTo>
                  <a:lnTo>
                    <a:pt x="144995" y="79481"/>
                  </a:lnTo>
                  <a:lnTo>
                    <a:pt x="123142" y="38177"/>
                  </a:lnTo>
                  <a:lnTo>
                    <a:pt x="81027" y="11895"/>
                  </a:lnTo>
                  <a:lnTo>
                    <a:pt x="34648" y="0"/>
                  </a:lnTo>
                  <a:close/>
                </a:path>
              </a:pathLst>
            </a:custGeom>
            <a:solidFill>
              <a:srgbClr val="686E75"/>
            </a:solidFill>
          </p:spPr>
          <p:txBody>
            <a:bodyPr wrap="square" lIns="0" tIns="0" rIns="0" bIns="0" rtlCol="0"/>
            <a:lstStyle/>
            <a:p>
              <a:endParaRPr sz="1616"/>
            </a:p>
          </p:txBody>
        </p:sp>
        <p:sp>
          <p:nvSpPr>
            <p:cNvPr id="74" name="object 65"/>
            <p:cNvSpPr/>
            <p:nvPr/>
          </p:nvSpPr>
          <p:spPr>
            <a:xfrm>
              <a:off x="3751882" y="6557269"/>
              <a:ext cx="351790" cy="824230"/>
            </a:xfrm>
            <a:custGeom>
              <a:avLst/>
              <a:gdLst/>
              <a:ahLst/>
              <a:cxnLst/>
              <a:rect l="l" t="t" r="r" b="b"/>
              <a:pathLst>
                <a:path w="351789" h="824229">
                  <a:moveTo>
                    <a:pt x="247836" y="0"/>
                  </a:moveTo>
                  <a:lnTo>
                    <a:pt x="193036" y="2936"/>
                  </a:lnTo>
                  <a:lnTo>
                    <a:pt x="136179" y="10223"/>
                  </a:lnTo>
                  <a:lnTo>
                    <a:pt x="82854" y="20527"/>
                  </a:lnTo>
                  <a:lnTo>
                    <a:pt x="38655" y="32515"/>
                  </a:lnTo>
                  <a:lnTo>
                    <a:pt x="0" y="56208"/>
                  </a:lnTo>
                  <a:lnTo>
                    <a:pt x="8329" y="76284"/>
                  </a:lnTo>
                  <a:lnTo>
                    <a:pt x="30851" y="114645"/>
                  </a:lnTo>
                  <a:lnTo>
                    <a:pt x="69923" y="160748"/>
                  </a:lnTo>
                  <a:lnTo>
                    <a:pt x="174144" y="238645"/>
                  </a:lnTo>
                  <a:lnTo>
                    <a:pt x="201464" y="280439"/>
                  </a:lnTo>
                  <a:lnTo>
                    <a:pt x="215457" y="325967"/>
                  </a:lnTo>
                  <a:lnTo>
                    <a:pt x="221716" y="371765"/>
                  </a:lnTo>
                  <a:lnTo>
                    <a:pt x="225101" y="461970"/>
                  </a:lnTo>
                  <a:lnTo>
                    <a:pt x="228504" y="673980"/>
                  </a:lnTo>
                  <a:lnTo>
                    <a:pt x="229724" y="735124"/>
                  </a:lnTo>
                  <a:lnTo>
                    <a:pt x="231210" y="779014"/>
                  </a:lnTo>
                  <a:lnTo>
                    <a:pt x="233095" y="798155"/>
                  </a:lnTo>
                  <a:lnTo>
                    <a:pt x="244861" y="810949"/>
                  </a:lnTo>
                  <a:lnTo>
                    <a:pt x="269687" y="823739"/>
                  </a:lnTo>
                  <a:lnTo>
                    <a:pt x="304644" y="823736"/>
                  </a:lnTo>
                  <a:lnTo>
                    <a:pt x="346798" y="798155"/>
                  </a:lnTo>
                  <a:lnTo>
                    <a:pt x="349779" y="661571"/>
                  </a:lnTo>
                  <a:lnTo>
                    <a:pt x="351116" y="541051"/>
                  </a:lnTo>
                  <a:lnTo>
                    <a:pt x="351746" y="410829"/>
                  </a:lnTo>
                  <a:lnTo>
                    <a:pt x="351507" y="282789"/>
                  </a:lnTo>
                  <a:lnTo>
                    <a:pt x="351011" y="223302"/>
                  </a:lnTo>
                  <a:lnTo>
                    <a:pt x="350238" y="168818"/>
                  </a:lnTo>
                  <a:lnTo>
                    <a:pt x="349167" y="120823"/>
                  </a:lnTo>
                  <a:lnTo>
                    <a:pt x="347778" y="80803"/>
                  </a:lnTo>
                  <a:lnTo>
                    <a:pt x="343966" y="30630"/>
                  </a:lnTo>
                  <a:lnTo>
                    <a:pt x="294985" y="2747"/>
                  </a:lnTo>
                  <a:lnTo>
                    <a:pt x="247836" y="0"/>
                  </a:lnTo>
                  <a:close/>
                </a:path>
              </a:pathLst>
            </a:custGeom>
            <a:solidFill>
              <a:srgbClr val="7A7F87"/>
            </a:solidFill>
          </p:spPr>
          <p:txBody>
            <a:bodyPr wrap="square" lIns="0" tIns="0" rIns="0" bIns="0" rtlCol="0"/>
            <a:lstStyle/>
            <a:p>
              <a:endParaRPr sz="1616"/>
            </a:p>
          </p:txBody>
        </p:sp>
      </p:grpSp>
      <p:sp>
        <p:nvSpPr>
          <p:cNvPr id="75" name="object 66"/>
          <p:cNvSpPr/>
          <p:nvPr/>
        </p:nvSpPr>
        <p:spPr>
          <a:xfrm>
            <a:off x="8522054" y="4881977"/>
            <a:ext cx="272399" cy="290811"/>
          </a:xfrm>
          <a:custGeom>
            <a:avLst/>
            <a:gdLst/>
            <a:ahLst/>
            <a:cxnLst/>
            <a:rect l="l" t="t" r="r" b="b"/>
            <a:pathLst>
              <a:path w="366395" h="391160">
                <a:moveTo>
                  <a:pt x="324848" y="0"/>
                </a:moveTo>
                <a:lnTo>
                  <a:pt x="256309" y="92700"/>
                </a:lnTo>
                <a:lnTo>
                  <a:pt x="235251" y="147579"/>
                </a:lnTo>
                <a:lnTo>
                  <a:pt x="220637" y="198157"/>
                </a:lnTo>
                <a:lnTo>
                  <a:pt x="204235" y="268772"/>
                </a:lnTo>
                <a:lnTo>
                  <a:pt x="181805" y="275274"/>
                </a:lnTo>
                <a:lnTo>
                  <a:pt x="139334" y="269251"/>
                </a:lnTo>
                <a:lnTo>
                  <a:pt x="88277" y="255356"/>
                </a:lnTo>
                <a:lnTo>
                  <a:pt x="40087" y="238241"/>
                </a:lnTo>
                <a:lnTo>
                  <a:pt x="11811" y="252433"/>
                </a:lnTo>
                <a:lnTo>
                  <a:pt x="0" y="265913"/>
                </a:lnTo>
                <a:lnTo>
                  <a:pt x="2504" y="286552"/>
                </a:lnTo>
                <a:lnTo>
                  <a:pt x="17176" y="322226"/>
                </a:lnTo>
                <a:lnTo>
                  <a:pt x="86868" y="351915"/>
                </a:lnTo>
                <a:lnTo>
                  <a:pt x="141413" y="369505"/>
                </a:lnTo>
                <a:lnTo>
                  <a:pt x="195411" y="383798"/>
                </a:lnTo>
                <a:lnTo>
                  <a:pt x="238601" y="390946"/>
                </a:lnTo>
                <a:lnTo>
                  <a:pt x="292104" y="324253"/>
                </a:lnTo>
                <a:lnTo>
                  <a:pt x="323062" y="272594"/>
                </a:lnTo>
                <a:lnTo>
                  <a:pt x="343285" y="209487"/>
                </a:lnTo>
                <a:lnTo>
                  <a:pt x="364585" y="108447"/>
                </a:lnTo>
                <a:lnTo>
                  <a:pt x="366127" y="48916"/>
                </a:lnTo>
                <a:lnTo>
                  <a:pt x="351212" y="13005"/>
                </a:lnTo>
                <a:lnTo>
                  <a:pt x="324848" y="0"/>
                </a:lnTo>
                <a:close/>
              </a:path>
            </a:pathLst>
          </a:custGeom>
          <a:solidFill>
            <a:srgbClr val="DCDBEC"/>
          </a:solidFill>
        </p:spPr>
        <p:txBody>
          <a:bodyPr wrap="square" lIns="0" tIns="0" rIns="0" bIns="0" rtlCol="0"/>
          <a:lstStyle/>
          <a:p>
            <a:endParaRPr sz="1616"/>
          </a:p>
        </p:txBody>
      </p:sp>
      <p:grpSp>
        <p:nvGrpSpPr>
          <p:cNvPr id="76" name="object 67"/>
          <p:cNvGrpSpPr/>
          <p:nvPr/>
        </p:nvGrpSpPr>
        <p:grpSpPr>
          <a:xfrm>
            <a:off x="8723525" y="4847221"/>
            <a:ext cx="353127" cy="599089"/>
            <a:chOff x="3740725" y="6047801"/>
            <a:chExt cx="474980" cy="805815"/>
          </a:xfrm>
        </p:grpSpPr>
        <p:pic>
          <p:nvPicPr>
            <p:cNvPr id="77" name="object 68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4129392" y="6694125"/>
              <a:ext cx="83191" cy="159122"/>
            </a:xfrm>
            <a:prstGeom prst="rect">
              <a:avLst/>
            </a:prstGeom>
          </p:spPr>
        </p:pic>
        <p:sp>
          <p:nvSpPr>
            <p:cNvPr id="78" name="object 69"/>
            <p:cNvSpPr/>
            <p:nvPr/>
          </p:nvSpPr>
          <p:spPr>
            <a:xfrm>
              <a:off x="3740725" y="6047801"/>
              <a:ext cx="401320" cy="671830"/>
            </a:xfrm>
            <a:custGeom>
              <a:avLst/>
              <a:gdLst/>
              <a:ahLst/>
              <a:cxnLst/>
              <a:rect l="l" t="t" r="r" b="b"/>
              <a:pathLst>
                <a:path w="401320" h="671829">
                  <a:moveTo>
                    <a:pt x="238573" y="0"/>
                  </a:moveTo>
                  <a:lnTo>
                    <a:pt x="165488" y="2497"/>
                  </a:lnTo>
                  <a:lnTo>
                    <a:pt x="105165" y="13978"/>
                  </a:lnTo>
                  <a:lnTo>
                    <a:pt x="59060" y="31139"/>
                  </a:lnTo>
                  <a:lnTo>
                    <a:pt x="15319" y="69303"/>
                  </a:lnTo>
                  <a:lnTo>
                    <a:pt x="5907" y="119335"/>
                  </a:lnTo>
                  <a:lnTo>
                    <a:pt x="946" y="170870"/>
                  </a:lnTo>
                  <a:lnTo>
                    <a:pt x="0" y="217545"/>
                  </a:lnTo>
                  <a:lnTo>
                    <a:pt x="4836" y="283018"/>
                  </a:lnTo>
                  <a:lnTo>
                    <a:pt x="5972" y="331311"/>
                  </a:lnTo>
                  <a:lnTo>
                    <a:pt x="6336" y="390636"/>
                  </a:lnTo>
                  <a:lnTo>
                    <a:pt x="5782" y="562394"/>
                  </a:lnTo>
                  <a:lnTo>
                    <a:pt x="16370" y="603946"/>
                  </a:lnTo>
                  <a:lnTo>
                    <a:pt x="44242" y="631914"/>
                  </a:lnTo>
                  <a:lnTo>
                    <a:pt x="83560" y="649669"/>
                  </a:lnTo>
                  <a:lnTo>
                    <a:pt x="128485" y="660580"/>
                  </a:lnTo>
                  <a:lnTo>
                    <a:pt x="173180" y="668019"/>
                  </a:lnTo>
                  <a:lnTo>
                    <a:pt x="219755" y="671458"/>
                  </a:lnTo>
                  <a:lnTo>
                    <a:pt x="269467" y="668208"/>
                  </a:lnTo>
                  <a:lnTo>
                    <a:pt x="315221" y="658406"/>
                  </a:lnTo>
                  <a:lnTo>
                    <a:pt x="349922" y="642190"/>
                  </a:lnTo>
                  <a:lnTo>
                    <a:pt x="368925" y="585455"/>
                  </a:lnTo>
                  <a:lnTo>
                    <a:pt x="369005" y="531473"/>
                  </a:lnTo>
                  <a:lnTo>
                    <a:pt x="368611" y="466909"/>
                  </a:lnTo>
                  <a:lnTo>
                    <a:pt x="369637" y="400922"/>
                  </a:lnTo>
                  <a:lnTo>
                    <a:pt x="373978" y="342673"/>
                  </a:lnTo>
                  <a:lnTo>
                    <a:pt x="383530" y="301320"/>
                  </a:lnTo>
                  <a:lnTo>
                    <a:pt x="397216" y="252544"/>
                  </a:lnTo>
                  <a:lnTo>
                    <a:pt x="401307" y="201104"/>
                  </a:lnTo>
                  <a:lnTo>
                    <a:pt x="397936" y="154998"/>
                  </a:lnTo>
                  <a:lnTo>
                    <a:pt x="378878" y="102727"/>
                  </a:lnTo>
                  <a:lnTo>
                    <a:pt x="317672" y="53073"/>
                  </a:lnTo>
                  <a:lnTo>
                    <a:pt x="238573" y="0"/>
                  </a:lnTo>
                  <a:close/>
                </a:path>
              </a:pathLst>
            </a:custGeom>
            <a:solidFill>
              <a:srgbClr val="B8B7D8"/>
            </a:solidFill>
          </p:spPr>
          <p:txBody>
            <a:bodyPr wrap="square" lIns="0" tIns="0" rIns="0" bIns="0" rtlCol="0"/>
            <a:lstStyle/>
            <a:p>
              <a:endParaRPr sz="1616"/>
            </a:p>
          </p:txBody>
        </p:sp>
        <p:sp>
          <p:nvSpPr>
            <p:cNvPr id="79" name="object 70"/>
            <p:cNvSpPr/>
            <p:nvPr/>
          </p:nvSpPr>
          <p:spPr>
            <a:xfrm>
              <a:off x="4062030" y="6154186"/>
              <a:ext cx="153670" cy="614680"/>
            </a:xfrm>
            <a:custGeom>
              <a:avLst/>
              <a:gdLst/>
              <a:ahLst/>
              <a:cxnLst/>
              <a:rect l="l" t="t" r="r" b="b"/>
              <a:pathLst>
                <a:path w="153670" h="614679">
                  <a:moveTo>
                    <a:pt x="19863" y="0"/>
                  </a:moveTo>
                  <a:lnTo>
                    <a:pt x="1673" y="8795"/>
                  </a:lnTo>
                  <a:lnTo>
                    <a:pt x="0" y="39851"/>
                  </a:lnTo>
                  <a:lnTo>
                    <a:pt x="10258" y="102362"/>
                  </a:lnTo>
                  <a:lnTo>
                    <a:pt x="12623" y="103996"/>
                  </a:lnTo>
                  <a:lnTo>
                    <a:pt x="19960" y="116120"/>
                  </a:lnTo>
                  <a:lnTo>
                    <a:pt x="50987" y="215164"/>
                  </a:lnTo>
                  <a:lnTo>
                    <a:pt x="60877" y="267375"/>
                  </a:lnTo>
                  <a:lnTo>
                    <a:pt x="66793" y="324460"/>
                  </a:lnTo>
                  <a:lnTo>
                    <a:pt x="69627" y="383286"/>
                  </a:lnTo>
                  <a:lnTo>
                    <a:pt x="70276" y="440719"/>
                  </a:lnTo>
                  <a:lnTo>
                    <a:pt x="69632" y="493626"/>
                  </a:lnTo>
                  <a:lnTo>
                    <a:pt x="68589" y="538874"/>
                  </a:lnTo>
                  <a:lnTo>
                    <a:pt x="68043" y="573329"/>
                  </a:lnTo>
                  <a:lnTo>
                    <a:pt x="85312" y="603763"/>
                  </a:lnTo>
                  <a:lnTo>
                    <a:pt x="99655" y="614206"/>
                  </a:lnTo>
                  <a:lnTo>
                    <a:pt x="118801" y="604924"/>
                  </a:lnTo>
                  <a:lnTo>
                    <a:pt x="150479" y="576187"/>
                  </a:lnTo>
                  <a:lnTo>
                    <a:pt x="152879" y="481439"/>
                  </a:lnTo>
                  <a:lnTo>
                    <a:pt x="153324" y="374358"/>
                  </a:lnTo>
                  <a:lnTo>
                    <a:pt x="147059" y="195875"/>
                  </a:lnTo>
                  <a:lnTo>
                    <a:pt x="135161" y="97830"/>
                  </a:lnTo>
                  <a:lnTo>
                    <a:pt x="108802" y="45526"/>
                  </a:lnTo>
                  <a:lnTo>
                    <a:pt x="59153" y="4267"/>
                  </a:lnTo>
                  <a:lnTo>
                    <a:pt x="19863" y="0"/>
                  </a:lnTo>
                  <a:close/>
                </a:path>
              </a:pathLst>
            </a:custGeom>
            <a:solidFill>
              <a:srgbClr val="DCDBEC"/>
            </a:solidFill>
          </p:spPr>
          <p:txBody>
            <a:bodyPr wrap="square" lIns="0" tIns="0" rIns="0" bIns="0" rtlCol="0"/>
            <a:lstStyle/>
            <a:p>
              <a:endParaRPr sz="1616"/>
            </a:p>
          </p:txBody>
        </p:sp>
      </p:grpSp>
      <p:pic>
        <p:nvPicPr>
          <p:cNvPr id="80" name="object 71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8429419" y="5017477"/>
            <a:ext cx="128103" cy="103819"/>
          </a:xfrm>
          <a:prstGeom prst="rect">
            <a:avLst/>
          </a:prstGeom>
        </p:spPr>
      </p:pic>
      <p:grpSp>
        <p:nvGrpSpPr>
          <p:cNvPr id="81" name="object 72"/>
          <p:cNvGrpSpPr/>
          <p:nvPr/>
        </p:nvGrpSpPr>
        <p:grpSpPr>
          <a:xfrm>
            <a:off x="8747959" y="4833928"/>
            <a:ext cx="198752" cy="287978"/>
            <a:chOff x="3773589" y="6029920"/>
            <a:chExt cx="267335" cy="387350"/>
          </a:xfrm>
        </p:grpSpPr>
        <p:sp>
          <p:nvSpPr>
            <p:cNvPr id="82" name="object 73"/>
            <p:cNvSpPr/>
            <p:nvPr/>
          </p:nvSpPr>
          <p:spPr>
            <a:xfrm>
              <a:off x="3819963" y="6029920"/>
              <a:ext cx="207010" cy="387350"/>
            </a:xfrm>
            <a:custGeom>
              <a:avLst/>
              <a:gdLst/>
              <a:ahLst/>
              <a:cxnLst/>
              <a:rect l="l" t="t" r="r" b="b"/>
              <a:pathLst>
                <a:path w="207010" h="387350">
                  <a:moveTo>
                    <a:pt x="124428" y="0"/>
                  </a:moveTo>
                  <a:lnTo>
                    <a:pt x="58191" y="14655"/>
                  </a:lnTo>
                  <a:lnTo>
                    <a:pt x="12795" y="35560"/>
                  </a:lnTo>
                  <a:lnTo>
                    <a:pt x="593" y="158485"/>
                  </a:lnTo>
                  <a:lnTo>
                    <a:pt x="0" y="236053"/>
                  </a:lnTo>
                  <a:lnTo>
                    <a:pt x="14141" y="301198"/>
                  </a:lnTo>
                  <a:lnTo>
                    <a:pt x="46145" y="386854"/>
                  </a:lnTo>
                  <a:lnTo>
                    <a:pt x="118802" y="225564"/>
                  </a:lnTo>
                  <a:lnTo>
                    <a:pt x="159724" y="136805"/>
                  </a:lnTo>
                  <a:lnTo>
                    <a:pt x="183944" y="89083"/>
                  </a:lnTo>
                  <a:lnTo>
                    <a:pt x="206495" y="50901"/>
                  </a:lnTo>
                  <a:lnTo>
                    <a:pt x="194565" y="41265"/>
                  </a:lnTo>
                  <a:lnTo>
                    <a:pt x="173624" y="26174"/>
                  </a:lnTo>
                  <a:lnTo>
                    <a:pt x="148602" y="10721"/>
                  </a:lnTo>
                  <a:lnTo>
                    <a:pt x="124428" y="0"/>
                  </a:lnTo>
                  <a:close/>
                </a:path>
              </a:pathLst>
            </a:custGeom>
            <a:solidFill>
              <a:srgbClr val="F1F0F7"/>
            </a:solidFill>
          </p:spPr>
          <p:txBody>
            <a:bodyPr wrap="square" lIns="0" tIns="0" rIns="0" bIns="0" rtlCol="0"/>
            <a:lstStyle/>
            <a:p>
              <a:endParaRPr sz="1616"/>
            </a:p>
          </p:txBody>
        </p:sp>
        <p:sp>
          <p:nvSpPr>
            <p:cNvPr id="83" name="object 74"/>
            <p:cNvSpPr/>
            <p:nvPr/>
          </p:nvSpPr>
          <p:spPr>
            <a:xfrm>
              <a:off x="3773589" y="6065481"/>
              <a:ext cx="267335" cy="351790"/>
            </a:xfrm>
            <a:custGeom>
              <a:avLst/>
              <a:gdLst/>
              <a:ahLst/>
              <a:cxnLst/>
              <a:rect l="l" t="t" r="r" b="b"/>
              <a:pathLst>
                <a:path w="267335" h="351789">
                  <a:moveTo>
                    <a:pt x="92519" y="351294"/>
                  </a:moveTo>
                  <a:lnTo>
                    <a:pt x="84620" y="313182"/>
                  </a:lnTo>
                  <a:lnTo>
                    <a:pt x="77050" y="262699"/>
                  </a:lnTo>
                  <a:lnTo>
                    <a:pt x="70218" y="204851"/>
                  </a:lnTo>
                  <a:lnTo>
                    <a:pt x="64579" y="144653"/>
                  </a:lnTo>
                  <a:lnTo>
                    <a:pt x="60566" y="87109"/>
                  </a:lnTo>
                  <a:lnTo>
                    <a:pt x="58623" y="37223"/>
                  </a:lnTo>
                  <a:lnTo>
                    <a:pt x="59169" y="0"/>
                  </a:lnTo>
                  <a:lnTo>
                    <a:pt x="30340" y="54292"/>
                  </a:lnTo>
                  <a:lnTo>
                    <a:pt x="14566" y="90678"/>
                  </a:lnTo>
                  <a:lnTo>
                    <a:pt x="6299" y="125628"/>
                  </a:lnTo>
                  <a:lnTo>
                    <a:pt x="0" y="175602"/>
                  </a:lnTo>
                  <a:lnTo>
                    <a:pt x="41998" y="202323"/>
                  </a:lnTo>
                  <a:lnTo>
                    <a:pt x="24828" y="236689"/>
                  </a:lnTo>
                  <a:lnTo>
                    <a:pt x="41059" y="285775"/>
                  </a:lnTo>
                  <a:lnTo>
                    <a:pt x="53530" y="314071"/>
                  </a:lnTo>
                  <a:lnTo>
                    <a:pt x="68554" y="332333"/>
                  </a:lnTo>
                  <a:lnTo>
                    <a:pt x="92519" y="351294"/>
                  </a:lnTo>
                  <a:close/>
                </a:path>
                <a:path w="267335" h="351789">
                  <a:moveTo>
                    <a:pt x="266865" y="192874"/>
                  </a:moveTo>
                  <a:lnTo>
                    <a:pt x="266636" y="168897"/>
                  </a:lnTo>
                  <a:lnTo>
                    <a:pt x="265112" y="114134"/>
                  </a:lnTo>
                  <a:lnTo>
                    <a:pt x="260959" y="54368"/>
                  </a:lnTo>
                  <a:lnTo>
                    <a:pt x="252869" y="15354"/>
                  </a:lnTo>
                  <a:lnTo>
                    <a:pt x="230682" y="44221"/>
                  </a:lnTo>
                  <a:lnTo>
                    <a:pt x="206578" y="88836"/>
                  </a:lnTo>
                  <a:lnTo>
                    <a:pt x="165531" y="180708"/>
                  </a:lnTo>
                  <a:lnTo>
                    <a:pt x="92519" y="351294"/>
                  </a:lnTo>
                  <a:lnTo>
                    <a:pt x="194322" y="263499"/>
                  </a:lnTo>
                  <a:lnTo>
                    <a:pt x="177165" y="225336"/>
                  </a:lnTo>
                  <a:lnTo>
                    <a:pt x="266865" y="192874"/>
                  </a:lnTo>
                  <a:close/>
                </a:path>
              </a:pathLst>
            </a:custGeom>
            <a:solidFill>
              <a:srgbClr val="DCDBEC"/>
            </a:solidFill>
          </p:spPr>
          <p:txBody>
            <a:bodyPr wrap="square" lIns="0" tIns="0" rIns="0" bIns="0" rtlCol="0"/>
            <a:lstStyle/>
            <a:p>
              <a:endParaRPr sz="1616"/>
            </a:p>
          </p:txBody>
        </p:sp>
      </p:grpSp>
      <p:sp>
        <p:nvSpPr>
          <p:cNvPr id="84" name="object 75"/>
          <p:cNvSpPr/>
          <p:nvPr/>
        </p:nvSpPr>
        <p:spPr>
          <a:xfrm>
            <a:off x="8807279" y="5155598"/>
            <a:ext cx="13219" cy="13219"/>
          </a:xfrm>
          <a:custGeom>
            <a:avLst/>
            <a:gdLst/>
            <a:ahLst/>
            <a:cxnLst/>
            <a:rect l="l" t="t" r="r" b="b"/>
            <a:pathLst>
              <a:path w="17779" h="17779">
                <a:moveTo>
                  <a:pt x="13334" y="0"/>
                </a:moveTo>
                <a:lnTo>
                  <a:pt x="3860" y="0"/>
                </a:lnTo>
                <a:lnTo>
                  <a:pt x="0" y="3835"/>
                </a:lnTo>
                <a:lnTo>
                  <a:pt x="0" y="13335"/>
                </a:lnTo>
                <a:lnTo>
                  <a:pt x="3860" y="17170"/>
                </a:lnTo>
                <a:lnTo>
                  <a:pt x="13334" y="17170"/>
                </a:lnTo>
                <a:lnTo>
                  <a:pt x="17195" y="13335"/>
                </a:lnTo>
                <a:lnTo>
                  <a:pt x="17195" y="8585"/>
                </a:lnTo>
                <a:lnTo>
                  <a:pt x="17195" y="3835"/>
                </a:lnTo>
                <a:lnTo>
                  <a:pt x="13334" y="0"/>
                </a:lnTo>
                <a:close/>
              </a:path>
            </a:pathLst>
          </a:custGeom>
          <a:solidFill>
            <a:srgbClr val="535FA2"/>
          </a:solidFill>
        </p:spPr>
        <p:txBody>
          <a:bodyPr wrap="square" lIns="0" tIns="0" rIns="0" bIns="0" rtlCol="0"/>
          <a:lstStyle/>
          <a:p>
            <a:endParaRPr sz="1616"/>
          </a:p>
        </p:txBody>
      </p:sp>
      <p:sp>
        <p:nvSpPr>
          <p:cNvPr id="85" name="object 76"/>
          <p:cNvSpPr/>
          <p:nvPr/>
        </p:nvSpPr>
        <p:spPr>
          <a:xfrm>
            <a:off x="8803033" y="5240034"/>
            <a:ext cx="13219" cy="13219"/>
          </a:xfrm>
          <a:custGeom>
            <a:avLst/>
            <a:gdLst/>
            <a:ahLst/>
            <a:cxnLst/>
            <a:rect l="l" t="t" r="r" b="b"/>
            <a:pathLst>
              <a:path w="17779" h="17779">
                <a:moveTo>
                  <a:pt x="13334" y="0"/>
                </a:moveTo>
                <a:lnTo>
                  <a:pt x="3835" y="0"/>
                </a:lnTo>
                <a:lnTo>
                  <a:pt x="0" y="3848"/>
                </a:lnTo>
                <a:lnTo>
                  <a:pt x="0" y="13334"/>
                </a:lnTo>
                <a:lnTo>
                  <a:pt x="3835" y="17183"/>
                </a:lnTo>
                <a:lnTo>
                  <a:pt x="13334" y="17183"/>
                </a:lnTo>
                <a:lnTo>
                  <a:pt x="17170" y="13334"/>
                </a:lnTo>
                <a:lnTo>
                  <a:pt x="17170" y="8597"/>
                </a:lnTo>
                <a:lnTo>
                  <a:pt x="17170" y="3848"/>
                </a:lnTo>
                <a:lnTo>
                  <a:pt x="13334" y="0"/>
                </a:lnTo>
                <a:close/>
              </a:path>
            </a:pathLst>
          </a:custGeom>
          <a:solidFill>
            <a:srgbClr val="535FA2"/>
          </a:solidFill>
        </p:spPr>
        <p:txBody>
          <a:bodyPr wrap="square" lIns="0" tIns="0" rIns="0" bIns="0" rtlCol="0"/>
          <a:lstStyle/>
          <a:p>
            <a:endParaRPr sz="1616"/>
          </a:p>
        </p:txBody>
      </p:sp>
      <p:grpSp>
        <p:nvGrpSpPr>
          <p:cNvPr id="86" name="object 77"/>
          <p:cNvGrpSpPr/>
          <p:nvPr/>
        </p:nvGrpSpPr>
        <p:grpSpPr>
          <a:xfrm>
            <a:off x="8755472" y="4583942"/>
            <a:ext cx="204417" cy="364457"/>
            <a:chOff x="3783695" y="5693673"/>
            <a:chExt cx="274955" cy="490220"/>
          </a:xfrm>
        </p:grpSpPr>
        <p:pic>
          <p:nvPicPr>
            <p:cNvPr id="87" name="object 78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3832754" y="5966767"/>
              <a:ext cx="184337" cy="216501"/>
            </a:xfrm>
            <a:prstGeom prst="rect">
              <a:avLst/>
            </a:prstGeom>
          </p:spPr>
        </p:pic>
        <p:sp>
          <p:nvSpPr>
            <p:cNvPr id="88" name="object 79"/>
            <p:cNvSpPr/>
            <p:nvPr/>
          </p:nvSpPr>
          <p:spPr>
            <a:xfrm>
              <a:off x="3784765" y="5723622"/>
              <a:ext cx="257175" cy="339725"/>
            </a:xfrm>
            <a:custGeom>
              <a:avLst/>
              <a:gdLst/>
              <a:ahLst/>
              <a:cxnLst/>
              <a:rect l="l" t="t" r="r" b="b"/>
              <a:pathLst>
                <a:path w="257175" h="339725">
                  <a:moveTo>
                    <a:pt x="112275" y="0"/>
                  </a:moveTo>
                  <a:lnTo>
                    <a:pt x="73607" y="12399"/>
                  </a:lnTo>
                  <a:lnTo>
                    <a:pt x="41387" y="37288"/>
                  </a:lnTo>
                  <a:lnTo>
                    <a:pt x="17557" y="73230"/>
                  </a:lnTo>
                  <a:lnTo>
                    <a:pt x="4062" y="118793"/>
                  </a:lnTo>
                  <a:lnTo>
                    <a:pt x="0" y="182179"/>
                  </a:lnTo>
                  <a:lnTo>
                    <a:pt x="5130" y="242171"/>
                  </a:lnTo>
                  <a:lnTo>
                    <a:pt x="16654" y="290576"/>
                  </a:lnTo>
                  <a:lnTo>
                    <a:pt x="50595" y="332022"/>
                  </a:lnTo>
                  <a:lnTo>
                    <a:pt x="98631" y="339288"/>
                  </a:lnTo>
                  <a:lnTo>
                    <a:pt x="123454" y="334122"/>
                  </a:lnTo>
                  <a:lnTo>
                    <a:pt x="183052" y="305937"/>
                  </a:lnTo>
                  <a:lnTo>
                    <a:pt x="212687" y="278433"/>
                  </a:lnTo>
                  <a:lnTo>
                    <a:pt x="234325" y="238186"/>
                  </a:lnTo>
                  <a:lnTo>
                    <a:pt x="251990" y="170808"/>
                  </a:lnTo>
                  <a:lnTo>
                    <a:pt x="256902" y="117419"/>
                  </a:lnTo>
                  <a:lnTo>
                    <a:pt x="250927" y="76338"/>
                  </a:lnTo>
                  <a:lnTo>
                    <a:pt x="213773" y="24388"/>
                  </a:lnTo>
                  <a:lnTo>
                    <a:pt x="155446" y="1522"/>
                  </a:lnTo>
                  <a:lnTo>
                    <a:pt x="112275" y="0"/>
                  </a:lnTo>
                  <a:close/>
                </a:path>
              </a:pathLst>
            </a:custGeom>
            <a:solidFill>
              <a:srgbClr val="F4DCCB"/>
            </a:solidFill>
          </p:spPr>
          <p:txBody>
            <a:bodyPr wrap="square" lIns="0" tIns="0" rIns="0" bIns="0" rtlCol="0"/>
            <a:lstStyle/>
            <a:p>
              <a:endParaRPr sz="1616"/>
            </a:p>
          </p:txBody>
        </p:sp>
        <p:sp>
          <p:nvSpPr>
            <p:cNvPr id="89" name="object 80"/>
            <p:cNvSpPr/>
            <p:nvPr/>
          </p:nvSpPr>
          <p:spPr>
            <a:xfrm>
              <a:off x="3783695" y="5693673"/>
              <a:ext cx="274955" cy="290195"/>
            </a:xfrm>
            <a:custGeom>
              <a:avLst/>
              <a:gdLst/>
              <a:ahLst/>
              <a:cxnLst/>
              <a:rect l="l" t="t" r="r" b="b"/>
              <a:pathLst>
                <a:path w="274954" h="290195">
                  <a:moveTo>
                    <a:pt x="271507" y="174249"/>
                  </a:moveTo>
                  <a:lnTo>
                    <a:pt x="229563" y="174249"/>
                  </a:lnTo>
                  <a:lnTo>
                    <a:pt x="236720" y="189593"/>
                  </a:lnTo>
                  <a:lnTo>
                    <a:pt x="236669" y="211787"/>
                  </a:lnTo>
                  <a:lnTo>
                    <a:pt x="229913" y="228251"/>
                  </a:lnTo>
                  <a:lnTo>
                    <a:pt x="221547" y="238987"/>
                  </a:lnTo>
                  <a:lnTo>
                    <a:pt x="216667" y="244000"/>
                  </a:lnTo>
                  <a:lnTo>
                    <a:pt x="218550" y="261356"/>
                  </a:lnTo>
                  <a:lnTo>
                    <a:pt x="220967" y="273344"/>
                  </a:lnTo>
                  <a:lnTo>
                    <a:pt x="223387" y="282112"/>
                  </a:lnTo>
                  <a:lnTo>
                    <a:pt x="225277" y="289809"/>
                  </a:lnTo>
                  <a:lnTo>
                    <a:pt x="245763" y="258046"/>
                  </a:lnTo>
                  <a:lnTo>
                    <a:pt x="263920" y="210355"/>
                  </a:lnTo>
                  <a:lnTo>
                    <a:pt x="271507" y="174249"/>
                  </a:lnTo>
                  <a:close/>
                </a:path>
                <a:path w="274954" h="290195">
                  <a:moveTo>
                    <a:pt x="274303" y="129484"/>
                  </a:moveTo>
                  <a:lnTo>
                    <a:pt x="182326" y="129484"/>
                  </a:lnTo>
                  <a:lnTo>
                    <a:pt x="176657" y="157322"/>
                  </a:lnTo>
                  <a:lnTo>
                    <a:pt x="176440" y="168840"/>
                  </a:lnTo>
                  <a:lnTo>
                    <a:pt x="176357" y="173261"/>
                  </a:lnTo>
                  <a:lnTo>
                    <a:pt x="182858" y="183295"/>
                  </a:lnTo>
                  <a:lnTo>
                    <a:pt x="197591" y="193416"/>
                  </a:lnTo>
                  <a:lnTo>
                    <a:pt x="201414" y="218219"/>
                  </a:lnTo>
                  <a:lnTo>
                    <a:pt x="205211" y="206789"/>
                  </a:lnTo>
                  <a:lnTo>
                    <a:pt x="208081" y="203919"/>
                  </a:lnTo>
                  <a:lnTo>
                    <a:pt x="211974" y="186728"/>
                  </a:lnTo>
                  <a:lnTo>
                    <a:pt x="212024" y="186509"/>
                  </a:lnTo>
                  <a:lnTo>
                    <a:pt x="220258" y="174920"/>
                  </a:lnTo>
                  <a:lnTo>
                    <a:pt x="229563" y="174249"/>
                  </a:lnTo>
                  <a:lnTo>
                    <a:pt x="271507" y="174249"/>
                  </a:lnTo>
                  <a:lnTo>
                    <a:pt x="274919" y="158011"/>
                  </a:lnTo>
                  <a:lnTo>
                    <a:pt x="274303" y="129484"/>
                  </a:lnTo>
                  <a:close/>
                </a:path>
                <a:path w="274954" h="290195">
                  <a:moveTo>
                    <a:pt x="86068" y="0"/>
                  </a:moveTo>
                  <a:lnTo>
                    <a:pt x="21741" y="862"/>
                  </a:lnTo>
                  <a:lnTo>
                    <a:pt x="0" y="55050"/>
                  </a:lnTo>
                  <a:lnTo>
                    <a:pt x="836" y="157322"/>
                  </a:lnTo>
                  <a:lnTo>
                    <a:pt x="930" y="168840"/>
                  </a:lnTo>
                  <a:lnTo>
                    <a:pt x="983" y="175268"/>
                  </a:lnTo>
                  <a:lnTo>
                    <a:pt x="65017" y="187440"/>
                  </a:lnTo>
                  <a:lnTo>
                    <a:pt x="105251" y="186728"/>
                  </a:lnTo>
                  <a:lnTo>
                    <a:pt x="138687" y="168840"/>
                  </a:lnTo>
                  <a:lnTo>
                    <a:pt x="182326" y="129484"/>
                  </a:lnTo>
                  <a:lnTo>
                    <a:pt x="274303" y="129484"/>
                  </a:lnTo>
                  <a:lnTo>
                    <a:pt x="266533" y="82173"/>
                  </a:lnTo>
                  <a:lnTo>
                    <a:pt x="241716" y="52708"/>
                  </a:lnTo>
                  <a:lnTo>
                    <a:pt x="212844" y="39759"/>
                  </a:lnTo>
                  <a:lnTo>
                    <a:pt x="86068" y="0"/>
                  </a:lnTo>
                  <a:close/>
                </a:path>
              </a:pathLst>
            </a:custGeom>
            <a:solidFill>
              <a:srgbClr val="4C4C4E"/>
            </a:solidFill>
          </p:spPr>
          <p:txBody>
            <a:bodyPr wrap="square" lIns="0" tIns="0" rIns="0" bIns="0" rtlCol="0"/>
            <a:lstStyle/>
            <a:p>
              <a:endParaRPr sz="1616"/>
            </a:p>
          </p:txBody>
        </p:sp>
      </p:grpSp>
      <p:sp>
        <p:nvSpPr>
          <p:cNvPr id="90" name="object 81"/>
          <p:cNvSpPr/>
          <p:nvPr/>
        </p:nvSpPr>
        <p:spPr>
          <a:xfrm>
            <a:off x="6888326" y="5005592"/>
            <a:ext cx="277592" cy="126994"/>
          </a:xfrm>
          <a:custGeom>
            <a:avLst/>
            <a:gdLst/>
            <a:ahLst/>
            <a:cxnLst/>
            <a:rect l="l" t="t" r="r" b="b"/>
            <a:pathLst>
              <a:path w="373380" h="170814">
                <a:moveTo>
                  <a:pt x="111950" y="139407"/>
                </a:moveTo>
                <a:lnTo>
                  <a:pt x="109512" y="127304"/>
                </a:lnTo>
                <a:lnTo>
                  <a:pt x="105079" y="120751"/>
                </a:lnTo>
                <a:lnTo>
                  <a:pt x="102831" y="117424"/>
                </a:lnTo>
                <a:lnTo>
                  <a:pt x="99504" y="115189"/>
                </a:lnTo>
                <a:lnTo>
                  <a:pt x="99504" y="139407"/>
                </a:lnTo>
                <a:lnTo>
                  <a:pt x="98044" y="146659"/>
                </a:lnTo>
                <a:lnTo>
                  <a:pt x="94043" y="152590"/>
                </a:lnTo>
                <a:lnTo>
                  <a:pt x="88112" y="156591"/>
                </a:lnTo>
                <a:lnTo>
                  <a:pt x="80848" y="158064"/>
                </a:lnTo>
                <a:lnTo>
                  <a:pt x="73596" y="156591"/>
                </a:lnTo>
                <a:lnTo>
                  <a:pt x="67665" y="152590"/>
                </a:lnTo>
                <a:lnTo>
                  <a:pt x="63665" y="146659"/>
                </a:lnTo>
                <a:lnTo>
                  <a:pt x="62191" y="139407"/>
                </a:lnTo>
                <a:lnTo>
                  <a:pt x="63665" y="132156"/>
                </a:lnTo>
                <a:lnTo>
                  <a:pt x="67665" y="126225"/>
                </a:lnTo>
                <a:lnTo>
                  <a:pt x="73596" y="122224"/>
                </a:lnTo>
                <a:lnTo>
                  <a:pt x="80848" y="120751"/>
                </a:lnTo>
                <a:lnTo>
                  <a:pt x="88112" y="122224"/>
                </a:lnTo>
                <a:lnTo>
                  <a:pt x="94043" y="126225"/>
                </a:lnTo>
                <a:lnTo>
                  <a:pt x="98044" y="132156"/>
                </a:lnTo>
                <a:lnTo>
                  <a:pt x="99504" y="139407"/>
                </a:lnTo>
                <a:lnTo>
                  <a:pt x="99504" y="115189"/>
                </a:lnTo>
                <a:lnTo>
                  <a:pt x="92951" y="110756"/>
                </a:lnTo>
                <a:lnTo>
                  <a:pt x="80848" y="108305"/>
                </a:lnTo>
                <a:lnTo>
                  <a:pt x="68757" y="110756"/>
                </a:lnTo>
                <a:lnTo>
                  <a:pt x="58877" y="117424"/>
                </a:lnTo>
                <a:lnTo>
                  <a:pt x="52197" y="127304"/>
                </a:lnTo>
                <a:lnTo>
                  <a:pt x="49745" y="139407"/>
                </a:lnTo>
                <a:lnTo>
                  <a:pt x="52197" y="151498"/>
                </a:lnTo>
                <a:lnTo>
                  <a:pt x="58877" y="161378"/>
                </a:lnTo>
                <a:lnTo>
                  <a:pt x="68757" y="168046"/>
                </a:lnTo>
                <a:lnTo>
                  <a:pt x="80848" y="170497"/>
                </a:lnTo>
                <a:lnTo>
                  <a:pt x="92951" y="168046"/>
                </a:lnTo>
                <a:lnTo>
                  <a:pt x="102831" y="161378"/>
                </a:lnTo>
                <a:lnTo>
                  <a:pt x="105079" y="158064"/>
                </a:lnTo>
                <a:lnTo>
                  <a:pt x="109512" y="151498"/>
                </a:lnTo>
                <a:lnTo>
                  <a:pt x="111950" y="139407"/>
                </a:lnTo>
                <a:close/>
              </a:path>
              <a:path w="373380" h="170814">
                <a:moveTo>
                  <a:pt x="323418" y="139407"/>
                </a:moveTo>
                <a:lnTo>
                  <a:pt x="320967" y="127304"/>
                </a:lnTo>
                <a:lnTo>
                  <a:pt x="316547" y="120751"/>
                </a:lnTo>
                <a:lnTo>
                  <a:pt x="314299" y="117424"/>
                </a:lnTo>
                <a:lnTo>
                  <a:pt x="310972" y="115189"/>
                </a:lnTo>
                <a:lnTo>
                  <a:pt x="310972" y="139407"/>
                </a:lnTo>
                <a:lnTo>
                  <a:pt x="309499" y="146659"/>
                </a:lnTo>
                <a:lnTo>
                  <a:pt x="305498" y="152590"/>
                </a:lnTo>
                <a:lnTo>
                  <a:pt x="299567" y="156591"/>
                </a:lnTo>
                <a:lnTo>
                  <a:pt x="292315" y="158064"/>
                </a:lnTo>
                <a:lnTo>
                  <a:pt x="285064" y="156591"/>
                </a:lnTo>
                <a:lnTo>
                  <a:pt x="279133" y="152590"/>
                </a:lnTo>
                <a:lnTo>
                  <a:pt x="275132" y="146659"/>
                </a:lnTo>
                <a:lnTo>
                  <a:pt x="273659" y="139407"/>
                </a:lnTo>
                <a:lnTo>
                  <a:pt x="275132" y="132156"/>
                </a:lnTo>
                <a:lnTo>
                  <a:pt x="279133" y="126225"/>
                </a:lnTo>
                <a:lnTo>
                  <a:pt x="285064" y="122224"/>
                </a:lnTo>
                <a:lnTo>
                  <a:pt x="292315" y="120751"/>
                </a:lnTo>
                <a:lnTo>
                  <a:pt x="299567" y="122224"/>
                </a:lnTo>
                <a:lnTo>
                  <a:pt x="305498" y="126225"/>
                </a:lnTo>
                <a:lnTo>
                  <a:pt x="309499" y="132156"/>
                </a:lnTo>
                <a:lnTo>
                  <a:pt x="310972" y="139407"/>
                </a:lnTo>
                <a:lnTo>
                  <a:pt x="310972" y="115189"/>
                </a:lnTo>
                <a:lnTo>
                  <a:pt x="304406" y="110756"/>
                </a:lnTo>
                <a:lnTo>
                  <a:pt x="292315" y="108305"/>
                </a:lnTo>
                <a:lnTo>
                  <a:pt x="280225" y="110756"/>
                </a:lnTo>
                <a:lnTo>
                  <a:pt x="270332" y="117424"/>
                </a:lnTo>
                <a:lnTo>
                  <a:pt x="263664" y="127304"/>
                </a:lnTo>
                <a:lnTo>
                  <a:pt x="261213" y="139407"/>
                </a:lnTo>
                <a:lnTo>
                  <a:pt x="263664" y="151498"/>
                </a:lnTo>
                <a:lnTo>
                  <a:pt x="270332" y="161378"/>
                </a:lnTo>
                <a:lnTo>
                  <a:pt x="280225" y="168046"/>
                </a:lnTo>
                <a:lnTo>
                  <a:pt x="292315" y="170497"/>
                </a:lnTo>
                <a:lnTo>
                  <a:pt x="304406" y="168046"/>
                </a:lnTo>
                <a:lnTo>
                  <a:pt x="314299" y="161378"/>
                </a:lnTo>
                <a:lnTo>
                  <a:pt x="316534" y="158064"/>
                </a:lnTo>
                <a:lnTo>
                  <a:pt x="320967" y="151498"/>
                </a:lnTo>
                <a:lnTo>
                  <a:pt x="323418" y="139407"/>
                </a:lnTo>
                <a:close/>
              </a:path>
              <a:path w="373380" h="170814">
                <a:moveTo>
                  <a:pt x="373164" y="111099"/>
                </a:moveTo>
                <a:lnTo>
                  <a:pt x="370370" y="108305"/>
                </a:lnTo>
                <a:lnTo>
                  <a:pt x="366941" y="108305"/>
                </a:lnTo>
                <a:lnTo>
                  <a:pt x="366941" y="95872"/>
                </a:lnTo>
                <a:lnTo>
                  <a:pt x="366941" y="68313"/>
                </a:lnTo>
                <a:lnTo>
                  <a:pt x="365226" y="65938"/>
                </a:lnTo>
                <a:lnTo>
                  <a:pt x="327596" y="53390"/>
                </a:lnTo>
                <a:lnTo>
                  <a:pt x="326898" y="52362"/>
                </a:lnTo>
                <a:lnTo>
                  <a:pt x="316496" y="37007"/>
                </a:lnTo>
                <a:lnTo>
                  <a:pt x="310210" y="30657"/>
                </a:lnTo>
                <a:lnTo>
                  <a:pt x="310210" y="49377"/>
                </a:lnTo>
                <a:lnTo>
                  <a:pt x="308775" y="52362"/>
                </a:lnTo>
                <a:lnTo>
                  <a:pt x="287578" y="52362"/>
                </a:lnTo>
                <a:lnTo>
                  <a:pt x="286194" y="50965"/>
                </a:lnTo>
                <a:lnTo>
                  <a:pt x="286321" y="34810"/>
                </a:lnTo>
                <a:lnTo>
                  <a:pt x="286359" y="29768"/>
                </a:lnTo>
                <a:lnTo>
                  <a:pt x="310210" y="49377"/>
                </a:lnTo>
                <a:lnTo>
                  <a:pt x="310210" y="30657"/>
                </a:lnTo>
                <a:lnTo>
                  <a:pt x="307962" y="28371"/>
                </a:lnTo>
                <a:lnTo>
                  <a:pt x="301929" y="22275"/>
                </a:lnTo>
                <a:lnTo>
                  <a:pt x="285165" y="12128"/>
                </a:lnTo>
                <a:lnTo>
                  <a:pt x="282333" y="10414"/>
                </a:lnTo>
                <a:lnTo>
                  <a:pt x="274002" y="7962"/>
                </a:lnTo>
                <a:lnTo>
                  <a:pt x="274002" y="21336"/>
                </a:lnTo>
                <a:lnTo>
                  <a:pt x="273939" y="28371"/>
                </a:lnTo>
                <a:lnTo>
                  <a:pt x="273824" y="40652"/>
                </a:lnTo>
                <a:lnTo>
                  <a:pt x="273723" y="50965"/>
                </a:lnTo>
                <a:lnTo>
                  <a:pt x="272300" y="52362"/>
                </a:lnTo>
                <a:lnTo>
                  <a:pt x="212877" y="52362"/>
                </a:lnTo>
                <a:lnTo>
                  <a:pt x="211480" y="50965"/>
                </a:lnTo>
                <a:lnTo>
                  <a:pt x="211455" y="13538"/>
                </a:lnTo>
                <a:lnTo>
                  <a:pt x="212166" y="12814"/>
                </a:lnTo>
                <a:lnTo>
                  <a:pt x="212826" y="12128"/>
                </a:lnTo>
                <a:lnTo>
                  <a:pt x="214553" y="12128"/>
                </a:lnTo>
                <a:lnTo>
                  <a:pt x="223989" y="12293"/>
                </a:lnTo>
                <a:lnTo>
                  <a:pt x="266585" y="17716"/>
                </a:lnTo>
                <a:lnTo>
                  <a:pt x="274002" y="21336"/>
                </a:lnTo>
                <a:lnTo>
                  <a:pt x="274002" y="7962"/>
                </a:lnTo>
                <a:lnTo>
                  <a:pt x="256070" y="2667"/>
                </a:lnTo>
                <a:lnTo>
                  <a:pt x="256425" y="2667"/>
                </a:lnTo>
                <a:lnTo>
                  <a:pt x="203733" y="0"/>
                </a:lnTo>
                <a:lnTo>
                  <a:pt x="199021" y="787"/>
                </a:lnTo>
                <a:lnTo>
                  <a:pt x="199021" y="14262"/>
                </a:lnTo>
                <a:lnTo>
                  <a:pt x="198996" y="50965"/>
                </a:lnTo>
                <a:lnTo>
                  <a:pt x="197599" y="52362"/>
                </a:lnTo>
                <a:lnTo>
                  <a:pt x="111937" y="52362"/>
                </a:lnTo>
                <a:lnTo>
                  <a:pt x="110617" y="48793"/>
                </a:lnTo>
                <a:lnTo>
                  <a:pt x="112737" y="46863"/>
                </a:lnTo>
                <a:lnTo>
                  <a:pt x="149580" y="23647"/>
                </a:lnTo>
                <a:lnTo>
                  <a:pt x="195592" y="12954"/>
                </a:lnTo>
                <a:lnTo>
                  <a:pt x="197192" y="12814"/>
                </a:lnTo>
                <a:lnTo>
                  <a:pt x="197434" y="12814"/>
                </a:lnTo>
                <a:lnTo>
                  <a:pt x="199021" y="14262"/>
                </a:lnTo>
                <a:lnTo>
                  <a:pt x="199021" y="787"/>
                </a:lnTo>
                <a:lnTo>
                  <a:pt x="158673" y="7429"/>
                </a:lnTo>
                <a:lnTo>
                  <a:pt x="120827" y="24904"/>
                </a:lnTo>
                <a:lnTo>
                  <a:pt x="90309" y="52362"/>
                </a:lnTo>
                <a:lnTo>
                  <a:pt x="70446" y="53606"/>
                </a:lnTo>
                <a:lnTo>
                  <a:pt x="20574" y="68529"/>
                </a:lnTo>
                <a:lnTo>
                  <a:pt x="6223" y="108305"/>
                </a:lnTo>
                <a:lnTo>
                  <a:pt x="2781" y="108305"/>
                </a:lnTo>
                <a:lnTo>
                  <a:pt x="0" y="111099"/>
                </a:lnTo>
                <a:lnTo>
                  <a:pt x="0" y="142836"/>
                </a:lnTo>
                <a:lnTo>
                  <a:pt x="2781" y="145618"/>
                </a:lnTo>
                <a:lnTo>
                  <a:pt x="34544" y="145618"/>
                </a:lnTo>
                <a:lnTo>
                  <a:pt x="37261" y="142836"/>
                </a:lnTo>
                <a:lnTo>
                  <a:pt x="37312" y="139407"/>
                </a:lnTo>
                <a:lnTo>
                  <a:pt x="40767" y="122453"/>
                </a:lnTo>
                <a:lnTo>
                  <a:pt x="50088" y="108623"/>
                </a:lnTo>
                <a:lnTo>
                  <a:pt x="50520" y="108305"/>
                </a:lnTo>
                <a:lnTo>
                  <a:pt x="63919" y="99288"/>
                </a:lnTo>
                <a:lnTo>
                  <a:pt x="80848" y="95872"/>
                </a:lnTo>
                <a:lnTo>
                  <a:pt x="97802" y="99288"/>
                </a:lnTo>
                <a:lnTo>
                  <a:pt x="111633" y="108623"/>
                </a:lnTo>
                <a:lnTo>
                  <a:pt x="120967" y="122453"/>
                </a:lnTo>
                <a:lnTo>
                  <a:pt x="124383" y="139407"/>
                </a:lnTo>
                <a:lnTo>
                  <a:pt x="123990" y="142836"/>
                </a:lnTo>
                <a:lnTo>
                  <a:pt x="123939" y="143179"/>
                </a:lnTo>
                <a:lnTo>
                  <a:pt x="126911" y="145618"/>
                </a:lnTo>
                <a:lnTo>
                  <a:pt x="245999" y="145618"/>
                </a:lnTo>
                <a:lnTo>
                  <a:pt x="248716" y="142836"/>
                </a:lnTo>
                <a:lnTo>
                  <a:pt x="248767" y="139407"/>
                </a:lnTo>
                <a:lnTo>
                  <a:pt x="252234" y="122453"/>
                </a:lnTo>
                <a:lnTo>
                  <a:pt x="261556" y="108623"/>
                </a:lnTo>
                <a:lnTo>
                  <a:pt x="261975" y="108305"/>
                </a:lnTo>
                <a:lnTo>
                  <a:pt x="275386" y="99288"/>
                </a:lnTo>
                <a:lnTo>
                  <a:pt x="292303" y="95872"/>
                </a:lnTo>
                <a:lnTo>
                  <a:pt x="309257" y="99288"/>
                </a:lnTo>
                <a:lnTo>
                  <a:pt x="323088" y="108623"/>
                </a:lnTo>
                <a:lnTo>
                  <a:pt x="332422" y="122453"/>
                </a:lnTo>
                <a:lnTo>
                  <a:pt x="335838" y="139407"/>
                </a:lnTo>
                <a:lnTo>
                  <a:pt x="335445" y="142836"/>
                </a:lnTo>
                <a:lnTo>
                  <a:pt x="335394" y="143179"/>
                </a:lnTo>
                <a:lnTo>
                  <a:pt x="338378" y="145618"/>
                </a:lnTo>
                <a:lnTo>
                  <a:pt x="370370" y="145618"/>
                </a:lnTo>
                <a:lnTo>
                  <a:pt x="373164" y="142836"/>
                </a:lnTo>
                <a:lnTo>
                  <a:pt x="373164" y="111099"/>
                </a:lnTo>
                <a:close/>
              </a:path>
            </a:pathLst>
          </a:custGeom>
          <a:solidFill>
            <a:srgbClr val="B8B7D8"/>
          </a:solidFill>
        </p:spPr>
        <p:txBody>
          <a:bodyPr wrap="square" lIns="0" tIns="0" rIns="0" bIns="0" rtlCol="0"/>
          <a:lstStyle/>
          <a:p>
            <a:endParaRPr sz="1616"/>
          </a:p>
        </p:txBody>
      </p:sp>
      <p:grpSp>
        <p:nvGrpSpPr>
          <p:cNvPr id="91" name="object 82"/>
          <p:cNvGrpSpPr/>
          <p:nvPr/>
        </p:nvGrpSpPr>
        <p:grpSpPr>
          <a:xfrm>
            <a:off x="6372416" y="4891466"/>
            <a:ext cx="398449" cy="241241"/>
            <a:chOff x="578327" y="6107313"/>
            <a:chExt cx="535940" cy="324485"/>
          </a:xfrm>
        </p:grpSpPr>
        <p:sp>
          <p:nvSpPr>
            <p:cNvPr id="92" name="object 83"/>
            <p:cNvSpPr/>
            <p:nvPr/>
          </p:nvSpPr>
          <p:spPr>
            <a:xfrm>
              <a:off x="751380" y="6107313"/>
              <a:ext cx="350520" cy="219075"/>
            </a:xfrm>
            <a:custGeom>
              <a:avLst/>
              <a:gdLst/>
              <a:ahLst/>
              <a:cxnLst/>
              <a:rect l="l" t="t" r="r" b="b"/>
              <a:pathLst>
                <a:path w="350519" h="219075">
                  <a:moveTo>
                    <a:pt x="350418" y="0"/>
                  </a:moveTo>
                  <a:lnTo>
                    <a:pt x="3670" y="0"/>
                  </a:lnTo>
                  <a:lnTo>
                    <a:pt x="3670" y="43040"/>
                  </a:lnTo>
                  <a:lnTo>
                    <a:pt x="0" y="43040"/>
                  </a:lnTo>
                  <a:lnTo>
                    <a:pt x="0" y="218757"/>
                  </a:lnTo>
                  <a:lnTo>
                    <a:pt x="79629" y="198348"/>
                  </a:lnTo>
                  <a:lnTo>
                    <a:pt x="90549" y="188614"/>
                  </a:lnTo>
                  <a:lnTo>
                    <a:pt x="104232" y="176939"/>
                  </a:lnTo>
                  <a:lnTo>
                    <a:pt x="149007" y="154014"/>
                  </a:lnTo>
                  <a:lnTo>
                    <a:pt x="207540" y="150240"/>
                  </a:lnTo>
                  <a:lnTo>
                    <a:pt x="228930" y="150012"/>
                  </a:lnTo>
                  <a:lnTo>
                    <a:pt x="247307" y="150177"/>
                  </a:lnTo>
                  <a:lnTo>
                    <a:pt x="299732" y="152577"/>
                  </a:lnTo>
                  <a:lnTo>
                    <a:pt x="350418" y="191769"/>
                  </a:lnTo>
                  <a:lnTo>
                    <a:pt x="350418" y="0"/>
                  </a:lnTo>
                  <a:close/>
                </a:path>
              </a:pathLst>
            </a:custGeom>
            <a:solidFill>
              <a:srgbClr val="B8B7D8"/>
            </a:solidFill>
          </p:spPr>
          <p:txBody>
            <a:bodyPr wrap="square" lIns="0" tIns="0" rIns="0" bIns="0" rtlCol="0"/>
            <a:lstStyle/>
            <a:p>
              <a:endParaRPr sz="1616"/>
            </a:p>
          </p:txBody>
        </p:sp>
        <p:pic>
          <p:nvPicPr>
            <p:cNvPr id="93" name="object 84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578327" y="6150052"/>
              <a:ext cx="168478" cy="223659"/>
            </a:xfrm>
            <a:prstGeom prst="rect">
              <a:avLst/>
            </a:prstGeom>
          </p:spPr>
        </p:pic>
        <p:sp>
          <p:nvSpPr>
            <p:cNvPr id="94" name="object 85"/>
            <p:cNvSpPr/>
            <p:nvPr/>
          </p:nvSpPr>
          <p:spPr>
            <a:xfrm>
              <a:off x="734775" y="6274018"/>
              <a:ext cx="379730" cy="157480"/>
            </a:xfrm>
            <a:custGeom>
              <a:avLst/>
              <a:gdLst/>
              <a:ahLst/>
              <a:cxnLst/>
              <a:rect l="l" t="t" r="r" b="b"/>
              <a:pathLst>
                <a:path w="379730" h="157479">
                  <a:moveTo>
                    <a:pt x="260462" y="0"/>
                  </a:moveTo>
                  <a:lnTo>
                    <a:pt x="210970" y="388"/>
                  </a:lnTo>
                  <a:lnTo>
                    <a:pt x="171925" y="2903"/>
                  </a:lnTo>
                  <a:lnTo>
                    <a:pt x="122073" y="29068"/>
                  </a:lnTo>
                  <a:lnTo>
                    <a:pt x="102222" y="46627"/>
                  </a:lnTo>
                  <a:lnTo>
                    <a:pt x="15646" y="68827"/>
                  </a:lnTo>
                  <a:lnTo>
                    <a:pt x="7569" y="91408"/>
                  </a:lnTo>
                  <a:lnTo>
                    <a:pt x="0" y="98037"/>
                  </a:lnTo>
                  <a:lnTo>
                    <a:pt x="5181" y="125456"/>
                  </a:lnTo>
                  <a:lnTo>
                    <a:pt x="11315" y="125456"/>
                  </a:lnTo>
                  <a:lnTo>
                    <a:pt x="11315" y="134664"/>
                  </a:lnTo>
                  <a:lnTo>
                    <a:pt x="42278" y="134664"/>
                  </a:lnTo>
                  <a:lnTo>
                    <a:pt x="47377" y="143777"/>
                  </a:lnTo>
                  <a:lnTo>
                    <a:pt x="54875" y="150937"/>
                  </a:lnTo>
                  <a:lnTo>
                    <a:pt x="64247" y="155618"/>
                  </a:lnTo>
                  <a:lnTo>
                    <a:pt x="74968" y="157295"/>
                  </a:lnTo>
                  <a:lnTo>
                    <a:pt x="87875" y="154830"/>
                  </a:lnTo>
                  <a:lnTo>
                    <a:pt x="98605" y="148067"/>
                  </a:lnTo>
                  <a:lnTo>
                    <a:pt x="106207" y="137959"/>
                  </a:lnTo>
                  <a:lnTo>
                    <a:pt x="106963" y="135273"/>
                  </a:lnTo>
                  <a:lnTo>
                    <a:pt x="67856" y="135273"/>
                  </a:lnTo>
                  <a:lnTo>
                    <a:pt x="62077" y="129482"/>
                  </a:lnTo>
                  <a:lnTo>
                    <a:pt x="62077" y="115284"/>
                  </a:lnTo>
                  <a:lnTo>
                    <a:pt x="67856" y="109505"/>
                  </a:lnTo>
                  <a:lnTo>
                    <a:pt x="379136" y="109505"/>
                  </a:lnTo>
                  <a:lnTo>
                    <a:pt x="379120" y="84613"/>
                  </a:lnTo>
                  <a:lnTo>
                    <a:pt x="370014" y="56063"/>
                  </a:lnTo>
                  <a:lnTo>
                    <a:pt x="363456" y="48659"/>
                  </a:lnTo>
                  <a:lnTo>
                    <a:pt x="139357" y="48659"/>
                  </a:lnTo>
                  <a:lnTo>
                    <a:pt x="163677" y="18243"/>
                  </a:lnTo>
                  <a:lnTo>
                    <a:pt x="186876" y="16321"/>
                  </a:lnTo>
                  <a:lnTo>
                    <a:pt x="201009" y="15301"/>
                  </a:lnTo>
                  <a:lnTo>
                    <a:pt x="211837" y="14841"/>
                  </a:lnTo>
                  <a:lnTo>
                    <a:pt x="220993" y="14673"/>
                  </a:lnTo>
                  <a:lnTo>
                    <a:pt x="333355" y="14673"/>
                  </a:lnTo>
                  <a:lnTo>
                    <a:pt x="327406" y="7956"/>
                  </a:lnTo>
                  <a:lnTo>
                    <a:pt x="322834" y="3231"/>
                  </a:lnTo>
                  <a:lnTo>
                    <a:pt x="312648" y="2355"/>
                  </a:lnTo>
                  <a:lnTo>
                    <a:pt x="260462" y="0"/>
                  </a:lnTo>
                  <a:close/>
                </a:path>
                <a:path w="379730" h="157479">
                  <a:moveTo>
                    <a:pt x="309397" y="125456"/>
                  </a:moveTo>
                  <a:lnTo>
                    <a:pt x="287515" y="125456"/>
                  </a:lnTo>
                  <a:lnTo>
                    <a:pt x="291035" y="137959"/>
                  </a:lnTo>
                  <a:lnTo>
                    <a:pt x="298637" y="148067"/>
                  </a:lnTo>
                  <a:lnTo>
                    <a:pt x="309368" y="154830"/>
                  </a:lnTo>
                  <a:lnTo>
                    <a:pt x="322275" y="157295"/>
                  </a:lnTo>
                  <a:lnTo>
                    <a:pt x="332996" y="155618"/>
                  </a:lnTo>
                  <a:lnTo>
                    <a:pt x="342368" y="150937"/>
                  </a:lnTo>
                  <a:lnTo>
                    <a:pt x="349866" y="143777"/>
                  </a:lnTo>
                  <a:lnTo>
                    <a:pt x="354623" y="135273"/>
                  </a:lnTo>
                  <a:lnTo>
                    <a:pt x="315163" y="135273"/>
                  </a:lnTo>
                  <a:lnTo>
                    <a:pt x="309397" y="129482"/>
                  </a:lnTo>
                  <a:lnTo>
                    <a:pt x="309397" y="125456"/>
                  </a:lnTo>
                  <a:close/>
                </a:path>
                <a:path w="379730" h="157479">
                  <a:moveTo>
                    <a:pt x="315163" y="109505"/>
                  </a:moveTo>
                  <a:lnTo>
                    <a:pt x="82067" y="109505"/>
                  </a:lnTo>
                  <a:lnTo>
                    <a:pt x="87845" y="115284"/>
                  </a:lnTo>
                  <a:lnTo>
                    <a:pt x="87845" y="129482"/>
                  </a:lnTo>
                  <a:lnTo>
                    <a:pt x="82067" y="135273"/>
                  </a:lnTo>
                  <a:lnTo>
                    <a:pt x="106963" y="135273"/>
                  </a:lnTo>
                  <a:lnTo>
                    <a:pt x="109728" y="125456"/>
                  </a:lnTo>
                  <a:lnTo>
                    <a:pt x="309397" y="125456"/>
                  </a:lnTo>
                  <a:lnTo>
                    <a:pt x="309397" y="115284"/>
                  </a:lnTo>
                  <a:lnTo>
                    <a:pt x="315163" y="109505"/>
                  </a:lnTo>
                  <a:close/>
                </a:path>
                <a:path w="379730" h="157479">
                  <a:moveTo>
                    <a:pt x="379136" y="109505"/>
                  </a:moveTo>
                  <a:lnTo>
                    <a:pt x="329387" y="109505"/>
                  </a:lnTo>
                  <a:lnTo>
                    <a:pt x="335165" y="115284"/>
                  </a:lnTo>
                  <a:lnTo>
                    <a:pt x="335165" y="129482"/>
                  </a:lnTo>
                  <a:lnTo>
                    <a:pt x="329387" y="135273"/>
                  </a:lnTo>
                  <a:lnTo>
                    <a:pt x="354623" y="135273"/>
                  </a:lnTo>
                  <a:lnTo>
                    <a:pt x="354965" y="134664"/>
                  </a:lnTo>
                  <a:lnTo>
                    <a:pt x="373659" y="134664"/>
                  </a:lnTo>
                  <a:lnTo>
                    <a:pt x="373659" y="125456"/>
                  </a:lnTo>
                  <a:lnTo>
                    <a:pt x="379120" y="125456"/>
                  </a:lnTo>
                  <a:lnTo>
                    <a:pt x="379136" y="109505"/>
                  </a:lnTo>
                  <a:close/>
                </a:path>
                <a:path w="379730" h="157479">
                  <a:moveTo>
                    <a:pt x="247167" y="14673"/>
                  </a:moveTo>
                  <a:lnTo>
                    <a:pt x="225120" y="14673"/>
                  </a:lnTo>
                  <a:lnTo>
                    <a:pt x="225120" y="48659"/>
                  </a:lnTo>
                  <a:lnTo>
                    <a:pt x="247167" y="48659"/>
                  </a:lnTo>
                  <a:lnTo>
                    <a:pt x="247167" y="14673"/>
                  </a:lnTo>
                  <a:close/>
                </a:path>
                <a:path w="379730" h="157479">
                  <a:moveTo>
                    <a:pt x="333355" y="14673"/>
                  </a:moveTo>
                  <a:lnTo>
                    <a:pt x="271116" y="14673"/>
                  </a:lnTo>
                  <a:lnTo>
                    <a:pt x="292769" y="15707"/>
                  </a:lnTo>
                  <a:lnTo>
                    <a:pt x="291642" y="15707"/>
                  </a:lnTo>
                  <a:lnTo>
                    <a:pt x="302706" y="16634"/>
                  </a:lnTo>
                  <a:lnTo>
                    <a:pt x="307238" y="17138"/>
                  </a:lnTo>
                  <a:lnTo>
                    <a:pt x="332930" y="48659"/>
                  </a:lnTo>
                  <a:lnTo>
                    <a:pt x="363456" y="48659"/>
                  </a:lnTo>
                  <a:lnTo>
                    <a:pt x="333355" y="14673"/>
                  </a:lnTo>
                  <a:close/>
                </a:path>
              </a:pathLst>
            </a:custGeom>
            <a:solidFill>
              <a:srgbClr val="B8B7D8"/>
            </a:solidFill>
          </p:spPr>
          <p:txBody>
            <a:bodyPr wrap="square" lIns="0" tIns="0" rIns="0" bIns="0" rtlCol="0"/>
            <a:lstStyle/>
            <a:p>
              <a:endParaRPr sz="1616"/>
            </a:p>
          </p:txBody>
        </p:sp>
      </p:grpSp>
      <p:grpSp>
        <p:nvGrpSpPr>
          <p:cNvPr id="95" name="object 86"/>
          <p:cNvGrpSpPr/>
          <p:nvPr/>
        </p:nvGrpSpPr>
        <p:grpSpPr>
          <a:xfrm>
            <a:off x="6566417" y="4505626"/>
            <a:ext cx="144462" cy="308751"/>
            <a:chOff x="839272" y="5588334"/>
            <a:chExt cx="194310" cy="415290"/>
          </a:xfrm>
        </p:grpSpPr>
        <p:sp>
          <p:nvSpPr>
            <p:cNvPr id="96" name="object 87"/>
            <p:cNvSpPr/>
            <p:nvPr/>
          </p:nvSpPr>
          <p:spPr>
            <a:xfrm>
              <a:off x="839272" y="5588334"/>
              <a:ext cx="194310" cy="307340"/>
            </a:xfrm>
            <a:custGeom>
              <a:avLst/>
              <a:gdLst/>
              <a:ahLst/>
              <a:cxnLst/>
              <a:rect l="l" t="t" r="r" b="b"/>
              <a:pathLst>
                <a:path w="194309" h="307339">
                  <a:moveTo>
                    <a:pt x="95892" y="0"/>
                  </a:moveTo>
                  <a:lnTo>
                    <a:pt x="89125" y="681"/>
                  </a:lnTo>
                  <a:lnTo>
                    <a:pt x="78012" y="5254"/>
                  </a:lnTo>
                  <a:lnTo>
                    <a:pt x="67626" y="17309"/>
                  </a:lnTo>
                  <a:lnTo>
                    <a:pt x="63038" y="40436"/>
                  </a:lnTo>
                  <a:lnTo>
                    <a:pt x="64789" y="66137"/>
                  </a:lnTo>
                  <a:lnTo>
                    <a:pt x="67960" y="86648"/>
                  </a:lnTo>
                  <a:lnTo>
                    <a:pt x="69429" y="101269"/>
                  </a:lnTo>
                  <a:lnTo>
                    <a:pt x="66073" y="109296"/>
                  </a:lnTo>
                  <a:lnTo>
                    <a:pt x="56629" y="110939"/>
                  </a:lnTo>
                  <a:lnTo>
                    <a:pt x="48731" y="104808"/>
                  </a:lnTo>
                  <a:lnTo>
                    <a:pt x="38909" y="96803"/>
                  </a:lnTo>
                  <a:lnTo>
                    <a:pt x="23693" y="92824"/>
                  </a:lnTo>
                  <a:lnTo>
                    <a:pt x="15055" y="95358"/>
                  </a:lnTo>
                  <a:lnTo>
                    <a:pt x="7866" y="102990"/>
                  </a:lnTo>
                  <a:lnTo>
                    <a:pt x="2947" y="115766"/>
                  </a:lnTo>
                  <a:lnTo>
                    <a:pt x="1125" y="133731"/>
                  </a:lnTo>
                  <a:lnTo>
                    <a:pt x="8692" y="152404"/>
                  </a:lnTo>
                  <a:lnTo>
                    <a:pt x="24949" y="168151"/>
                  </a:lnTo>
                  <a:lnTo>
                    <a:pt x="40232" y="182283"/>
                  </a:lnTo>
                  <a:lnTo>
                    <a:pt x="44877" y="196113"/>
                  </a:lnTo>
                  <a:lnTo>
                    <a:pt x="40208" y="203340"/>
                  </a:lnTo>
                  <a:lnTo>
                    <a:pt x="33683" y="203530"/>
                  </a:lnTo>
                  <a:lnTo>
                    <a:pt x="26322" y="201510"/>
                  </a:lnTo>
                  <a:lnTo>
                    <a:pt x="19146" y="202107"/>
                  </a:lnTo>
                  <a:lnTo>
                    <a:pt x="3643" y="217997"/>
                  </a:lnTo>
                  <a:lnTo>
                    <a:pt x="0" y="240557"/>
                  </a:lnTo>
                  <a:lnTo>
                    <a:pt x="7822" y="265783"/>
                  </a:lnTo>
                  <a:lnTo>
                    <a:pt x="45969" y="299807"/>
                  </a:lnTo>
                  <a:lnTo>
                    <a:pt x="88854" y="306685"/>
                  </a:lnTo>
                  <a:lnTo>
                    <a:pt x="97099" y="306895"/>
                  </a:lnTo>
                  <a:lnTo>
                    <a:pt x="126781" y="306862"/>
                  </a:lnTo>
                  <a:lnTo>
                    <a:pt x="167482" y="289674"/>
                  </a:lnTo>
                  <a:lnTo>
                    <a:pt x="194203" y="240557"/>
                  </a:lnTo>
                  <a:lnTo>
                    <a:pt x="190560" y="217997"/>
                  </a:lnTo>
                  <a:lnTo>
                    <a:pt x="175052" y="202107"/>
                  </a:lnTo>
                  <a:lnTo>
                    <a:pt x="167883" y="201510"/>
                  </a:lnTo>
                  <a:lnTo>
                    <a:pt x="160524" y="203530"/>
                  </a:lnTo>
                  <a:lnTo>
                    <a:pt x="153997" y="203340"/>
                  </a:lnTo>
                  <a:lnTo>
                    <a:pt x="149321" y="196113"/>
                  </a:lnTo>
                  <a:lnTo>
                    <a:pt x="153966" y="182283"/>
                  </a:lnTo>
                  <a:lnTo>
                    <a:pt x="169249" y="168151"/>
                  </a:lnTo>
                  <a:lnTo>
                    <a:pt x="185506" y="152404"/>
                  </a:lnTo>
                  <a:lnTo>
                    <a:pt x="193073" y="133731"/>
                  </a:lnTo>
                  <a:lnTo>
                    <a:pt x="191251" y="115766"/>
                  </a:lnTo>
                  <a:lnTo>
                    <a:pt x="186334" y="102990"/>
                  </a:lnTo>
                  <a:lnTo>
                    <a:pt x="179148" y="95358"/>
                  </a:lnTo>
                  <a:lnTo>
                    <a:pt x="170518" y="92824"/>
                  </a:lnTo>
                  <a:lnTo>
                    <a:pt x="155302" y="96803"/>
                  </a:lnTo>
                  <a:lnTo>
                    <a:pt x="145478" y="104808"/>
                  </a:lnTo>
                  <a:lnTo>
                    <a:pt x="137576" y="110939"/>
                  </a:lnTo>
                  <a:lnTo>
                    <a:pt x="128125" y="109296"/>
                  </a:lnTo>
                  <a:lnTo>
                    <a:pt x="124768" y="101269"/>
                  </a:lnTo>
                  <a:lnTo>
                    <a:pt x="126237" y="86648"/>
                  </a:lnTo>
                  <a:lnTo>
                    <a:pt x="129409" y="66137"/>
                  </a:lnTo>
                  <a:lnTo>
                    <a:pt x="131160" y="40436"/>
                  </a:lnTo>
                  <a:lnTo>
                    <a:pt x="126087" y="16816"/>
                  </a:lnTo>
                  <a:lnTo>
                    <a:pt x="114693" y="4806"/>
                  </a:lnTo>
                  <a:lnTo>
                    <a:pt x="102716" y="503"/>
                  </a:lnTo>
                  <a:lnTo>
                    <a:pt x="95892" y="0"/>
                  </a:lnTo>
                  <a:close/>
                </a:path>
              </a:pathLst>
            </a:custGeom>
            <a:solidFill>
              <a:srgbClr val="B8B7D8"/>
            </a:solidFill>
          </p:spPr>
          <p:txBody>
            <a:bodyPr wrap="square" lIns="0" tIns="0" rIns="0" bIns="0" rtlCol="0"/>
            <a:lstStyle/>
            <a:p>
              <a:endParaRPr sz="1616"/>
            </a:p>
          </p:txBody>
        </p:sp>
        <p:sp>
          <p:nvSpPr>
            <p:cNvPr id="97" name="object 88"/>
            <p:cNvSpPr/>
            <p:nvPr/>
          </p:nvSpPr>
          <p:spPr>
            <a:xfrm>
              <a:off x="938715" y="5658706"/>
              <a:ext cx="0" cy="344805"/>
            </a:xfrm>
            <a:custGeom>
              <a:avLst/>
              <a:gdLst/>
              <a:ahLst/>
              <a:cxnLst/>
              <a:rect l="l" t="t" r="r" b="b"/>
              <a:pathLst>
                <a:path h="344804">
                  <a:moveTo>
                    <a:pt x="0" y="0"/>
                  </a:moveTo>
                  <a:lnTo>
                    <a:pt x="0" y="344297"/>
                  </a:lnTo>
                </a:path>
              </a:pathLst>
            </a:custGeom>
            <a:ln w="10718">
              <a:solidFill>
                <a:srgbClr val="7073AE"/>
              </a:solidFill>
            </a:ln>
          </p:spPr>
          <p:txBody>
            <a:bodyPr wrap="square" lIns="0" tIns="0" rIns="0" bIns="0" rtlCol="0"/>
            <a:lstStyle/>
            <a:p>
              <a:endParaRPr sz="1616"/>
            </a:p>
          </p:txBody>
        </p:sp>
        <p:sp>
          <p:nvSpPr>
            <p:cNvPr id="98" name="object 89"/>
            <p:cNvSpPr/>
            <p:nvPr/>
          </p:nvSpPr>
          <p:spPr>
            <a:xfrm>
              <a:off x="887656" y="5730739"/>
              <a:ext cx="49530" cy="25400"/>
            </a:xfrm>
            <a:custGeom>
              <a:avLst/>
              <a:gdLst/>
              <a:ahLst/>
              <a:cxnLst/>
              <a:rect l="l" t="t" r="r" b="b"/>
              <a:pathLst>
                <a:path w="49530" h="25400">
                  <a:moveTo>
                    <a:pt x="0" y="0"/>
                  </a:moveTo>
                  <a:lnTo>
                    <a:pt x="48996" y="25361"/>
                  </a:lnTo>
                </a:path>
              </a:pathLst>
            </a:custGeom>
            <a:ln w="10718">
              <a:solidFill>
                <a:srgbClr val="7073AE"/>
              </a:solidFill>
            </a:ln>
          </p:spPr>
          <p:txBody>
            <a:bodyPr wrap="square" lIns="0" tIns="0" rIns="0" bIns="0" rtlCol="0"/>
            <a:lstStyle/>
            <a:p>
              <a:endParaRPr sz="1616"/>
            </a:p>
          </p:txBody>
        </p:sp>
        <p:sp>
          <p:nvSpPr>
            <p:cNvPr id="99" name="object 90"/>
            <p:cNvSpPr/>
            <p:nvPr/>
          </p:nvSpPr>
          <p:spPr>
            <a:xfrm>
              <a:off x="887656" y="5829494"/>
              <a:ext cx="49530" cy="25400"/>
            </a:xfrm>
            <a:custGeom>
              <a:avLst/>
              <a:gdLst/>
              <a:ahLst/>
              <a:cxnLst/>
              <a:rect l="l" t="t" r="r" b="b"/>
              <a:pathLst>
                <a:path w="49530" h="25400">
                  <a:moveTo>
                    <a:pt x="0" y="0"/>
                  </a:moveTo>
                  <a:lnTo>
                    <a:pt x="48996" y="25361"/>
                  </a:lnTo>
                </a:path>
              </a:pathLst>
            </a:custGeom>
            <a:ln w="10718">
              <a:solidFill>
                <a:srgbClr val="7073AE"/>
              </a:solidFill>
            </a:ln>
          </p:spPr>
          <p:txBody>
            <a:bodyPr wrap="square" lIns="0" tIns="0" rIns="0" bIns="0" rtlCol="0"/>
            <a:lstStyle/>
            <a:p>
              <a:endParaRPr sz="1616"/>
            </a:p>
          </p:txBody>
        </p:sp>
        <p:sp>
          <p:nvSpPr>
            <p:cNvPr id="100" name="object 91"/>
            <p:cNvSpPr/>
            <p:nvPr/>
          </p:nvSpPr>
          <p:spPr>
            <a:xfrm>
              <a:off x="942107" y="5730735"/>
              <a:ext cx="49530" cy="25400"/>
            </a:xfrm>
            <a:custGeom>
              <a:avLst/>
              <a:gdLst/>
              <a:ahLst/>
              <a:cxnLst/>
              <a:rect l="l" t="t" r="r" b="b"/>
              <a:pathLst>
                <a:path w="49530" h="25400">
                  <a:moveTo>
                    <a:pt x="0" y="25361"/>
                  </a:moveTo>
                  <a:lnTo>
                    <a:pt x="48996" y="0"/>
                  </a:lnTo>
                </a:path>
              </a:pathLst>
            </a:custGeom>
            <a:ln w="10718">
              <a:solidFill>
                <a:srgbClr val="7073AE"/>
              </a:solidFill>
            </a:ln>
          </p:spPr>
          <p:txBody>
            <a:bodyPr wrap="square" lIns="0" tIns="0" rIns="0" bIns="0" rtlCol="0"/>
            <a:lstStyle/>
            <a:p>
              <a:endParaRPr sz="1616"/>
            </a:p>
          </p:txBody>
        </p:sp>
        <p:sp>
          <p:nvSpPr>
            <p:cNvPr id="101" name="object 92"/>
            <p:cNvSpPr/>
            <p:nvPr/>
          </p:nvSpPr>
          <p:spPr>
            <a:xfrm>
              <a:off x="942107" y="5829490"/>
              <a:ext cx="49530" cy="25400"/>
            </a:xfrm>
            <a:custGeom>
              <a:avLst/>
              <a:gdLst/>
              <a:ahLst/>
              <a:cxnLst/>
              <a:rect l="l" t="t" r="r" b="b"/>
              <a:pathLst>
                <a:path w="49530" h="25400">
                  <a:moveTo>
                    <a:pt x="0" y="25361"/>
                  </a:moveTo>
                  <a:lnTo>
                    <a:pt x="48996" y="0"/>
                  </a:lnTo>
                </a:path>
              </a:pathLst>
            </a:custGeom>
            <a:ln w="10718">
              <a:solidFill>
                <a:srgbClr val="7073AE"/>
              </a:solidFill>
            </a:ln>
          </p:spPr>
          <p:txBody>
            <a:bodyPr wrap="square" lIns="0" tIns="0" rIns="0" bIns="0" rtlCol="0"/>
            <a:lstStyle/>
            <a:p>
              <a:endParaRPr sz="1616"/>
            </a:p>
          </p:txBody>
        </p:sp>
      </p:grpSp>
      <p:grpSp>
        <p:nvGrpSpPr>
          <p:cNvPr id="102" name="object 93"/>
          <p:cNvGrpSpPr/>
          <p:nvPr/>
        </p:nvGrpSpPr>
        <p:grpSpPr>
          <a:xfrm>
            <a:off x="6374098" y="590572"/>
            <a:ext cx="535357" cy="617028"/>
            <a:chOff x="580589" y="322325"/>
            <a:chExt cx="720090" cy="829944"/>
          </a:xfrm>
        </p:grpSpPr>
        <p:sp>
          <p:nvSpPr>
            <p:cNvPr id="103" name="object 94"/>
            <p:cNvSpPr/>
            <p:nvPr/>
          </p:nvSpPr>
          <p:spPr>
            <a:xfrm>
              <a:off x="580589" y="322325"/>
              <a:ext cx="720090" cy="829944"/>
            </a:xfrm>
            <a:custGeom>
              <a:avLst/>
              <a:gdLst/>
              <a:ahLst/>
              <a:cxnLst/>
              <a:rect l="l" t="t" r="r" b="b"/>
              <a:pathLst>
                <a:path w="720090" h="829944">
                  <a:moveTo>
                    <a:pt x="360006" y="0"/>
                  </a:moveTo>
                  <a:lnTo>
                    <a:pt x="311155" y="3292"/>
                  </a:lnTo>
                  <a:lnTo>
                    <a:pt x="264301" y="12882"/>
                  </a:lnTo>
                  <a:lnTo>
                    <a:pt x="219873" y="28341"/>
                  </a:lnTo>
                  <a:lnTo>
                    <a:pt x="178302" y="49238"/>
                  </a:lnTo>
                  <a:lnTo>
                    <a:pt x="140015" y="75145"/>
                  </a:lnTo>
                  <a:lnTo>
                    <a:pt x="105441" y="105630"/>
                  </a:lnTo>
                  <a:lnTo>
                    <a:pt x="75010" y="140265"/>
                  </a:lnTo>
                  <a:lnTo>
                    <a:pt x="49150" y="178620"/>
                  </a:lnTo>
                  <a:lnTo>
                    <a:pt x="28290" y="220265"/>
                  </a:lnTo>
                  <a:lnTo>
                    <a:pt x="12859" y="264770"/>
                  </a:lnTo>
                  <a:lnTo>
                    <a:pt x="3286" y="311705"/>
                  </a:lnTo>
                  <a:lnTo>
                    <a:pt x="0" y="360641"/>
                  </a:lnTo>
                  <a:lnTo>
                    <a:pt x="3149" y="408547"/>
                  </a:lnTo>
                  <a:lnTo>
                    <a:pt x="12327" y="454544"/>
                  </a:lnTo>
                  <a:lnTo>
                    <a:pt x="27134" y="498230"/>
                  </a:lnTo>
                  <a:lnTo>
                    <a:pt x="47167" y="539202"/>
                  </a:lnTo>
                  <a:lnTo>
                    <a:pt x="72023" y="577059"/>
                  </a:lnTo>
                  <a:lnTo>
                    <a:pt x="101300" y="611397"/>
                  </a:lnTo>
                  <a:lnTo>
                    <a:pt x="134597" y="641815"/>
                  </a:lnTo>
                  <a:lnTo>
                    <a:pt x="171512" y="667910"/>
                  </a:lnTo>
                  <a:lnTo>
                    <a:pt x="211641" y="689280"/>
                  </a:lnTo>
                  <a:lnTo>
                    <a:pt x="254584" y="705523"/>
                  </a:lnTo>
                  <a:lnTo>
                    <a:pt x="284996" y="723901"/>
                  </a:lnTo>
                  <a:lnTo>
                    <a:pt x="314420" y="749149"/>
                  </a:lnTo>
                  <a:lnTo>
                    <a:pt x="339148" y="782152"/>
                  </a:lnTo>
                  <a:lnTo>
                    <a:pt x="355473" y="823798"/>
                  </a:lnTo>
                  <a:lnTo>
                    <a:pt x="356806" y="829411"/>
                  </a:lnTo>
                  <a:lnTo>
                    <a:pt x="363194" y="829411"/>
                  </a:lnTo>
                  <a:lnTo>
                    <a:pt x="380859" y="782157"/>
                  </a:lnTo>
                  <a:lnTo>
                    <a:pt x="405590" y="749153"/>
                  </a:lnTo>
                  <a:lnTo>
                    <a:pt x="435011" y="723903"/>
                  </a:lnTo>
                  <a:lnTo>
                    <a:pt x="508359" y="689280"/>
                  </a:lnTo>
                  <a:lnTo>
                    <a:pt x="548488" y="667910"/>
                  </a:lnTo>
                  <a:lnTo>
                    <a:pt x="585403" y="641815"/>
                  </a:lnTo>
                  <a:lnTo>
                    <a:pt x="618700" y="611397"/>
                  </a:lnTo>
                  <a:lnTo>
                    <a:pt x="647977" y="577059"/>
                  </a:lnTo>
                  <a:lnTo>
                    <a:pt x="672833" y="539202"/>
                  </a:lnTo>
                  <a:lnTo>
                    <a:pt x="692866" y="498230"/>
                  </a:lnTo>
                  <a:lnTo>
                    <a:pt x="707673" y="454544"/>
                  </a:lnTo>
                  <a:lnTo>
                    <a:pt x="716852" y="408547"/>
                  </a:lnTo>
                  <a:lnTo>
                    <a:pt x="720001" y="360641"/>
                  </a:lnTo>
                  <a:lnTo>
                    <a:pt x="716714" y="311705"/>
                  </a:lnTo>
                  <a:lnTo>
                    <a:pt x="707141" y="264770"/>
                  </a:lnTo>
                  <a:lnTo>
                    <a:pt x="691710" y="220265"/>
                  </a:lnTo>
                  <a:lnTo>
                    <a:pt x="670851" y="178620"/>
                  </a:lnTo>
                  <a:lnTo>
                    <a:pt x="644991" y="140265"/>
                  </a:lnTo>
                  <a:lnTo>
                    <a:pt x="614560" y="105630"/>
                  </a:lnTo>
                  <a:lnTo>
                    <a:pt x="579988" y="75145"/>
                  </a:lnTo>
                  <a:lnTo>
                    <a:pt x="541702" y="49238"/>
                  </a:lnTo>
                  <a:lnTo>
                    <a:pt x="500132" y="28341"/>
                  </a:lnTo>
                  <a:lnTo>
                    <a:pt x="455707" y="12882"/>
                  </a:lnTo>
                  <a:lnTo>
                    <a:pt x="408855" y="3292"/>
                  </a:lnTo>
                  <a:lnTo>
                    <a:pt x="360006" y="0"/>
                  </a:lnTo>
                  <a:close/>
                </a:path>
              </a:pathLst>
            </a:custGeom>
            <a:solidFill>
              <a:srgbClr val="4C569C"/>
            </a:solidFill>
          </p:spPr>
          <p:txBody>
            <a:bodyPr wrap="square" lIns="0" tIns="0" rIns="0" bIns="0" rtlCol="0"/>
            <a:lstStyle/>
            <a:p>
              <a:endParaRPr sz="1616"/>
            </a:p>
          </p:txBody>
        </p:sp>
        <p:sp>
          <p:nvSpPr>
            <p:cNvPr id="104" name="object 95"/>
            <p:cNvSpPr/>
            <p:nvPr/>
          </p:nvSpPr>
          <p:spPr>
            <a:xfrm>
              <a:off x="840473" y="480719"/>
              <a:ext cx="188595" cy="337820"/>
            </a:xfrm>
            <a:custGeom>
              <a:avLst/>
              <a:gdLst/>
              <a:ahLst/>
              <a:cxnLst/>
              <a:rect l="l" t="t" r="r" b="b"/>
              <a:pathLst>
                <a:path w="188594" h="337819">
                  <a:moveTo>
                    <a:pt x="131470" y="31788"/>
                  </a:moveTo>
                  <a:lnTo>
                    <a:pt x="130098" y="20193"/>
                  </a:lnTo>
                  <a:lnTo>
                    <a:pt x="124434" y="10350"/>
                  </a:lnTo>
                  <a:lnTo>
                    <a:pt x="115354" y="3276"/>
                  </a:lnTo>
                  <a:lnTo>
                    <a:pt x="103746" y="0"/>
                  </a:lnTo>
                  <a:lnTo>
                    <a:pt x="91744" y="1320"/>
                  </a:lnTo>
                  <a:lnTo>
                    <a:pt x="81546" y="6794"/>
                  </a:lnTo>
                  <a:lnTo>
                    <a:pt x="74218" y="15557"/>
                  </a:lnTo>
                  <a:lnTo>
                    <a:pt x="70827" y="26758"/>
                  </a:lnTo>
                  <a:lnTo>
                    <a:pt x="72212" y="38392"/>
                  </a:lnTo>
                  <a:lnTo>
                    <a:pt x="77914" y="48234"/>
                  </a:lnTo>
                  <a:lnTo>
                    <a:pt x="86995" y="55283"/>
                  </a:lnTo>
                  <a:lnTo>
                    <a:pt x="98539" y="58547"/>
                  </a:lnTo>
                  <a:lnTo>
                    <a:pt x="110515" y="57226"/>
                  </a:lnTo>
                  <a:lnTo>
                    <a:pt x="120713" y="51765"/>
                  </a:lnTo>
                  <a:lnTo>
                    <a:pt x="128066" y="43002"/>
                  </a:lnTo>
                  <a:lnTo>
                    <a:pt x="131470" y="31788"/>
                  </a:lnTo>
                  <a:close/>
                </a:path>
                <a:path w="188594" h="337819">
                  <a:moveTo>
                    <a:pt x="188556" y="177774"/>
                  </a:moveTo>
                  <a:lnTo>
                    <a:pt x="187744" y="169405"/>
                  </a:lnTo>
                  <a:lnTo>
                    <a:pt x="166979" y="152768"/>
                  </a:lnTo>
                  <a:lnTo>
                    <a:pt x="136766" y="128549"/>
                  </a:lnTo>
                  <a:lnTo>
                    <a:pt x="127317" y="114249"/>
                  </a:lnTo>
                  <a:lnTo>
                    <a:pt x="129197" y="93129"/>
                  </a:lnTo>
                  <a:lnTo>
                    <a:pt x="129324" y="91681"/>
                  </a:lnTo>
                  <a:lnTo>
                    <a:pt x="95605" y="68961"/>
                  </a:lnTo>
                  <a:lnTo>
                    <a:pt x="95605" y="88201"/>
                  </a:lnTo>
                  <a:lnTo>
                    <a:pt x="94475" y="89496"/>
                  </a:lnTo>
                  <a:lnTo>
                    <a:pt x="92633" y="91465"/>
                  </a:lnTo>
                  <a:lnTo>
                    <a:pt x="95605" y="88201"/>
                  </a:lnTo>
                  <a:lnTo>
                    <a:pt x="95605" y="68961"/>
                  </a:lnTo>
                  <a:lnTo>
                    <a:pt x="74079" y="67170"/>
                  </a:lnTo>
                  <a:lnTo>
                    <a:pt x="66014" y="68059"/>
                  </a:lnTo>
                  <a:lnTo>
                    <a:pt x="59118" y="71729"/>
                  </a:lnTo>
                  <a:lnTo>
                    <a:pt x="54140" y="77647"/>
                  </a:lnTo>
                  <a:lnTo>
                    <a:pt x="51828" y="85242"/>
                  </a:lnTo>
                  <a:lnTo>
                    <a:pt x="50571" y="98717"/>
                  </a:lnTo>
                  <a:lnTo>
                    <a:pt x="49885" y="99504"/>
                  </a:lnTo>
                  <a:lnTo>
                    <a:pt x="25641" y="127355"/>
                  </a:lnTo>
                  <a:lnTo>
                    <a:pt x="24904" y="128549"/>
                  </a:lnTo>
                  <a:lnTo>
                    <a:pt x="3721" y="178562"/>
                  </a:lnTo>
                  <a:lnTo>
                    <a:pt x="0" y="182295"/>
                  </a:lnTo>
                  <a:lnTo>
                    <a:pt x="0" y="197700"/>
                  </a:lnTo>
                  <a:lnTo>
                    <a:pt x="6210" y="203949"/>
                  </a:lnTo>
                  <a:lnTo>
                    <a:pt x="13855" y="203949"/>
                  </a:lnTo>
                  <a:lnTo>
                    <a:pt x="21501" y="203949"/>
                  </a:lnTo>
                  <a:lnTo>
                    <a:pt x="27711" y="197700"/>
                  </a:lnTo>
                  <a:lnTo>
                    <a:pt x="27711" y="192138"/>
                  </a:lnTo>
                  <a:lnTo>
                    <a:pt x="49022" y="141808"/>
                  </a:lnTo>
                  <a:lnTo>
                    <a:pt x="53975" y="136093"/>
                  </a:lnTo>
                  <a:lnTo>
                    <a:pt x="45199" y="195986"/>
                  </a:lnTo>
                  <a:lnTo>
                    <a:pt x="53682" y="248145"/>
                  </a:lnTo>
                  <a:lnTo>
                    <a:pt x="27317" y="315645"/>
                  </a:lnTo>
                  <a:lnTo>
                    <a:pt x="26263" y="321906"/>
                  </a:lnTo>
                  <a:lnTo>
                    <a:pt x="27724" y="327863"/>
                  </a:lnTo>
                  <a:lnTo>
                    <a:pt x="31394" y="332854"/>
                  </a:lnTo>
                  <a:lnTo>
                    <a:pt x="36957" y="336232"/>
                  </a:lnTo>
                  <a:lnTo>
                    <a:pt x="43446" y="337248"/>
                  </a:lnTo>
                  <a:lnTo>
                    <a:pt x="49618" y="335838"/>
                  </a:lnTo>
                  <a:lnTo>
                    <a:pt x="54800" y="332295"/>
                  </a:lnTo>
                  <a:lnTo>
                    <a:pt x="58280" y="326923"/>
                  </a:lnTo>
                  <a:lnTo>
                    <a:pt x="87210" y="252895"/>
                  </a:lnTo>
                  <a:lnTo>
                    <a:pt x="87503" y="250088"/>
                  </a:lnTo>
                  <a:lnTo>
                    <a:pt x="77787" y="190322"/>
                  </a:lnTo>
                  <a:lnTo>
                    <a:pt x="77660" y="189598"/>
                  </a:lnTo>
                  <a:lnTo>
                    <a:pt x="86385" y="190322"/>
                  </a:lnTo>
                  <a:lnTo>
                    <a:pt x="112788" y="246722"/>
                  </a:lnTo>
                  <a:lnTo>
                    <a:pt x="131178" y="324827"/>
                  </a:lnTo>
                  <a:lnTo>
                    <a:pt x="133883" y="330606"/>
                  </a:lnTo>
                  <a:lnTo>
                    <a:pt x="138607" y="334899"/>
                  </a:lnTo>
                  <a:lnTo>
                    <a:pt x="138760" y="334899"/>
                  </a:lnTo>
                  <a:lnTo>
                    <a:pt x="144424" y="337019"/>
                  </a:lnTo>
                  <a:lnTo>
                    <a:pt x="150990" y="336867"/>
                  </a:lnTo>
                  <a:lnTo>
                    <a:pt x="159893" y="334899"/>
                  </a:lnTo>
                  <a:lnTo>
                    <a:pt x="165481" y="326351"/>
                  </a:lnTo>
                  <a:lnTo>
                    <a:pt x="144449" y="237032"/>
                  </a:lnTo>
                  <a:lnTo>
                    <a:pt x="144094" y="236016"/>
                  </a:lnTo>
                  <a:lnTo>
                    <a:pt x="122491" y="189852"/>
                  </a:lnTo>
                  <a:lnTo>
                    <a:pt x="122364" y="189598"/>
                  </a:lnTo>
                  <a:lnTo>
                    <a:pt x="120891" y="186448"/>
                  </a:lnTo>
                  <a:lnTo>
                    <a:pt x="123888" y="152768"/>
                  </a:lnTo>
                  <a:lnTo>
                    <a:pt x="170180" y="189852"/>
                  </a:lnTo>
                  <a:lnTo>
                    <a:pt x="178854" y="189077"/>
                  </a:lnTo>
                  <a:lnTo>
                    <a:pt x="188556" y="17777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616"/>
            </a:p>
          </p:txBody>
        </p:sp>
        <p:sp>
          <p:nvSpPr>
            <p:cNvPr id="105" name="object 96"/>
            <p:cNvSpPr/>
            <p:nvPr/>
          </p:nvSpPr>
          <p:spPr>
            <a:xfrm>
              <a:off x="800845" y="778205"/>
              <a:ext cx="337820" cy="71120"/>
            </a:xfrm>
            <a:custGeom>
              <a:avLst/>
              <a:gdLst/>
              <a:ahLst/>
              <a:cxnLst/>
              <a:rect l="l" t="t" r="r" b="b"/>
              <a:pathLst>
                <a:path w="337819" h="71119">
                  <a:moveTo>
                    <a:pt x="0" y="60528"/>
                  </a:moveTo>
                  <a:lnTo>
                    <a:pt x="20996" y="64898"/>
                  </a:lnTo>
                  <a:lnTo>
                    <a:pt x="69222" y="71010"/>
                  </a:lnTo>
                  <a:lnTo>
                    <a:pt x="132854" y="70967"/>
                  </a:lnTo>
                  <a:lnTo>
                    <a:pt x="200063" y="56870"/>
                  </a:lnTo>
                  <a:lnTo>
                    <a:pt x="239805" y="36769"/>
                  </a:lnTo>
                  <a:lnTo>
                    <a:pt x="250964" y="29502"/>
                  </a:lnTo>
                  <a:lnTo>
                    <a:pt x="268726" y="18216"/>
                  </a:lnTo>
                  <a:lnTo>
                    <a:pt x="287561" y="8816"/>
                  </a:lnTo>
                  <a:lnTo>
                    <a:pt x="309770" y="2384"/>
                  </a:lnTo>
                  <a:lnTo>
                    <a:pt x="337654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 sz="1616"/>
            </a:p>
          </p:txBody>
        </p:sp>
        <p:sp>
          <p:nvSpPr>
            <p:cNvPr id="106" name="object 97"/>
            <p:cNvSpPr/>
            <p:nvPr/>
          </p:nvSpPr>
          <p:spPr>
            <a:xfrm>
              <a:off x="802645" y="731102"/>
              <a:ext cx="316865" cy="45085"/>
            </a:xfrm>
            <a:custGeom>
              <a:avLst/>
              <a:gdLst/>
              <a:ahLst/>
              <a:cxnLst/>
              <a:rect l="l" t="t" r="r" b="b"/>
              <a:pathLst>
                <a:path w="316865" h="45084">
                  <a:moveTo>
                    <a:pt x="0" y="32829"/>
                  </a:moveTo>
                  <a:lnTo>
                    <a:pt x="21360" y="36475"/>
                  </a:lnTo>
                  <a:lnTo>
                    <a:pt x="69483" y="42287"/>
                  </a:lnTo>
                  <a:lnTo>
                    <a:pt x="131028" y="44666"/>
                  </a:lnTo>
                  <a:lnTo>
                    <a:pt x="192659" y="38011"/>
                  </a:lnTo>
                  <a:lnTo>
                    <a:pt x="216799" y="31800"/>
                  </a:lnTo>
                  <a:lnTo>
                    <a:pt x="235165" y="25806"/>
                  </a:lnTo>
                  <a:lnTo>
                    <a:pt x="249255" y="20155"/>
                  </a:lnTo>
                  <a:lnTo>
                    <a:pt x="260565" y="14973"/>
                  </a:lnTo>
                  <a:lnTo>
                    <a:pt x="271578" y="9974"/>
                  </a:lnTo>
                  <a:lnTo>
                    <a:pt x="283151" y="5776"/>
                  </a:lnTo>
                  <a:lnTo>
                    <a:pt x="297436" y="2434"/>
                  </a:lnTo>
                  <a:lnTo>
                    <a:pt x="316585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 sz="1616"/>
            </a:p>
          </p:txBody>
        </p:sp>
      </p:grpSp>
      <p:sp>
        <p:nvSpPr>
          <p:cNvPr id="107" name="object 98"/>
          <p:cNvSpPr txBox="1"/>
          <p:nvPr/>
        </p:nvSpPr>
        <p:spPr>
          <a:xfrm>
            <a:off x="6362978" y="6217268"/>
            <a:ext cx="310167" cy="66794"/>
          </a:xfrm>
          <a:prstGeom prst="rect">
            <a:avLst/>
          </a:prstGeom>
        </p:spPr>
        <p:txBody>
          <a:bodyPr vert="horz" wrap="square" lIns="0" tIns="9442" rIns="0" bIns="0" rtlCol="0">
            <a:spAutoFit/>
          </a:bodyPr>
          <a:lstStyle/>
          <a:p>
            <a:pPr marL="9442">
              <a:spcBef>
                <a:spcPts val="75"/>
              </a:spcBef>
            </a:pPr>
            <a:r>
              <a:rPr sz="372" dirty="0">
                <a:solidFill>
                  <a:srgbClr val="4C569C"/>
                </a:solidFill>
                <a:latin typeface="Palatino Linotype"/>
                <a:cs typeface="Palatino Linotype"/>
              </a:rPr>
              <a:t>©</a:t>
            </a:r>
            <a:r>
              <a:rPr sz="372" spc="7" dirty="0">
                <a:solidFill>
                  <a:srgbClr val="4C569C"/>
                </a:solidFill>
                <a:latin typeface="Palatino Linotype"/>
                <a:cs typeface="Palatino Linotype"/>
              </a:rPr>
              <a:t> </a:t>
            </a:r>
            <a:r>
              <a:rPr sz="372" spc="-22" dirty="0">
                <a:solidFill>
                  <a:srgbClr val="4C569C"/>
                </a:solidFill>
                <a:latin typeface="Palatino Linotype"/>
                <a:cs typeface="Palatino Linotype"/>
              </a:rPr>
              <a:t>FOPH</a:t>
            </a:r>
            <a:r>
              <a:rPr sz="372" spc="7" dirty="0">
                <a:solidFill>
                  <a:srgbClr val="4C569C"/>
                </a:solidFill>
                <a:latin typeface="Palatino Linotype"/>
                <a:cs typeface="Palatino Linotype"/>
              </a:rPr>
              <a:t> </a:t>
            </a:r>
            <a:r>
              <a:rPr sz="372" spc="-15" dirty="0">
                <a:solidFill>
                  <a:srgbClr val="4C569C"/>
                </a:solidFill>
                <a:latin typeface="Palatino Linotype"/>
                <a:cs typeface="Palatino Linotype"/>
              </a:rPr>
              <a:t>2018</a:t>
            </a:r>
            <a:endParaRPr sz="372">
              <a:latin typeface="Palatino Linotype"/>
              <a:cs typeface="Palatino Linotype"/>
            </a:endParaRPr>
          </a:p>
        </p:txBody>
      </p:sp>
      <p:sp>
        <p:nvSpPr>
          <p:cNvPr id="108" name="object 99"/>
          <p:cNvSpPr/>
          <p:nvPr/>
        </p:nvSpPr>
        <p:spPr>
          <a:xfrm>
            <a:off x="9965692" y="6170261"/>
            <a:ext cx="259180" cy="220941"/>
          </a:xfrm>
          <a:custGeom>
            <a:avLst/>
            <a:gdLst/>
            <a:ahLst/>
            <a:cxnLst/>
            <a:rect l="l" t="t" r="r" b="b"/>
            <a:pathLst>
              <a:path w="348614" h="297179">
                <a:moveTo>
                  <a:pt x="348474" y="0"/>
                </a:moveTo>
                <a:lnTo>
                  <a:pt x="147193" y="0"/>
                </a:lnTo>
                <a:lnTo>
                  <a:pt x="100800" y="7600"/>
                </a:lnTo>
                <a:lnTo>
                  <a:pt x="60410" y="28739"/>
                </a:lnTo>
                <a:lnTo>
                  <a:pt x="28498" y="60923"/>
                </a:lnTo>
                <a:lnTo>
                  <a:pt x="7536" y="101658"/>
                </a:lnTo>
                <a:lnTo>
                  <a:pt x="0" y="148450"/>
                </a:lnTo>
                <a:lnTo>
                  <a:pt x="7536" y="195248"/>
                </a:lnTo>
                <a:lnTo>
                  <a:pt x="28498" y="235986"/>
                </a:lnTo>
                <a:lnTo>
                  <a:pt x="60410" y="268172"/>
                </a:lnTo>
                <a:lnTo>
                  <a:pt x="100800" y="289312"/>
                </a:lnTo>
                <a:lnTo>
                  <a:pt x="147193" y="296913"/>
                </a:lnTo>
                <a:lnTo>
                  <a:pt x="348474" y="296913"/>
                </a:lnTo>
                <a:lnTo>
                  <a:pt x="348474" y="0"/>
                </a:lnTo>
                <a:close/>
              </a:path>
            </a:pathLst>
          </a:custGeom>
          <a:solidFill>
            <a:srgbClr val="D4E5F4"/>
          </a:solidFill>
        </p:spPr>
        <p:txBody>
          <a:bodyPr wrap="square" lIns="0" tIns="0" rIns="0" bIns="0" rtlCol="0"/>
          <a:lstStyle/>
          <a:p>
            <a:endParaRPr sz="1616"/>
          </a:p>
        </p:txBody>
      </p:sp>
      <p:sp>
        <p:nvSpPr>
          <p:cNvPr id="109" name="object 100"/>
          <p:cNvSpPr txBox="1"/>
          <p:nvPr/>
        </p:nvSpPr>
        <p:spPr>
          <a:xfrm>
            <a:off x="10047698" y="6213598"/>
            <a:ext cx="78368" cy="123861"/>
          </a:xfrm>
          <a:prstGeom prst="rect">
            <a:avLst/>
          </a:prstGeom>
        </p:spPr>
        <p:txBody>
          <a:bodyPr vert="horz" wrap="square" lIns="0" tIns="9442" rIns="0" bIns="0" rtlCol="0">
            <a:spAutoFit/>
          </a:bodyPr>
          <a:lstStyle/>
          <a:p>
            <a:pPr marL="9442">
              <a:spcBef>
                <a:spcPts val="75"/>
              </a:spcBef>
            </a:pPr>
            <a:r>
              <a:rPr sz="743" b="1" spc="19" dirty="0">
                <a:solidFill>
                  <a:srgbClr val="FFFFFF"/>
                </a:solidFill>
                <a:latin typeface="Arial"/>
                <a:cs typeface="Arial"/>
              </a:rPr>
              <a:t>5</a:t>
            </a:r>
            <a:endParaRPr sz="743">
              <a:latin typeface="Arial"/>
              <a:cs typeface="Arial"/>
            </a:endParaRPr>
          </a:p>
        </p:txBody>
      </p:sp>
      <p:sp>
        <p:nvSpPr>
          <p:cNvPr id="110" name="object 101"/>
          <p:cNvSpPr txBox="1"/>
          <p:nvPr/>
        </p:nvSpPr>
        <p:spPr>
          <a:xfrm>
            <a:off x="6361243" y="1240438"/>
            <a:ext cx="3551575" cy="1860458"/>
          </a:xfrm>
          <a:prstGeom prst="rect">
            <a:avLst/>
          </a:prstGeom>
        </p:spPr>
        <p:txBody>
          <a:bodyPr vert="horz" wrap="square" lIns="0" tIns="49098" rIns="0" bIns="0" rtlCol="0">
            <a:spAutoFit/>
          </a:bodyPr>
          <a:lstStyle/>
          <a:p>
            <a:pPr marL="9442">
              <a:spcBef>
                <a:spcPts val="387"/>
              </a:spcBef>
            </a:pPr>
            <a:r>
              <a:rPr sz="892" b="1" spc="52" dirty="0">
                <a:solidFill>
                  <a:srgbClr val="4C569C"/>
                </a:solidFill>
                <a:latin typeface="Palatino Linotype"/>
                <a:cs typeface="Palatino Linotype"/>
              </a:rPr>
              <a:t>Life</a:t>
            </a:r>
            <a:r>
              <a:rPr sz="892" b="1" spc="-7" dirty="0">
                <a:solidFill>
                  <a:srgbClr val="4C569C"/>
                </a:solidFill>
                <a:latin typeface="Palatino Linotype"/>
                <a:cs typeface="Palatino Linotype"/>
              </a:rPr>
              <a:t> </a:t>
            </a:r>
            <a:r>
              <a:rPr sz="892" b="1" spc="104" dirty="0">
                <a:solidFill>
                  <a:srgbClr val="4C569C"/>
                </a:solidFill>
                <a:latin typeface="Palatino Linotype"/>
                <a:cs typeface="Palatino Linotype"/>
              </a:rPr>
              <a:t>expectancy</a:t>
            </a:r>
            <a:endParaRPr sz="892" dirty="0">
              <a:latin typeface="Palatino Linotype"/>
              <a:cs typeface="Palatino Linotype"/>
            </a:endParaRPr>
          </a:p>
          <a:p>
            <a:pPr marL="9442" marR="1027777">
              <a:lnSpc>
                <a:spcPct val="125000"/>
              </a:lnSpc>
              <a:spcBef>
                <a:spcPts val="59"/>
              </a:spcBef>
            </a:pPr>
            <a:r>
              <a:rPr sz="1189" b="1" spc="52" dirty="0">
                <a:latin typeface="Palatino Linotype"/>
                <a:cs typeface="Palatino Linotype"/>
              </a:rPr>
              <a:t>Life</a:t>
            </a:r>
            <a:r>
              <a:rPr sz="1189" b="1" spc="-26" dirty="0">
                <a:latin typeface="Palatino Linotype"/>
                <a:cs typeface="Palatino Linotype"/>
              </a:rPr>
              <a:t> </a:t>
            </a:r>
            <a:r>
              <a:rPr sz="1189" b="1" spc="141" dirty="0">
                <a:latin typeface="Palatino Linotype"/>
                <a:cs typeface="Palatino Linotype"/>
              </a:rPr>
              <a:t>expectancy</a:t>
            </a:r>
            <a:r>
              <a:rPr sz="1189" b="1" spc="-22" dirty="0">
                <a:latin typeface="Palatino Linotype"/>
                <a:cs typeface="Palatino Linotype"/>
              </a:rPr>
              <a:t> </a:t>
            </a:r>
            <a:r>
              <a:rPr sz="1189" b="1" spc="111" dirty="0">
                <a:latin typeface="Palatino Linotype"/>
                <a:cs typeface="Palatino Linotype"/>
              </a:rPr>
              <a:t>varies</a:t>
            </a:r>
            <a:r>
              <a:rPr sz="1189" b="1" spc="-22" dirty="0">
                <a:latin typeface="Palatino Linotype"/>
                <a:cs typeface="Palatino Linotype"/>
              </a:rPr>
              <a:t> </a:t>
            </a:r>
            <a:r>
              <a:rPr sz="1189" b="1" spc="84" dirty="0">
                <a:latin typeface="Palatino Linotype"/>
                <a:cs typeface="Palatino Linotype"/>
              </a:rPr>
              <a:t>by</a:t>
            </a:r>
            <a:r>
              <a:rPr sz="1189" b="1" spc="-22" dirty="0">
                <a:latin typeface="Palatino Linotype"/>
                <a:cs typeface="Palatino Linotype"/>
              </a:rPr>
              <a:t> </a:t>
            </a:r>
            <a:r>
              <a:rPr sz="1189" b="1" spc="89" dirty="0">
                <a:latin typeface="Palatino Linotype"/>
                <a:cs typeface="Palatino Linotype"/>
              </a:rPr>
              <a:t>place </a:t>
            </a:r>
            <a:r>
              <a:rPr sz="1189" b="1" spc="84" dirty="0">
                <a:latin typeface="Palatino Linotype"/>
                <a:cs typeface="Palatino Linotype"/>
              </a:rPr>
              <a:t>of</a:t>
            </a:r>
            <a:r>
              <a:rPr sz="1189" b="1" spc="-30" dirty="0">
                <a:latin typeface="Palatino Linotype"/>
                <a:cs typeface="Palatino Linotype"/>
              </a:rPr>
              <a:t> </a:t>
            </a:r>
            <a:r>
              <a:rPr sz="1189" b="1" spc="97" dirty="0">
                <a:latin typeface="Palatino Linotype"/>
                <a:cs typeface="Palatino Linotype"/>
              </a:rPr>
              <a:t>residence</a:t>
            </a:r>
            <a:endParaRPr sz="1189" dirty="0">
              <a:latin typeface="Palatino Linotype"/>
              <a:cs typeface="Palatino Linotype"/>
            </a:endParaRPr>
          </a:p>
          <a:p>
            <a:pPr marL="12746" marR="3777">
              <a:lnSpc>
                <a:spcPct val="132600"/>
              </a:lnSpc>
              <a:spcBef>
                <a:spcPts val="427"/>
              </a:spcBef>
            </a:pPr>
            <a:r>
              <a:rPr sz="818" dirty="0">
                <a:latin typeface="Palatino Linotype"/>
                <a:cs typeface="Palatino Linotype"/>
              </a:rPr>
              <a:t>Although</a:t>
            </a:r>
            <a:r>
              <a:rPr sz="818" spc="59" dirty="0">
                <a:latin typeface="Palatino Linotype"/>
                <a:cs typeface="Palatino Linotype"/>
              </a:rPr>
              <a:t> </a:t>
            </a:r>
            <a:r>
              <a:rPr sz="818" dirty="0">
                <a:latin typeface="Palatino Linotype"/>
                <a:cs typeface="Palatino Linotype"/>
              </a:rPr>
              <a:t>life</a:t>
            </a:r>
            <a:r>
              <a:rPr sz="818" spc="67" dirty="0">
                <a:latin typeface="Palatino Linotype"/>
                <a:cs typeface="Palatino Linotype"/>
              </a:rPr>
              <a:t> </a:t>
            </a:r>
            <a:r>
              <a:rPr sz="818" spc="41" dirty="0">
                <a:latin typeface="Palatino Linotype"/>
                <a:cs typeface="Palatino Linotype"/>
              </a:rPr>
              <a:t>expectancy</a:t>
            </a:r>
            <a:r>
              <a:rPr sz="818" spc="67" dirty="0">
                <a:latin typeface="Palatino Linotype"/>
                <a:cs typeface="Palatino Linotype"/>
              </a:rPr>
              <a:t> </a:t>
            </a:r>
            <a:r>
              <a:rPr sz="818" dirty="0">
                <a:latin typeface="Palatino Linotype"/>
                <a:cs typeface="Palatino Linotype"/>
              </a:rPr>
              <a:t>is</a:t>
            </a:r>
            <a:r>
              <a:rPr sz="818" spc="67" dirty="0">
                <a:latin typeface="Palatino Linotype"/>
                <a:cs typeface="Palatino Linotype"/>
              </a:rPr>
              <a:t> </a:t>
            </a:r>
            <a:r>
              <a:rPr sz="818" dirty="0">
                <a:latin typeface="Palatino Linotype"/>
                <a:cs typeface="Palatino Linotype"/>
              </a:rPr>
              <a:t>high</a:t>
            </a:r>
            <a:r>
              <a:rPr sz="818" spc="67" dirty="0">
                <a:latin typeface="Palatino Linotype"/>
                <a:cs typeface="Palatino Linotype"/>
              </a:rPr>
              <a:t> </a:t>
            </a:r>
            <a:r>
              <a:rPr sz="818" dirty="0">
                <a:latin typeface="Palatino Linotype"/>
                <a:cs typeface="Palatino Linotype"/>
              </a:rPr>
              <a:t>in</a:t>
            </a:r>
            <a:r>
              <a:rPr sz="818" spc="67" dirty="0">
                <a:latin typeface="Palatino Linotype"/>
                <a:cs typeface="Palatino Linotype"/>
              </a:rPr>
              <a:t> </a:t>
            </a:r>
            <a:r>
              <a:rPr sz="818" dirty="0">
                <a:latin typeface="Palatino Linotype"/>
                <a:cs typeface="Palatino Linotype"/>
              </a:rPr>
              <a:t>Switzerland,</a:t>
            </a:r>
            <a:r>
              <a:rPr sz="818" spc="67" dirty="0">
                <a:latin typeface="Palatino Linotype"/>
                <a:cs typeface="Palatino Linotype"/>
              </a:rPr>
              <a:t> </a:t>
            </a:r>
            <a:r>
              <a:rPr sz="818" dirty="0">
                <a:latin typeface="Palatino Linotype"/>
                <a:cs typeface="Palatino Linotype"/>
              </a:rPr>
              <a:t>it</a:t>
            </a:r>
            <a:r>
              <a:rPr sz="818" spc="67" dirty="0">
                <a:latin typeface="Palatino Linotype"/>
                <a:cs typeface="Palatino Linotype"/>
              </a:rPr>
              <a:t> </a:t>
            </a:r>
            <a:r>
              <a:rPr sz="818" dirty="0">
                <a:latin typeface="Palatino Linotype"/>
                <a:cs typeface="Palatino Linotype"/>
              </a:rPr>
              <a:t>can</a:t>
            </a:r>
            <a:r>
              <a:rPr sz="818" spc="67" dirty="0">
                <a:latin typeface="Palatino Linotype"/>
                <a:cs typeface="Palatino Linotype"/>
              </a:rPr>
              <a:t> </a:t>
            </a:r>
            <a:r>
              <a:rPr sz="818" dirty="0">
                <a:latin typeface="Palatino Linotype"/>
                <a:cs typeface="Palatino Linotype"/>
              </a:rPr>
              <a:t>vary</a:t>
            </a:r>
            <a:r>
              <a:rPr sz="818" spc="71" dirty="0">
                <a:latin typeface="Palatino Linotype"/>
                <a:cs typeface="Palatino Linotype"/>
              </a:rPr>
              <a:t> </a:t>
            </a:r>
            <a:r>
              <a:rPr sz="818" spc="-7" dirty="0">
                <a:latin typeface="Palatino Linotype"/>
                <a:cs typeface="Palatino Linotype"/>
              </a:rPr>
              <a:t>significantly. </a:t>
            </a:r>
            <a:r>
              <a:rPr sz="818" spc="7" dirty="0">
                <a:latin typeface="Palatino Linotype"/>
                <a:cs typeface="Palatino Linotype"/>
              </a:rPr>
              <a:t>The</a:t>
            </a:r>
            <a:r>
              <a:rPr sz="818" spc="37" dirty="0">
                <a:latin typeface="Palatino Linotype"/>
                <a:cs typeface="Palatino Linotype"/>
              </a:rPr>
              <a:t> </a:t>
            </a:r>
            <a:r>
              <a:rPr sz="818" spc="7" dirty="0">
                <a:latin typeface="Palatino Linotype"/>
                <a:cs typeface="Palatino Linotype"/>
              </a:rPr>
              <a:t>lower</a:t>
            </a:r>
            <a:r>
              <a:rPr sz="818" spc="37" dirty="0">
                <a:latin typeface="Palatino Linotype"/>
                <a:cs typeface="Palatino Linotype"/>
              </a:rPr>
              <a:t> </a:t>
            </a:r>
            <a:r>
              <a:rPr sz="818" spc="52" dirty="0">
                <a:latin typeface="Palatino Linotype"/>
                <a:cs typeface="Palatino Linotype"/>
              </a:rPr>
              <a:t>the</a:t>
            </a:r>
            <a:r>
              <a:rPr sz="818" spc="37" dirty="0">
                <a:latin typeface="Palatino Linotype"/>
                <a:cs typeface="Palatino Linotype"/>
              </a:rPr>
              <a:t> </a:t>
            </a:r>
            <a:r>
              <a:rPr sz="818" spc="7" dirty="0">
                <a:latin typeface="Palatino Linotype"/>
                <a:cs typeface="Palatino Linotype"/>
              </a:rPr>
              <a:t>socioeconomic</a:t>
            </a:r>
            <a:r>
              <a:rPr sz="818" spc="37" dirty="0">
                <a:latin typeface="Palatino Linotype"/>
                <a:cs typeface="Palatino Linotype"/>
              </a:rPr>
              <a:t> status </a:t>
            </a:r>
            <a:r>
              <a:rPr sz="818" spc="7" dirty="0">
                <a:latin typeface="Palatino Linotype"/>
                <a:cs typeface="Palatino Linotype"/>
              </a:rPr>
              <a:t>(SES)</a:t>
            </a:r>
            <a:r>
              <a:rPr sz="818" spc="37" dirty="0">
                <a:latin typeface="Palatino Linotype"/>
                <a:cs typeface="Palatino Linotype"/>
              </a:rPr>
              <a:t> </a:t>
            </a:r>
            <a:r>
              <a:rPr sz="818" spc="7" dirty="0">
                <a:latin typeface="Palatino Linotype"/>
                <a:cs typeface="Palatino Linotype"/>
              </a:rPr>
              <a:t>of</a:t>
            </a:r>
            <a:r>
              <a:rPr sz="818" spc="37" dirty="0">
                <a:latin typeface="Palatino Linotype"/>
                <a:cs typeface="Palatino Linotype"/>
              </a:rPr>
              <a:t> </a:t>
            </a:r>
            <a:r>
              <a:rPr sz="818" spc="7" dirty="0">
                <a:latin typeface="Palatino Linotype"/>
                <a:cs typeface="Palatino Linotype"/>
              </a:rPr>
              <a:t>a</a:t>
            </a:r>
            <a:r>
              <a:rPr sz="818" spc="37" dirty="0">
                <a:latin typeface="Palatino Linotype"/>
                <a:cs typeface="Palatino Linotype"/>
              </a:rPr>
              <a:t> </a:t>
            </a:r>
            <a:r>
              <a:rPr sz="818" spc="7" dirty="0">
                <a:latin typeface="Palatino Linotype"/>
                <a:cs typeface="Palatino Linotype"/>
              </a:rPr>
              <a:t>commune</a:t>
            </a:r>
            <a:r>
              <a:rPr sz="818" spc="41" dirty="0">
                <a:latin typeface="Palatino Linotype"/>
                <a:cs typeface="Palatino Linotype"/>
              </a:rPr>
              <a:t> </a:t>
            </a:r>
            <a:r>
              <a:rPr sz="818" spc="7" dirty="0">
                <a:latin typeface="Palatino Linotype"/>
                <a:cs typeface="Palatino Linotype"/>
              </a:rPr>
              <a:t>or</a:t>
            </a:r>
            <a:r>
              <a:rPr sz="818" spc="37" dirty="0">
                <a:latin typeface="Palatino Linotype"/>
                <a:cs typeface="Palatino Linotype"/>
              </a:rPr>
              <a:t> </a:t>
            </a:r>
            <a:r>
              <a:rPr sz="818" spc="-7" dirty="0">
                <a:latin typeface="Palatino Linotype"/>
                <a:cs typeface="Palatino Linotype"/>
              </a:rPr>
              <a:t>district,</a:t>
            </a:r>
            <a:endParaRPr sz="818" dirty="0">
              <a:latin typeface="Palatino Linotype"/>
              <a:cs typeface="Palatino Linotype"/>
            </a:endParaRPr>
          </a:p>
          <a:p>
            <a:pPr marL="12746">
              <a:spcBef>
                <a:spcPts val="320"/>
              </a:spcBef>
            </a:pPr>
            <a:r>
              <a:rPr sz="818" spc="52" dirty="0">
                <a:latin typeface="Palatino Linotype"/>
                <a:cs typeface="Palatino Linotype"/>
              </a:rPr>
              <a:t>the</a:t>
            </a:r>
            <a:r>
              <a:rPr sz="818" spc="15" dirty="0">
                <a:latin typeface="Palatino Linotype"/>
                <a:cs typeface="Palatino Linotype"/>
              </a:rPr>
              <a:t> lower</a:t>
            </a:r>
            <a:r>
              <a:rPr sz="818" spc="19" dirty="0">
                <a:latin typeface="Palatino Linotype"/>
                <a:cs typeface="Palatino Linotype"/>
              </a:rPr>
              <a:t> </a:t>
            </a:r>
            <a:r>
              <a:rPr sz="818" spc="52" dirty="0">
                <a:latin typeface="Palatino Linotype"/>
                <a:cs typeface="Palatino Linotype"/>
              </a:rPr>
              <a:t>the</a:t>
            </a:r>
            <a:r>
              <a:rPr sz="818" spc="15" dirty="0">
                <a:latin typeface="Palatino Linotype"/>
                <a:cs typeface="Palatino Linotype"/>
              </a:rPr>
              <a:t> life</a:t>
            </a:r>
            <a:r>
              <a:rPr sz="818" spc="19" dirty="0">
                <a:latin typeface="Palatino Linotype"/>
                <a:cs typeface="Palatino Linotype"/>
              </a:rPr>
              <a:t> </a:t>
            </a:r>
            <a:r>
              <a:rPr sz="818" spc="15" dirty="0">
                <a:latin typeface="Palatino Linotype"/>
                <a:cs typeface="Palatino Linotype"/>
              </a:rPr>
              <a:t>expectancy. For</a:t>
            </a:r>
            <a:r>
              <a:rPr sz="818" spc="19" dirty="0">
                <a:latin typeface="Palatino Linotype"/>
                <a:cs typeface="Palatino Linotype"/>
              </a:rPr>
              <a:t> </a:t>
            </a:r>
            <a:r>
              <a:rPr sz="818" spc="15" dirty="0">
                <a:latin typeface="Palatino Linotype"/>
                <a:cs typeface="Palatino Linotype"/>
              </a:rPr>
              <a:t>example, </a:t>
            </a:r>
            <a:r>
              <a:rPr sz="818" spc="45" dirty="0">
                <a:latin typeface="Palatino Linotype"/>
                <a:cs typeface="Palatino Linotype"/>
              </a:rPr>
              <a:t>between</a:t>
            </a:r>
            <a:r>
              <a:rPr sz="818" spc="19" dirty="0">
                <a:latin typeface="Palatino Linotype"/>
                <a:cs typeface="Palatino Linotype"/>
              </a:rPr>
              <a:t> </a:t>
            </a:r>
            <a:r>
              <a:rPr sz="818" spc="82" dirty="0">
                <a:latin typeface="Palatino Linotype"/>
                <a:cs typeface="Palatino Linotype"/>
              </a:rPr>
              <a:t>78</a:t>
            </a:r>
            <a:r>
              <a:rPr sz="818" spc="15" dirty="0">
                <a:latin typeface="Palatino Linotype"/>
                <a:cs typeface="Palatino Linotype"/>
              </a:rPr>
              <a:t> and</a:t>
            </a:r>
            <a:r>
              <a:rPr sz="818" spc="19" dirty="0">
                <a:latin typeface="Palatino Linotype"/>
                <a:cs typeface="Palatino Linotype"/>
              </a:rPr>
              <a:t> </a:t>
            </a:r>
            <a:r>
              <a:rPr sz="818" spc="82" dirty="0">
                <a:latin typeface="Palatino Linotype"/>
                <a:cs typeface="Palatino Linotype"/>
              </a:rPr>
              <a:t>83</a:t>
            </a:r>
            <a:endParaRPr sz="818" dirty="0">
              <a:latin typeface="Palatino Linotype"/>
              <a:cs typeface="Palatino Linotype"/>
            </a:endParaRPr>
          </a:p>
          <a:p>
            <a:pPr marL="12746">
              <a:spcBef>
                <a:spcPts val="320"/>
              </a:spcBef>
            </a:pPr>
            <a:r>
              <a:rPr sz="818" dirty="0">
                <a:latin typeface="Palatino Linotype"/>
                <a:cs typeface="Palatino Linotype"/>
              </a:rPr>
              <a:t>for</a:t>
            </a:r>
            <a:r>
              <a:rPr sz="818" spc="22" dirty="0">
                <a:latin typeface="Palatino Linotype"/>
                <a:cs typeface="Palatino Linotype"/>
              </a:rPr>
              <a:t> </a:t>
            </a:r>
            <a:r>
              <a:rPr sz="818" spc="71" dirty="0">
                <a:latin typeface="Palatino Linotype"/>
                <a:cs typeface="Palatino Linotype"/>
              </a:rPr>
              <a:t>30-</a:t>
            </a:r>
            <a:r>
              <a:rPr sz="818" spc="37" dirty="0">
                <a:latin typeface="Palatino Linotype"/>
                <a:cs typeface="Palatino Linotype"/>
              </a:rPr>
              <a:t>year-</a:t>
            </a:r>
            <a:r>
              <a:rPr sz="818" dirty="0">
                <a:latin typeface="Palatino Linotype"/>
                <a:cs typeface="Palatino Linotype"/>
              </a:rPr>
              <a:t>old</a:t>
            </a:r>
            <a:r>
              <a:rPr sz="818" spc="22" dirty="0">
                <a:latin typeface="Palatino Linotype"/>
                <a:cs typeface="Palatino Linotype"/>
              </a:rPr>
              <a:t> </a:t>
            </a:r>
            <a:r>
              <a:rPr sz="818" dirty="0">
                <a:latin typeface="Palatino Linotype"/>
                <a:cs typeface="Palatino Linotype"/>
              </a:rPr>
              <a:t>men</a:t>
            </a:r>
            <a:r>
              <a:rPr sz="818" spc="26" dirty="0">
                <a:latin typeface="Palatino Linotype"/>
                <a:cs typeface="Palatino Linotype"/>
              </a:rPr>
              <a:t> </a:t>
            </a:r>
            <a:r>
              <a:rPr sz="818" dirty="0">
                <a:latin typeface="Palatino Linotype"/>
                <a:cs typeface="Palatino Linotype"/>
              </a:rPr>
              <a:t>and</a:t>
            </a:r>
            <a:r>
              <a:rPr sz="818" spc="22" dirty="0">
                <a:latin typeface="Palatino Linotype"/>
                <a:cs typeface="Palatino Linotype"/>
              </a:rPr>
              <a:t> </a:t>
            </a:r>
            <a:r>
              <a:rPr sz="818" spc="45" dirty="0">
                <a:latin typeface="Palatino Linotype"/>
                <a:cs typeface="Palatino Linotype"/>
              </a:rPr>
              <a:t>between</a:t>
            </a:r>
            <a:r>
              <a:rPr sz="818" spc="26" dirty="0">
                <a:latin typeface="Palatino Linotype"/>
                <a:cs typeface="Palatino Linotype"/>
              </a:rPr>
              <a:t> </a:t>
            </a:r>
            <a:r>
              <a:rPr sz="818" spc="56" dirty="0">
                <a:latin typeface="Palatino Linotype"/>
                <a:cs typeface="Palatino Linotype"/>
              </a:rPr>
              <a:t>83.5</a:t>
            </a:r>
            <a:r>
              <a:rPr sz="818" spc="22" dirty="0">
                <a:latin typeface="Palatino Linotype"/>
                <a:cs typeface="Palatino Linotype"/>
              </a:rPr>
              <a:t> </a:t>
            </a:r>
            <a:r>
              <a:rPr sz="818" dirty="0">
                <a:latin typeface="Palatino Linotype"/>
                <a:cs typeface="Palatino Linotype"/>
              </a:rPr>
              <a:t>and</a:t>
            </a:r>
            <a:r>
              <a:rPr sz="818" spc="26" dirty="0">
                <a:latin typeface="Palatino Linotype"/>
                <a:cs typeface="Palatino Linotype"/>
              </a:rPr>
              <a:t> </a:t>
            </a:r>
            <a:r>
              <a:rPr sz="818" spc="82" dirty="0">
                <a:latin typeface="Palatino Linotype"/>
                <a:cs typeface="Palatino Linotype"/>
              </a:rPr>
              <a:t>87</a:t>
            </a:r>
            <a:r>
              <a:rPr sz="818" spc="22" dirty="0">
                <a:latin typeface="Palatino Linotype"/>
                <a:cs typeface="Palatino Linotype"/>
              </a:rPr>
              <a:t> </a:t>
            </a:r>
            <a:r>
              <a:rPr sz="818" dirty="0">
                <a:latin typeface="Palatino Linotype"/>
                <a:cs typeface="Palatino Linotype"/>
              </a:rPr>
              <a:t>for</a:t>
            </a:r>
            <a:r>
              <a:rPr sz="818" spc="22" dirty="0">
                <a:latin typeface="Palatino Linotype"/>
                <a:cs typeface="Palatino Linotype"/>
              </a:rPr>
              <a:t> </a:t>
            </a:r>
            <a:r>
              <a:rPr sz="818" spc="71" dirty="0">
                <a:latin typeface="Palatino Linotype"/>
                <a:cs typeface="Palatino Linotype"/>
              </a:rPr>
              <a:t>30-</a:t>
            </a:r>
            <a:r>
              <a:rPr sz="818" spc="37" dirty="0">
                <a:latin typeface="Palatino Linotype"/>
                <a:cs typeface="Palatino Linotype"/>
              </a:rPr>
              <a:t>year-</a:t>
            </a:r>
            <a:r>
              <a:rPr sz="818" dirty="0">
                <a:latin typeface="Palatino Linotype"/>
                <a:cs typeface="Palatino Linotype"/>
              </a:rPr>
              <a:t>old</a:t>
            </a:r>
            <a:r>
              <a:rPr sz="818" spc="26" dirty="0">
                <a:latin typeface="Palatino Linotype"/>
                <a:cs typeface="Palatino Linotype"/>
              </a:rPr>
              <a:t> </a:t>
            </a:r>
            <a:r>
              <a:rPr sz="818" spc="-7" dirty="0">
                <a:latin typeface="Palatino Linotype"/>
                <a:cs typeface="Palatino Linotype"/>
              </a:rPr>
              <a:t>women.</a:t>
            </a:r>
            <a:endParaRPr sz="818" dirty="0">
              <a:latin typeface="Palatino Linotype"/>
              <a:cs typeface="Palatino Linotype"/>
            </a:endParaRPr>
          </a:p>
          <a:p>
            <a:pPr marL="12746" marR="261075">
              <a:lnSpc>
                <a:spcPct val="132600"/>
              </a:lnSpc>
            </a:pPr>
            <a:r>
              <a:rPr sz="818" spc="7" dirty="0">
                <a:latin typeface="Palatino Linotype"/>
                <a:cs typeface="Palatino Linotype"/>
              </a:rPr>
              <a:t>In</a:t>
            </a:r>
            <a:r>
              <a:rPr sz="818" spc="48" dirty="0">
                <a:latin typeface="Palatino Linotype"/>
                <a:cs typeface="Palatino Linotype"/>
              </a:rPr>
              <a:t> </a:t>
            </a:r>
            <a:r>
              <a:rPr sz="818" spc="7" dirty="0">
                <a:latin typeface="Palatino Linotype"/>
                <a:cs typeface="Palatino Linotype"/>
              </a:rPr>
              <a:t>Bern</a:t>
            </a:r>
            <a:r>
              <a:rPr sz="818" spc="52" dirty="0">
                <a:latin typeface="Palatino Linotype"/>
                <a:cs typeface="Palatino Linotype"/>
              </a:rPr>
              <a:t> </a:t>
            </a:r>
            <a:r>
              <a:rPr sz="818" spc="7" dirty="0">
                <a:latin typeface="Palatino Linotype"/>
                <a:cs typeface="Palatino Linotype"/>
              </a:rPr>
              <a:t>and</a:t>
            </a:r>
            <a:r>
              <a:rPr sz="818" spc="52" dirty="0">
                <a:latin typeface="Palatino Linotype"/>
                <a:cs typeface="Palatino Linotype"/>
              </a:rPr>
              <a:t> </a:t>
            </a:r>
            <a:r>
              <a:rPr sz="818" spc="7" dirty="0">
                <a:latin typeface="Palatino Linotype"/>
                <a:cs typeface="Palatino Linotype"/>
              </a:rPr>
              <a:t>Lausanne,</a:t>
            </a:r>
            <a:r>
              <a:rPr sz="818" spc="52" dirty="0">
                <a:latin typeface="Palatino Linotype"/>
                <a:cs typeface="Palatino Linotype"/>
              </a:rPr>
              <a:t> </a:t>
            </a:r>
            <a:r>
              <a:rPr sz="818" spc="7" dirty="0">
                <a:latin typeface="Palatino Linotype"/>
                <a:cs typeface="Palatino Linotype"/>
              </a:rPr>
              <a:t>for</a:t>
            </a:r>
            <a:r>
              <a:rPr sz="818" spc="52" dirty="0">
                <a:latin typeface="Palatino Linotype"/>
                <a:cs typeface="Palatino Linotype"/>
              </a:rPr>
              <a:t> </a:t>
            </a:r>
            <a:r>
              <a:rPr sz="818" spc="7" dirty="0">
                <a:latin typeface="Palatino Linotype"/>
                <a:cs typeface="Palatino Linotype"/>
              </a:rPr>
              <a:t>example,</a:t>
            </a:r>
            <a:r>
              <a:rPr sz="818" spc="52" dirty="0">
                <a:latin typeface="Palatino Linotype"/>
                <a:cs typeface="Palatino Linotype"/>
              </a:rPr>
              <a:t> </a:t>
            </a:r>
            <a:r>
              <a:rPr sz="818" spc="7" dirty="0">
                <a:latin typeface="Palatino Linotype"/>
                <a:cs typeface="Palatino Linotype"/>
              </a:rPr>
              <a:t>in</a:t>
            </a:r>
            <a:r>
              <a:rPr sz="818" spc="52" dirty="0">
                <a:latin typeface="Palatino Linotype"/>
                <a:cs typeface="Palatino Linotype"/>
              </a:rPr>
              <a:t> </a:t>
            </a:r>
            <a:r>
              <a:rPr sz="818" spc="7" dirty="0">
                <a:latin typeface="Palatino Linotype"/>
                <a:cs typeface="Palatino Linotype"/>
              </a:rPr>
              <a:t>districts</a:t>
            </a:r>
            <a:r>
              <a:rPr sz="818" spc="52" dirty="0">
                <a:latin typeface="Palatino Linotype"/>
                <a:cs typeface="Palatino Linotype"/>
              </a:rPr>
              <a:t> </a:t>
            </a:r>
            <a:r>
              <a:rPr sz="818" spc="7" dirty="0">
                <a:latin typeface="Palatino Linotype"/>
                <a:cs typeface="Palatino Linotype"/>
              </a:rPr>
              <a:t>with</a:t>
            </a:r>
            <a:r>
              <a:rPr sz="818" spc="52" dirty="0">
                <a:latin typeface="Palatino Linotype"/>
                <a:cs typeface="Palatino Linotype"/>
              </a:rPr>
              <a:t> </a:t>
            </a:r>
            <a:r>
              <a:rPr sz="818" spc="7" dirty="0">
                <a:latin typeface="Palatino Linotype"/>
                <a:cs typeface="Palatino Linotype"/>
              </a:rPr>
              <a:t>a</a:t>
            </a:r>
            <a:r>
              <a:rPr sz="818" spc="52" dirty="0">
                <a:latin typeface="Palatino Linotype"/>
                <a:cs typeface="Palatino Linotype"/>
              </a:rPr>
              <a:t> </a:t>
            </a:r>
            <a:r>
              <a:rPr sz="818" spc="7" dirty="0">
                <a:latin typeface="Palatino Linotype"/>
                <a:cs typeface="Palatino Linotype"/>
              </a:rPr>
              <a:t>low</a:t>
            </a:r>
            <a:r>
              <a:rPr sz="818" spc="52" dirty="0">
                <a:latin typeface="Palatino Linotype"/>
                <a:cs typeface="Palatino Linotype"/>
              </a:rPr>
              <a:t> </a:t>
            </a:r>
            <a:r>
              <a:rPr sz="818" spc="7" dirty="0">
                <a:latin typeface="Palatino Linotype"/>
                <a:cs typeface="Palatino Linotype"/>
              </a:rPr>
              <a:t>SES,</a:t>
            </a:r>
            <a:r>
              <a:rPr sz="818" spc="52" dirty="0">
                <a:latin typeface="Palatino Linotype"/>
                <a:cs typeface="Palatino Linotype"/>
              </a:rPr>
              <a:t> </a:t>
            </a:r>
            <a:r>
              <a:rPr sz="818" spc="-19" dirty="0">
                <a:latin typeface="Palatino Linotype"/>
                <a:cs typeface="Palatino Linotype"/>
              </a:rPr>
              <a:t>men </a:t>
            </a:r>
            <a:r>
              <a:rPr sz="818" dirty="0">
                <a:latin typeface="Palatino Linotype"/>
                <a:cs typeface="Palatino Linotype"/>
              </a:rPr>
              <a:t>die</a:t>
            </a:r>
            <a:r>
              <a:rPr sz="818" spc="97" dirty="0">
                <a:latin typeface="Palatino Linotype"/>
                <a:cs typeface="Palatino Linotype"/>
              </a:rPr>
              <a:t> </a:t>
            </a:r>
            <a:r>
              <a:rPr sz="818" spc="48" dirty="0">
                <a:latin typeface="Palatino Linotype"/>
                <a:cs typeface="Palatino Linotype"/>
              </a:rPr>
              <a:t>4.5</a:t>
            </a:r>
            <a:r>
              <a:rPr sz="818" spc="101" dirty="0">
                <a:latin typeface="Palatino Linotype"/>
                <a:cs typeface="Palatino Linotype"/>
              </a:rPr>
              <a:t> </a:t>
            </a:r>
            <a:r>
              <a:rPr sz="818" dirty="0">
                <a:latin typeface="Palatino Linotype"/>
                <a:cs typeface="Palatino Linotype"/>
              </a:rPr>
              <a:t>years</a:t>
            </a:r>
            <a:r>
              <a:rPr sz="818" spc="97" dirty="0">
                <a:latin typeface="Palatino Linotype"/>
                <a:cs typeface="Palatino Linotype"/>
              </a:rPr>
              <a:t> </a:t>
            </a:r>
            <a:r>
              <a:rPr sz="818" dirty="0">
                <a:latin typeface="Palatino Linotype"/>
                <a:cs typeface="Palatino Linotype"/>
              </a:rPr>
              <a:t>earlier</a:t>
            </a:r>
            <a:r>
              <a:rPr sz="818" spc="101" dirty="0">
                <a:latin typeface="Palatino Linotype"/>
                <a:cs typeface="Palatino Linotype"/>
              </a:rPr>
              <a:t> </a:t>
            </a:r>
            <a:r>
              <a:rPr sz="818" dirty="0">
                <a:latin typeface="Palatino Linotype"/>
                <a:cs typeface="Palatino Linotype"/>
              </a:rPr>
              <a:t>on</a:t>
            </a:r>
            <a:r>
              <a:rPr sz="818" spc="101" dirty="0">
                <a:latin typeface="Palatino Linotype"/>
                <a:cs typeface="Palatino Linotype"/>
              </a:rPr>
              <a:t> </a:t>
            </a:r>
            <a:r>
              <a:rPr sz="818" dirty="0">
                <a:latin typeface="Palatino Linotype"/>
                <a:cs typeface="Palatino Linotype"/>
              </a:rPr>
              <a:t>average</a:t>
            </a:r>
            <a:r>
              <a:rPr sz="818" spc="97" dirty="0">
                <a:latin typeface="Palatino Linotype"/>
                <a:cs typeface="Palatino Linotype"/>
              </a:rPr>
              <a:t> </a:t>
            </a:r>
            <a:r>
              <a:rPr sz="818" dirty="0">
                <a:latin typeface="Palatino Linotype"/>
                <a:cs typeface="Palatino Linotype"/>
              </a:rPr>
              <a:t>and</a:t>
            </a:r>
            <a:r>
              <a:rPr sz="818" spc="101" dirty="0">
                <a:latin typeface="Palatino Linotype"/>
                <a:cs typeface="Palatino Linotype"/>
              </a:rPr>
              <a:t> </a:t>
            </a:r>
            <a:r>
              <a:rPr sz="818" dirty="0">
                <a:latin typeface="Palatino Linotype"/>
                <a:cs typeface="Palatino Linotype"/>
              </a:rPr>
              <a:t>women</a:t>
            </a:r>
            <a:r>
              <a:rPr sz="818" spc="101" dirty="0">
                <a:latin typeface="Palatino Linotype"/>
                <a:cs typeface="Palatino Linotype"/>
              </a:rPr>
              <a:t> </a:t>
            </a:r>
            <a:r>
              <a:rPr sz="818" dirty="0">
                <a:latin typeface="Palatino Linotype"/>
                <a:cs typeface="Palatino Linotype"/>
              </a:rPr>
              <a:t>2.5</a:t>
            </a:r>
            <a:r>
              <a:rPr sz="818" spc="97" dirty="0">
                <a:latin typeface="Palatino Linotype"/>
                <a:cs typeface="Palatino Linotype"/>
              </a:rPr>
              <a:t> </a:t>
            </a:r>
            <a:r>
              <a:rPr sz="818" dirty="0">
                <a:latin typeface="Palatino Linotype"/>
                <a:cs typeface="Palatino Linotype"/>
              </a:rPr>
              <a:t>years</a:t>
            </a:r>
            <a:r>
              <a:rPr sz="818" spc="101" dirty="0">
                <a:latin typeface="Palatino Linotype"/>
                <a:cs typeface="Palatino Linotype"/>
              </a:rPr>
              <a:t> </a:t>
            </a:r>
            <a:r>
              <a:rPr sz="818" dirty="0">
                <a:latin typeface="Palatino Linotype"/>
                <a:cs typeface="Palatino Linotype"/>
              </a:rPr>
              <a:t>earlier</a:t>
            </a:r>
            <a:r>
              <a:rPr sz="818" spc="101" dirty="0">
                <a:latin typeface="Palatino Linotype"/>
                <a:cs typeface="Palatino Linotype"/>
              </a:rPr>
              <a:t> </a:t>
            </a:r>
            <a:r>
              <a:rPr sz="818" spc="37" dirty="0">
                <a:latin typeface="Palatino Linotype"/>
                <a:cs typeface="Palatino Linotype"/>
              </a:rPr>
              <a:t>than</a:t>
            </a:r>
            <a:r>
              <a:rPr sz="818" spc="372" dirty="0">
                <a:latin typeface="Palatino Linotype"/>
                <a:cs typeface="Palatino Linotype"/>
              </a:rPr>
              <a:t> </a:t>
            </a:r>
            <a:r>
              <a:rPr sz="818" dirty="0">
                <a:latin typeface="Palatino Linotype"/>
                <a:cs typeface="Palatino Linotype"/>
              </a:rPr>
              <a:t>in</a:t>
            </a:r>
            <a:r>
              <a:rPr sz="818" spc="37" dirty="0">
                <a:latin typeface="Palatino Linotype"/>
                <a:cs typeface="Palatino Linotype"/>
              </a:rPr>
              <a:t> </a:t>
            </a:r>
            <a:r>
              <a:rPr sz="818" dirty="0">
                <a:latin typeface="Palatino Linotype"/>
                <a:cs typeface="Palatino Linotype"/>
              </a:rPr>
              <a:t>high</a:t>
            </a:r>
            <a:r>
              <a:rPr sz="818" spc="41" dirty="0">
                <a:latin typeface="Palatino Linotype"/>
                <a:cs typeface="Palatino Linotype"/>
              </a:rPr>
              <a:t> </a:t>
            </a:r>
            <a:r>
              <a:rPr sz="818" dirty="0">
                <a:latin typeface="Palatino Linotype"/>
                <a:cs typeface="Palatino Linotype"/>
              </a:rPr>
              <a:t>SES</a:t>
            </a:r>
            <a:r>
              <a:rPr sz="818" spc="41" dirty="0">
                <a:latin typeface="Palatino Linotype"/>
                <a:cs typeface="Palatino Linotype"/>
              </a:rPr>
              <a:t> </a:t>
            </a:r>
            <a:r>
              <a:rPr sz="818" spc="-7" dirty="0">
                <a:latin typeface="Palatino Linotype"/>
                <a:cs typeface="Palatino Linotype"/>
              </a:rPr>
              <a:t>districts.</a:t>
            </a:r>
            <a:endParaRPr sz="818" dirty="0">
              <a:latin typeface="Palatino Linotype"/>
              <a:cs typeface="Palatino Linotype"/>
            </a:endParaRPr>
          </a:p>
        </p:txBody>
      </p:sp>
      <p:sp>
        <p:nvSpPr>
          <p:cNvPr id="111" name="object 102"/>
          <p:cNvSpPr txBox="1"/>
          <p:nvPr/>
        </p:nvSpPr>
        <p:spPr>
          <a:xfrm>
            <a:off x="7656393" y="6054894"/>
            <a:ext cx="516945" cy="229210"/>
          </a:xfrm>
          <a:prstGeom prst="rect">
            <a:avLst/>
          </a:prstGeom>
        </p:spPr>
        <p:txBody>
          <a:bodyPr vert="horz" wrap="square" lIns="0" tIns="9442" rIns="0" bIns="0" rtlCol="0">
            <a:spAutoFit/>
          </a:bodyPr>
          <a:lstStyle/>
          <a:p>
            <a:pPr marL="9442" marR="3777" indent="33991">
              <a:lnSpc>
                <a:spcPct val="111100"/>
              </a:lnSpc>
              <a:spcBef>
                <a:spcPts val="75"/>
              </a:spcBef>
            </a:pPr>
            <a:r>
              <a:rPr sz="669" b="1" spc="56" dirty="0">
                <a:solidFill>
                  <a:srgbClr val="535FA2"/>
                </a:solidFill>
                <a:latin typeface="Arial"/>
                <a:cs typeface="Arial"/>
              </a:rPr>
              <a:t>LOW</a:t>
            </a:r>
            <a:r>
              <a:rPr sz="669" b="1" spc="84" dirty="0">
                <a:solidFill>
                  <a:srgbClr val="535FA2"/>
                </a:solidFill>
                <a:latin typeface="Arial"/>
                <a:cs typeface="Arial"/>
              </a:rPr>
              <a:t> </a:t>
            </a:r>
            <a:r>
              <a:rPr sz="669" b="1" spc="-19" dirty="0">
                <a:solidFill>
                  <a:srgbClr val="535FA2"/>
                </a:solidFill>
                <a:latin typeface="Arial"/>
                <a:cs typeface="Arial"/>
              </a:rPr>
              <a:t>SES </a:t>
            </a:r>
            <a:r>
              <a:rPr sz="669" b="1" spc="33" dirty="0">
                <a:solidFill>
                  <a:srgbClr val="535FA2"/>
                </a:solidFill>
                <a:latin typeface="Arial"/>
                <a:cs typeface="Arial"/>
              </a:rPr>
              <a:t>DISTRICTS</a:t>
            </a:r>
            <a:endParaRPr sz="669">
              <a:latin typeface="Arial"/>
              <a:cs typeface="Arial"/>
            </a:endParaRPr>
          </a:p>
        </p:txBody>
      </p:sp>
      <p:sp>
        <p:nvSpPr>
          <p:cNvPr id="112" name="object 103"/>
          <p:cNvSpPr txBox="1"/>
          <p:nvPr/>
        </p:nvSpPr>
        <p:spPr>
          <a:xfrm>
            <a:off x="8659378" y="6054894"/>
            <a:ext cx="516945" cy="229210"/>
          </a:xfrm>
          <a:prstGeom prst="rect">
            <a:avLst/>
          </a:prstGeom>
        </p:spPr>
        <p:txBody>
          <a:bodyPr vert="horz" wrap="square" lIns="0" tIns="9442" rIns="0" bIns="0" rtlCol="0">
            <a:spAutoFit/>
          </a:bodyPr>
          <a:lstStyle/>
          <a:p>
            <a:pPr marL="9442" marR="3777" indent="25966">
              <a:lnSpc>
                <a:spcPct val="111100"/>
              </a:lnSpc>
              <a:spcBef>
                <a:spcPts val="75"/>
              </a:spcBef>
            </a:pPr>
            <a:r>
              <a:rPr sz="669" b="1" spc="45" dirty="0">
                <a:solidFill>
                  <a:srgbClr val="535FA2"/>
                </a:solidFill>
                <a:latin typeface="Arial"/>
                <a:cs typeface="Arial"/>
              </a:rPr>
              <a:t>HIGH</a:t>
            </a:r>
            <a:r>
              <a:rPr sz="669" b="1" spc="84" dirty="0">
                <a:solidFill>
                  <a:srgbClr val="535FA2"/>
                </a:solidFill>
                <a:latin typeface="Arial"/>
                <a:cs typeface="Arial"/>
              </a:rPr>
              <a:t> </a:t>
            </a:r>
            <a:r>
              <a:rPr sz="669" b="1" spc="-19" dirty="0">
                <a:solidFill>
                  <a:srgbClr val="535FA2"/>
                </a:solidFill>
                <a:latin typeface="Arial"/>
                <a:cs typeface="Arial"/>
              </a:rPr>
              <a:t>SES </a:t>
            </a:r>
            <a:r>
              <a:rPr sz="669" b="1" spc="33" dirty="0">
                <a:solidFill>
                  <a:srgbClr val="535FA2"/>
                </a:solidFill>
                <a:latin typeface="Arial"/>
                <a:cs typeface="Arial"/>
              </a:rPr>
              <a:t>DISTRICTS</a:t>
            </a:r>
            <a:endParaRPr sz="669">
              <a:latin typeface="Arial"/>
              <a:cs typeface="Arial"/>
            </a:endParaRPr>
          </a:p>
        </p:txBody>
      </p:sp>
      <p:sp>
        <p:nvSpPr>
          <p:cNvPr id="113" name="object 104"/>
          <p:cNvSpPr txBox="1"/>
          <p:nvPr/>
        </p:nvSpPr>
        <p:spPr>
          <a:xfrm>
            <a:off x="7698590" y="3348426"/>
            <a:ext cx="1338863" cy="691965"/>
          </a:xfrm>
          <a:prstGeom prst="rect">
            <a:avLst/>
          </a:prstGeom>
        </p:spPr>
        <p:txBody>
          <a:bodyPr vert="horz" wrap="square" lIns="0" tIns="9442" rIns="0" bIns="0" rtlCol="0">
            <a:spAutoFit/>
          </a:bodyPr>
          <a:lstStyle/>
          <a:p>
            <a:pPr marL="1045244">
              <a:spcBef>
                <a:spcPts val="75"/>
              </a:spcBef>
            </a:pPr>
            <a:r>
              <a:rPr sz="1636" b="1" spc="89" dirty="0">
                <a:solidFill>
                  <a:srgbClr val="FFFFFF"/>
                </a:solidFill>
                <a:latin typeface="Arial"/>
                <a:cs typeface="Arial"/>
              </a:rPr>
              <a:t>83</a:t>
            </a:r>
            <a:endParaRPr sz="1636">
              <a:latin typeface="Arial"/>
              <a:cs typeface="Arial"/>
            </a:endParaRPr>
          </a:p>
          <a:p>
            <a:pPr marL="1024944">
              <a:lnSpc>
                <a:spcPts val="695"/>
              </a:lnSpc>
              <a:spcBef>
                <a:spcPts val="30"/>
              </a:spcBef>
            </a:pPr>
            <a:r>
              <a:rPr sz="632" b="1" spc="33" dirty="0">
                <a:solidFill>
                  <a:srgbClr val="FFFFFF"/>
                </a:solidFill>
                <a:latin typeface="Arial"/>
                <a:cs typeface="Arial"/>
              </a:rPr>
              <a:t>YEARS</a:t>
            </a:r>
            <a:endParaRPr sz="632">
              <a:latin typeface="Arial"/>
              <a:cs typeface="Arial"/>
            </a:endParaRPr>
          </a:p>
          <a:p>
            <a:pPr marR="866316" algn="ctr">
              <a:lnSpc>
                <a:spcPts val="1900"/>
              </a:lnSpc>
            </a:pPr>
            <a:r>
              <a:rPr sz="1636" b="1" spc="67" dirty="0">
                <a:solidFill>
                  <a:srgbClr val="FFFFFF"/>
                </a:solidFill>
                <a:latin typeface="Arial"/>
                <a:cs typeface="Arial"/>
              </a:rPr>
              <a:t>78.5</a:t>
            </a:r>
            <a:endParaRPr sz="1636">
              <a:latin typeface="Arial"/>
              <a:cs typeface="Arial"/>
            </a:endParaRPr>
          </a:p>
          <a:p>
            <a:pPr marR="862539" algn="ctr">
              <a:spcBef>
                <a:spcPts val="33"/>
              </a:spcBef>
            </a:pPr>
            <a:r>
              <a:rPr sz="632" b="1" spc="33" dirty="0">
                <a:solidFill>
                  <a:srgbClr val="FFFFFF"/>
                </a:solidFill>
                <a:latin typeface="Arial"/>
                <a:cs typeface="Arial"/>
              </a:rPr>
              <a:t>YEARS</a:t>
            </a:r>
            <a:endParaRPr sz="632">
              <a:latin typeface="Arial"/>
              <a:cs typeface="Arial"/>
            </a:endParaRPr>
          </a:p>
        </p:txBody>
      </p:sp>
      <p:sp>
        <p:nvSpPr>
          <p:cNvPr id="114" name="object 105"/>
          <p:cNvSpPr txBox="1"/>
          <p:nvPr/>
        </p:nvSpPr>
        <p:spPr>
          <a:xfrm>
            <a:off x="6362978" y="5306764"/>
            <a:ext cx="880930" cy="355911"/>
          </a:xfrm>
          <a:prstGeom prst="rect">
            <a:avLst/>
          </a:prstGeom>
        </p:spPr>
        <p:txBody>
          <a:bodyPr vert="horz" wrap="square" lIns="0" tIns="9442" rIns="0" bIns="0" rtlCol="0">
            <a:spAutoFit/>
          </a:bodyPr>
          <a:lstStyle/>
          <a:p>
            <a:pPr marL="9442" marR="3777">
              <a:lnSpc>
                <a:spcPct val="115700"/>
              </a:lnSpc>
              <a:spcBef>
                <a:spcPts val="75"/>
              </a:spcBef>
            </a:pPr>
            <a:r>
              <a:rPr sz="669" dirty="0">
                <a:solidFill>
                  <a:srgbClr val="4C569C"/>
                </a:solidFill>
                <a:latin typeface="Verdana"/>
                <a:cs typeface="Verdana"/>
              </a:rPr>
              <a:t>AVERAGE</a:t>
            </a:r>
            <a:r>
              <a:rPr sz="669" spc="197" dirty="0">
                <a:solidFill>
                  <a:srgbClr val="4C569C"/>
                </a:solidFill>
                <a:latin typeface="Verdana"/>
                <a:cs typeface="Verdana"/>
              </a:rPr>
              <a:t> </a:t>
            </a:r>
            <a:r>
              <a:rPr sz="669" spc="-15" dirty="0">
                <a:solidFill>
                  <a:srgbClr val="4C569C"/>
                </a:solidFill>
                <a:latin typeface="Verdana"/>
                <a:cs typeface="Verdana"/>
              </a:rPr>
              <a:t>LIFE </a:t>
            </a:r>
            <a:r>
              <a:rPr sz="669" spc="37" dirty="0">
                <a:solidFill>
                  <a:srgbClr val="4C569C"/>
                </a:solidFill>
                <a:latin typeface="Verdana"/>
                <a:cs typeface="Verdana"/>
              </a:rPr>
              <a:t>EXPECTANCY</a:t>
            </a:r>
            <a:r>
              <a:rPr sz="669" dirty="0">
                <a:solidFill>
                  <a:srgbClr val="4C569C"/>
                </a:solidFill>
                <a:latin typeface="Verdana"/>
                <a:cs typeface="Verdana"/>
              </a:rPr>
              <a:t> </a:t>
            </a:r>
            <a:r>
              <a:rPr sz="669" spc="37" dirty="0">
                <a:solidFill>
                  <a:srgbClr val="4C569C"/>
                </a:solidFill>
                <a:latin typeface="Verdana"/>
                <a:cs typeface="Verdana"/>
              </a:rPr>
              <a:t>OF </a:t>
            </a:r>
            <a:r>
              <a:rPr sz="669" spc="-15" dirty="0">
                <a:solidFill>
                  <a:srgbClr val="4C569C"/>
                </a:solidFill>
                <a:latin typeface="Verdana"/>
                <a:cs typeface="Verdana"/>
              </a:rPr>
              <a:t>30-</a:t>
            </a:r>
            <a:r>
              <a:rPr sz="669" dirty="0">
                <a:solidFill>
                  <a:srgbClr val="4C569C"/>
                </a:solidFill>
                <a:latin typeface="Verdana"/>
                <a:cs typeface="Verdana"/>
              </a:rPr>
              <a:t>YEAR-OLD</a:t>
            </a:r>
            <a:r>
              <a:rPr sz="669" spc="286" dirty="0">
                <a:solidFill>
                  <a:srgbClr val="4C569C"/>
                </a:solidFill>
                <a:latin typeface="Verdana"/>
                <a:cs typeface="Verdana"/>
              </a:rPr>
              <a:t> </a:t>
            </a:r>
            <a:r>
              <a:rPr sz="669" spc="-19" dirty="0">
                <a:solidFill>
                  <a:srgbClr val="4C569C"/>
                </a:solidFill>
                <a:latin typeface="Verdana"/>
                <a:cs typeface="Verdana"/>
              </a:rPr>
              <a:t>MEN</a:t>
            </a:r>
            <a:endParaRPr sz="669">
              <a:latin typeface="Verdana"/>
              <a:cs typeface="Verdana"/>
            </a:endParaRPr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3A13CFE1-395F-2486-88F5-40A812973CAC}"/>
              </a:ext>
            </a:extLst>
          </p:cNvPr>
          <p:cNvSpPr txBox="1"/>
          <p:nvPr/>
        </p:nvSpPr>
        <p:spPr>
          <a:xfrm>
            <a:off x="3347987" y="6469071"/>
            <a:ext cx="501127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CH" sz="1050" dirty="0">
                <a:hlinkClick r:id="rId21"/>
              </a:rPr>
              <a:t>https://www.bag.admin.ch/de/chancengleichheit-zahlen-und-fakten</a:t>
            </a:r>
            <a:r>
              <a:rPr lang="de-CH" sz="1050" dirty="0"/>
              <a:t> </a:t>
            </a:r>
            <a:endParaRPr lang="de-CH" sz="1050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842952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10" grpId="0"/>
      <p:bldP spid="41" grpId="0" animBg="1"/>
      <p:bldP spid="45" grpId="0" animBg="1"/>
      <p:bldP spid="46" grpId="0" animBg="1"/>
      <p:bldP spid="47" grpId="0" animBg="1"/>
      <p:bldP spid="48" grpId="0" animBg="1"/>
      <p:bldP spid="49" grpId="0" animBg="1"/>
      <p:bldP spid="50" grpId="0" animBg="1"/>
      <p:bldP spid="51" grpId="0" animBg="1"/>
      <p:bldP spid="66" grpId="0" animBg="1"/>
      <p:bldP spid="67" grpId="0" animBg="1"/>
      <p:bldP spid="68" grpId="0" animBg="1"/>
      <p:bldP spid="75" grpId="0" animBg="1"/>
      <p:bldP spid="84" grpId="0" animBg="1"/>
      <p:bldP spid="85" grpId="0" animBg="1"/>
      <p:bldP spid="90" grpId="0" animBg="1"/>
      <p:bldP spid="107" grpId="0"/>
      <p:bldP spid="108" grpId="0" animBg="1"/>
      <p:bldP spid="109" grpId="0"/>
      <p:bldP spid="110" grpId="0"/>
      <p:bldP spid="111" grpId="0"/>
      <p:bldP spid="112" grpId="0"/>
      <p:bldP spid="113" grpId="0"/>
      <p:bldP spid="11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0FA09A1-45BA-0773-3AA6-95C79845DF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What can/should we do about these inequalities?</a:t>
            </a:r>
            <a:endParaRPr lang="de-CH" dirty="0"/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6D1647C7-43DF-4457-819E-0B65E6C2F6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6ABA92-B65E-42F5-BB28-73DA50746AED}" type="slidenum">
              <a:rPr lang="de-CH" smtClean="0"/>
              <a:t>6</a:t>
            </a:fld>
            <a:endParaRPr lang="de-CH" dirty="0"/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314C293F-3521-AC7F-6E2A-AD4000E2A78A}"/>
              </a:ext>
            </a:extLst>
          </p:cNvPr>
          <p:cNvSpPr txBox="1"/>
          <p:nvPr/>
        </p:nvSpPr>
        <p:spPr>
          <a:xfrm>
            <a:off x="7941138" y="3085314"/>
            <a:ext cx="2861771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Sir Michael Marmot</a:t>
            </a:r>
          </a:p>
          <a:p>
            <a:r>
              <a:rPr lang="en-US" sz="1400" dirty="0"/>
              <a:t>Professor of Epidemiology at University College London</a:t>
            </a:r>
          </a:p>
          <a:p>
            <a:r>
              <a:rPr lang="en-US" sz="1400" dirty="0"/>
              <a:t>Director of the UCL Institute of Health Equity, and Past President of the World Medical Association.</a:t>
            </a:r>
          </a:p>
        </p:txBody>
      </p:sp>
      <p:pic>
        <p:nvPicPr>
          <p:cNvPr id="7" name="Online Media 5" title="Michael Marmot: &quot;Build Back Fairer&quot;">
            <a:hlinkClick r:id="" action="ppaction://media"/>
            <a:extLst>
              <a:ext uri="{FF2B5EF4-FFF2-40B4-BE49-F238E27FC236}">
                <a16:creationId xmlns:a16="http://schemas.microsoft.com/office/drawing/2014/main" id="{319876DF-0DD9-66AC-1A30-C2C033B7AB03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1033638" y="1588742"/>
            <a:ext cx="6514185" cy="3680515"/>
          </a:xfrm>
          <a:prstGeom prst="rect">
            <a:avLst/>
          </a:prstGeom>
        </p:spPr>
      </p:pic>
      <p:sp>
        <p:nvSpPr>
          <p:cNvPr id="8" name="TextBox 9">
            <a:extLst>
              <a:ext uri="{FF2B5EF4-FFF2-40B4-BE49-F238E27FC236}">
                <a16:creationId xmlns:a16="http://schemas.microsoft.com/office/drawing/2014/main" id="{A5389284-AD45-5B13-4436-8DE904BCAE72}"/>
              </a:ext>
            </a:extLst>
          </p:cNvPr>
          <p:cNvSpPr txBox="1"/>
          <p:nvPr/>
        </p:nvSpPr>
        <p:spPr>
          <a:xfrm>
            <a:off x="941274" y="5347805"/>
            <a:ext cx="434618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000" dirty="0">
                <a:hlinkClick r:id="rId4"/>
              </a:rPr>
              <a:t>https://www.youtube.com/watch?v=0B5bAXtLPo4</a:t>
            </a:r>
            <a:r>
              <a:rPr lang="en-GB" sz="10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1021479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1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video>
              <p:cMediaNode vol="80000">
                <p:cTn id="12" fill="hold" display="0">
                  <p:stCondLst>
                    <p:cond delay="indefinite"/>
                  </p:stCondLst>
                </p:cTn>
                <p:tgtEl>
                  <p:spTgt spid="7"/>
                </p:tgtEl>
              </p:cMediaNode>
            </p:video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E779D11-8521-13B2-3553-FFE8037601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Six Policy </a:t>
            </a:r>
            <a:r>
              <a:rPr lang="de-CH" dirty="0" err="1"/>
              <a:t>areas</a:t>
            </a:r>
            <a:r>
              <a:rPr lang="de-CH" dirty="0"/>
              <a:t> </a:t>
            </a:r>
            <a:r>
              <a:rPr lang="de-CH" dirty="0" err="1"/>
              <a:t>to</a:t>
            </a:r>
            <a:r>
              <a:rPr lang="de-CH" dirty="0"/>
              <a:t> </a:t>
            </a:r>
            <a:r>
              <a:rPr lang="de-CH" dirty="0" err="1"/>
              <a:t>address</a:t>
            </a:r>
            <a:r>
              <a:rPr lang="de-CH" dirty="0"/>
              <a:t> </a:t>
            </a:r>
            <a:r>
              <a:rPr lang="de-CH" dirty="0" err="1"/>
              <a:t>health</a:t>
            </a:r>
            <a:r>
              <a:rPr lang="de-CH" dirty="0"/>
              <a:t> </a:t>
            </a:r>
            <a:r>
              <a:rPr lang="de-CH" dirty="0" err="1"/>
              <a:t>inequality</a:t>
            </a:r>
            <a:endParaRPr lang="de-CH" dirty="0"/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506CEAD1-240F-4753-D3B3-1173B2E677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6ABA92-B65E-42F5-BB28-73DA50746AED}" type="slidenum">
              <a:rPr lang="de-CH" smtClean="0"/>
              <a:t>7</a:t>
            </a:fld>
            <a:endParaRPr lang="de-CH" dirty="0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6E8D0B4F-07F7-DD95-070E-8BDB5F56DAA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342900" indent="-342900">
              <a:buFont typeface="+mj-lt"/>
              <a:buAutoNum type="arabicPeriod"/>
            </a:pPr>
            <a:endParaRPr lang="en-US" dirty="0"/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Give every child the best start in life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Education and lifelong learning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Employment and working conditions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Minimum income necessary for a healthy life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Healthy and sustainable places in which to live and work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Taking a social determinants approach to prevention</a:t>
            </a:r>
          </a:p>
          <a:p>
            <a:endParaRPr lang="en-US" dirty="0"/>
          </a:p>
          <a:p>
            <a:r>
              <a:rPr lang="en-US" dirty="0"/>
              <a:t>Prof. Marmot: “The evidence shows that we can take action on those”</a:t>
            </a:r>
          </a:p>
          <a:p>
            <a:endParaRPr lang="en-US" i="1" dirty="0"/>
          </a:p>
          <a:p>
            <a:r>
              <a:rPr lang="en-US" i="1" dirty="0"/>
              <a:t>…but are countries moving in this direction?</a:t>
            </a:r>
          </a:p>
        </p:txBody>
      </p:sp>
    </p:spTree>
    <p:extLst>
      <p:ext uri="{BB962C8B-B14F-4D97-AF65-F5344CB8AC3E}">
        <p14:creationId xmlns:p14="http://schemas.microsoft.com/office/powerpoint/2010/main" val="21566806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E942D32B-921E-F978-FE3D-31643517AC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6ABA92-B65E-42F5-BB28-73DA50746AED}" type="slidenum">
              <a:rPr lang="de-CH" smtClean="0"/>
              <a:t>8</a:t>
            </a:fld>
            <a:endParaRPr lang="de-CH" dirty="0"/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53605E7D-2D4D-4CB9-3E56-24D2C232A6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820" y="454287"/>
            <a:ext cx="5433531" cy="647756"/>
          </a:xfrm>
          <a:prstGeom prst="rect">
            <a:avLst/>
          </a:prstGeom>
        </p:spPr>
      </p:pic>
      <p:pic>
        <p:nvPicPr>
          <p:cNvPr id="8" name="Grafik 7">
            <a:extLst>
              <a:ext uri="{FF2B5EF4-FFF2-40B4-BE49-F238E27FC236}">
                <a16:creationId xmlns:a16="http://schemas.microsoft.com/office/drawing/2014/main" id="{861F9485-6F9C-0332-3442-04CD513304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8800" y="1177592"/>
            <a:ext cx="5270727" cy="655912"/>
          </a:xfrm>
          <a:prstGeom prst="rect">
            <a:avLst/>
          </a:prstGeom>
        </p:spPr>
      </p:pic>
      <p:pic>
        <p:nvPicPr>
          <p:cNvPr id="10" name="Grafik 9">
            <a:extLst>
              <a:ext uri="{FF2B5EF4-FFF2-40B4-BE49-F238E27FC236}">
                <a16:creationId xmlns:a16="http://schemas.microsoft.com/office/drawing/2014/main" id="{CB03CC0B-8B6A-CEA5-B3BB-EAEAE1E4FED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3821" y="1913027"/>
            <a:ext cx="5501962" cy="873252"/>
          </a:xfrm>
          <a:prstGeom prst="rect">
            <a:avLst/>
          </a:prstGeom>
        </p:spPr>
      </p:pic>
      <p:pic>
        <p:nvPicPr>
          <p:cNvPr id="12" name="Grafik 11">
            <a:extLst>
              <a:ext uri="{FF2B5EF4-FFF2-40B4-BE49-F238E27FC236}">
                <a16:creationId xmlns:a16="http://schemas.microsoft.com/office/drawing/2014/main" id="{5AA92F6E-F538-0F04-B343-6D8900AB2D9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3820" y="2945896"/>
            <a:ext cx="5640507" cy="3441404"/>
          </a:xfrm>
          <a:prstGeom prst="rect">
            <a:avLst/>
          </a:prstGeom>
        </p:spPr>
      </p:pic>
      <p:sp>
        <p:nvSpPr>
          <p:cNvPr id="14" name="Textfeld 13">
            <a:extLst>
              <a:ext uri="{FF2B5EF4-FFF2-40B4-BE49-F238E27FC236}">
                <a16:creationId xmlns:a16="http://schemas.microsoft.com/office/drawing/2014/main" id="{C46B1842-3FAC-E3CB-F902-4829CD3F864A}"/>
              </a:ext>
            </a:extLst>
          </p:cNvPr>
          <p:cNvSpPr txBox="1"/>
          <p:nvPr/>
        </p:nvSpPr>
        <p:spPr>
          <a:xfrm>
            <a:off x="141316" y="6464722"/>
            <a:ext cx="547254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CH" sz="1200" dirty="0">
                <a:hlinkClick r:id="rId6"/>
              </a:rPr>
              <a:t>https://www.bag.admin.ch/en/health-equity</a:t>
            </a:r>
            <a:r>
              <a:rPr lang="de-CH" sz="1200" dirty="0"/>
              <a:t> </a:t>
            </a:r>
          </a:p>
        </p:txBody>
      </p:sp>
      <p:pic>
        <p:nvPicPr>
          <p:cNvPr id="16" name="Grafik 15">
            <a:extLst>
              <a:ext uri="{FF2B5EF4-FFF2-40B4-BE49-F238E27FC236}">
                <a16:creationId xmlns:a16="http://schemas.microsoft.com/office/drawing/2014/main" id="{A6C0EA1D-F2CF-580E-85C9-FA473B4299B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62397" y="203194"/>
            <a:ext cx="3375953" cy="6538527"/>
          </a:xfrm>
          <a:prstGeom prst="rect">
            <a:avLst/>
          </a:prstGeom>
        </p:spPr>
      </p:pic>
      <p:sp>
        <p:nvSpPr>
          <p:cNvPr id="20" name="Textfeld 19">
            <a:extLst>
              <a:ext uri="{FF2B5EF4-FFF2-40B4-BE49-F238E27FC236}">
                <a16:creationId xmlns:a16="http://schemas.microsoft.com/office/drawing/2014/main" id="{7FBE5FCE-080D-4D2A-8782-02A0DDF66663}"/>
              </a:ext>
            </a:extLst>
          </p:cNvPr>
          <p:cNvSpPr txBox="1"/>
          <p:nvPr/>
        </p:nvSpPr>
        <p:spPr>
          <a:xfrm>
            <a:off x="10071986" y="5519172"/>
            <a:ext cx="890847" cy="13388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CH" sz="900" dirty="0">
                <a:hlinkClick r:id="rId8"/>
              </a:rPr>
              <a:t>https://www.medinside.ch/bag-muss-elf-millionen-franken-sparen-und-20-stellen-streichen-20250226</a:t>
            </a:r>
            <a:r>
              <a:rPr lang="de-CH" sz="9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6941688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B271D81-D7FD-3D0E-9181-E29BEF67D9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Round of </a:t>
            </a:r>
            <a:r>
              <a:rPr lang="de-CH" dirty="0" err="1"/>
              <a:t>introduction</a:t>
            </a:r>
            <a:endParaRPr lang="de-CH" dirty="0"/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FE8C5440-6C82-3DF8-1477-26629D3750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6ABA92-B65E-42F5-BB28-73DA50746AED}" type="slidenum">
              <a:rPr lang="de-CH" smtClean="0"/>
              <a:t>9</a:t>
            </a:fld>
            <a:endParaRPr lang="de-CH" dirty="0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B8350718-D246-CAED-81B0-20735F2BA08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0" marR="0" lvl="0" indent="0" algn="l" defTabSz="864000" rtl="0" eaLnBrk="1" fontAlgn="auto" latinLnBrk="0" hangingPunct="1">
              <a:lnSpc>
                <a:spcPct val="105000"/>
              </a:lnSpc>
              <a:spcBef>
                <a:spcPts val="200"/>
              </a:spcBef>
              <a:spcAft>
                <a:spcPts val="1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de-CH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Medium" panose="020B0603020102020204"/>
                <a:ea typeface="+mn-ea"/>
                <a:cs typeface="+mn-cs"/>
              </a:rPr>
              <a:t>About </a:t>
            </a:r>
            <a:r>
              <a:rPr kumimoji="0" lang="de-CH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Medium" panose="020B0603020102020204"/>
                <a:ea typeface="+mn-ea"/>
                <a:cs typeface="+mn-cs"/>
              </a:rPr>
              <a:t>you</a:t>
            </a:r>
            <a:r>
              <a:rPr kumimoji="0" lang="de-CH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Medium" panose="020B0603020102020204"/>
                <a:ea typeface="+mn-ea"/>
                <a:cs typeface="+mn-cs"/>
              </a:rPr>
              <a:t>:</a:t>
            </a:r>
          </a:p>
          <a:p>
            <a:pPr marL="342900" marR="0" lvl="0" indent="-342900" algn="l" defTabSz="864000" rtl="0" eaLnBrk="1" fontAlgn="auto" latinLnBrk="0" hangingPunct="1">
              <a:lnSpc>
                <a:spcPct val="105000"/>
              </a:lnSpc>
              <a:spcBef>
                <a:spcPts val="200"/>
              </a:spcBef>
              <a:spcAft>
                <a:spcPts val="100"/>
              </a:spcAft>
              <a:buClrTx/>
              <a:buSzTx/>
              <a:buFont typeface="Arial" panose="020B0604020202020204" pitchFamily="34" charset="0"/>
              <a:buAutoNum type="arabicPeriod"/>
              <a:tabLst/>
              <a:defRPr/>
            </a:pPr>
            <a:r>
              <a:rPr kumimoji="0" lang="de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t>Who </a:t>
            </a:r>
            <a:r>
              <a:rPr kumimoji="0" lang="de-CH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t>are</a:t>
            </a:r>
            <a:r>
              <a:rPr kumimoji="0" lang="de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t> </a:t>
            </a:r>
            <a:r>
              <a:rPr kumimoji="0" lang="de-CH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t>you</a:t>
            </a:r>
            <a:r>
              <a:rPr kumimoji="0" lang="de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t>?</a:t>
            </a:r>
          </a:p>
          <a:p>
            <a:pPr marL="342900" marR="0" lvl="0" indent="-342900" algn="l" defTabSz="864000" rtl="0" eaLnBrk="1" fontAlgn="auto" latinLnBrk="0" hangingPunct="1">
              <a:lnSpc>
                <a:spcPct val="105000"/>
              </a:lnSpc>
              <a:spcBef>
                <a:spcPts val="200"/>
              </a:spcBef>
              <a:spcAft>
                <a:spcPts val="100"/>
              </a:spcAft>
              <a:buClrTx/>
              <a:buSzTx/>
              <a:buFont typeface="Arial" panose="020B0604020202020204" pitchFamily="34" charset="0"/>
              <a:buAutoNum type="arabicPeriod"/>
              <a:tabLst/>
              <a:defRPr/>
            </a:pPr>
            <a:r>
              <a:rPr lang="de-CH" dirty="0" err="1">
                <a:latin typeface="Franklin Gothic Book" panose="020B0503020102020204"/>
              </a:rPr>
              <a:t>Have</a:t>
            </a:r>
            <a:r>
              <a:rPr lang="de-CH" dirty="0">
                <a:latin typeface="Franklin Gothic Book" panose="020B0503020102020204"/>
              </a:rPr>
              <a:t> </a:t>
            </a:r>
            <a:r>
              <a:rPr lang="de-CH" dirty="0" err="1">
                <a:latin typeface="Franklin Gothic Book" panose="020B0503020102020204"/>
              </a:rPr>
              <a:t>you</a:t>
            </a:r>
            <a:r>
              <a:rPr lang="de-CH" dirty="0">
                <a:latin typeface="Franklin Gothic Book" panose="020B0503020102020204"/>
              </a:rPr>
              <a:t> </a:t>
            </a:r>
            <a:r>
              <a:rPr lang="de-CH" dirty="0" err="1">
                <a:latin typeface="Franklin Gothic Book" panose="020B0503020102020204"/>
              </a:rPr>
              <a:t>come</a:t>
            </a:r>
            <a:r>
              <a:rPr lang="de-CH" dirty="0">
                <a:latin typeface="Franklin Gothic Book" panose="020B0503020102020204"/>
              </a:rPr>
              <a:t> </a:t>
            </a:r>
            <a:r>
              <a:rPr lang="de-CH" dirty="0" err="1">
                <a:latin typeface="Franklin Gothic Book" panose="020B0503020102020204"/>
              </a:rPr>
              <a:t>across</a:t>
            </a:r>
            <a:r>
              <a:rPr lang="de-CH" dirty="0">
                <a:latin typeface="Franklin Gothic Book" panose="020B0503020102020204"/>
              </a:rPr>
              <a:t> </a:t>
            </a:r>
            <a:r>
              <a:rPr lang="de-CH" dirty="0" err="1">
                <a:latin typeface="Franklin Gothic Book" panose="020B0503020102020204"/>
              </a:rPr>
              <a:t>the</a:t>
            </a:r>
            <a:r>
              <a:rPr lang="de-CH" dirty="0">
                <a:latin typeface="Franklin Gothic Book" panose="020B0503020102020204"/>
              </a:rPr>
              <a:t> </a:t>
            </a:r>
            <a:r>
              <a:rPr lang="de-CH" dirty="0" err="1">
                <a:latin typeface="Franklin Gothic Book" panose="020B0503020102020204"/>
              </a:rPr>
              <a:t>topic</a:t>
            </a:r>
            <a:r>
              <a:rPr lang="de-CH" dirty="0">
                <a:latin typeface="Franklin Gothic Book" panose="020B0503020102020204"/>
              </a:rPr>
              <a:t> of </a:t>
            </a:r>
            <a:r>
              <a:rPr lang="de-CH" dirty="0" err="1">
                <a:latin typeface="Franklin Gothic Book" panose="020B0503020102020204"/>
              </a:rPr>
              <a:t>health</a:t>
            </a:r>
            <a:r>
              <a:rPr lang="de-CH" dirty="0">
                <a:latin typeface="Franklin Gothic Book" panose="020B0503020102020204"/>
              </a:rPr>
              <a:t> </a:t>
            </a:r>
            <a:r>
              <a:rPr lang="de-CH" dirty="0" err="1">
                <a:latin typeface="Franklin Gothic Book" panose="020B0503020102020204"/>
              </a:rPr>
              <a:t>inequality</a:t>
            </a:r>
            <a:r>
              <a:rPr lang="de-CH" dirty="0">
                <a:latin typeface="Franklin Gothic Book" panose="020B0503020102020204"/>
              </a:rPr>
              <a:t> in </a:t>
            </a:r>
            <a:r>
              <a:rPr lang="de-CH" dirty="0" err="1">
                <a:latin typeface="Franklin Gothic Book" panose="020B0503020102020204"/>
              </a:rPr>
              <a:t>other</a:t>
            </a:r>
            <a:r>
              <a:rPr lang="de-CH" dirty="0">
                <a:latin typeface="Franklin Gothic Book" panose="020B0503020102020204"/>
              </a:rPr>
              <a:t> </a:t>
            </a:r>
            <a:r>
              <a:rPr lang="de-CH" dirty="0" err="1">
                <a:latin typeface="Franklin Gothic Book" panose="020B0503020102020204"/>
              </a:rPr>
              <a:t>courses</a:t>
            </a:r>
            <a:r>
              <a:rPr lang="de-CH" dirty="0">
                <a:latin typeface="Franklin Gothic Book" panose="020B0503020102020204"/>
              </a:rPr>
              <a:t>?</a:t>
            </a:r>
            <a:endParaRPr kumimoji="0" lang="de-CH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  <a:p>
            <a:pPr marL="342900" marR="0" lvl="0" indent="-342900" algn="l" defTabSz="864000" rtl="0" eaLnBrk="1" fontAlgn="auto" latinLnBrk="0" hangingPunct="1">
              <a:lnSpc>
                <a:spcPct val="105000"/>
              </a:lnSpc>
              <a:spcBef>
                <a:spcPts val="200"/>
              </a:spcBef>
              <a:spcAft>
                <a:spcPts val="100"/>
              </a:spcAft>
              <a:buClrTx/>
              <a:buSzTx/>
              <a:buFont typeface="Arial" panose="020B0604020202020204" pitchFamily="34" charset="0"/>
              <a:buAutoNum type="arabicPeriod"/>
              <a:tabLst/>
              <a:defRPr/>
            </a:pPr>
            <a:r>
              <a:rPr kumimoji="0" lang="de-CH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t>What</a:t>
            </a:r>
            <a:r>
              <a:rPr kumimoji="0" lang="de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t> do </a:t>
            </a:r>
            <a:r>
              <a:rPr kumimoji="0" lang="de-CH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t>you</a:t>
            </a:r>
            <a:r>
              <a:rPr kumimoji="0" lang="de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t> </a:t>
            </a:r>
            <a:r>
              <a:rPr kumimoji="0" lang="de-CH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t>expect</a:t>
            </a:r>
            <a:r>
              <a:rPr kumimoji="0" lang="de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t>/</a:t>
            </a:r>
            <a:r>
              <a:rPr kumimoji="0" lang="de-CH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t>wish</a:t>
            </a:r>
            <a:r>
              <a:rPr kumimoji="0" lang="de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t> </a:t>
            </a:r>
            <a:r>
              <a:rPr kumimoji="0" lang="de-CH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t>to</a:t>
            </a:r>
            <a:r>
              <a:rPr kumimoji="0" lang="de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t> </a:t>
            </a:r>
            <a:r>
              <a:rPr kumimoji="0" lang="de-CH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t>learn</a:t>
            </a:r>
            <a:r>
              <a:rPr kumimoji="0" lang="de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t> in </a:t>
            </a:r>
            <a:r>
              <a:rPr kumimoji="0" lang="de-CH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t>this</a:t>
            </a:r>
            <a:r>
              <a:rPr kumimoji="0" lang="de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t> </a:t>
            </a:r>
            <a:r>
              <a:rPr kumimoji="0" lang="de-CH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t>course</a:t>
            </a:r>
            <a:r>
              <a:rPr kumimoji="0" lang="de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t>?</a:t>
            </a:r>
          </a:p>
          <a:p>
            <a:pPr marL="0" marR="0" lvl="0" indent="0" algn="l" defTabSz="864000" rtl="0" eaLnBrk="1" fontAlgn="auto" latinLnBrk="0" hangingPunct="1">
              <a:lnSpc>
                <a:spcPct val="105000"/>
              </a:lnSpc>
              <a:spcBef>
                <a:spcPts val="200"/>
              </a:spcBef>
              <a:spcAft>
                <a:spcPts val="1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de-CH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  <a:p>
            <a:pPr marL="0" marR="0" lvl="0" indent="0" algn="l" defTabSz="864000" rtl="0" eaLnBrk="1" fontAlgn="auto" latinLnBrk="0" hangingPunct="1">
              <a:lnSpc>
                <a:spcPct val="105000"/>
              </a:lnSpc>
              <a:spcBef>
                <a:spcPts val="200"/>
              </a:spcBef>
              <a:spcAft>
                <a:spcPts val="1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de-CH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  <a:p>
            <a:pPr marL="0" marR="0" lvl="0" indent="0" algn="l" defTabSz="864000" rtl="0" eaLnBrk="1" fontAlgn="auto" latinLnBrk="0" hangingPunct="1">
              <a:lnSpc>
                <a:spcPct val="105000"/>
              </a:lnSpc>
              <a:spcBef>
                <a:spcPts val="200"/>
              </a:spcBef>
              <a:spcAft>
                <a:spcPts val="1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de-CH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Medium" panose="020B0603020102020204"/>
                <a:ea typeface="+mn-ea"/>
                <a:cs typeface="+mn-cs"/>
              </a:rPr>
              <a:t>About </a:t>
            </a:r>
            <a:r>
              <a:rPr kumimoji="0" lang="de-CH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Medium" panose="020B0603020102020204"/>
                <a:ea typeface="+mn-ea"/>
                <a:cs typeface="+mn-cs"/>
              </a:rPr>
              <a:t>me</a:t>
            </a:r>
            <a:r>
              <a:rPr kumimoji="0" lang="de-CH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Medium" panose="020B0603020102020204"/>
                <a:ea typeface="+mn-ea"/>
                <a:cs typeface="+mn-cs"/>
              </a:rPr>
              <a:t>:</a:t>
            </a:r>
          </a:p>
          <a:p>
            <a:endParaRPr lang="de-CH" dirty="0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88C80601-F8D6-C741-9C76-3ACB90F20C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1748" y="3804259"/>
            <a:ext cx="2362470" cy="1499725"/>
          </a:xfrm>
          <a:prstGeom prst="rect">
            <a:avLst/>
          </a:prstGeom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8E1A825E-B53D-E115-1771-38EDED84A1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41137" y="5481405"/>
            <a:ext cx="844114" cy="957860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80CEF6EF-BA38-CF73-3F2F-FDA63E3D35F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58074" y="5303984"/>
            <a:ext cx="710985" cy="1135281"/>
          </a:xfrm>
          <a:prstGeom prst="rect">
            <a:avLst/>
          </a:prstGeom>
        </p:spPr>
      </p:pic>
      <p:pic>
        <p:nvPicPr>
          <p:cNvPr id="8" name="Grafik 7">
            <a:extLst>
              <a:ext uri="{FF2B5EF4-FFF2-40B4-BE49-F238E27FC236}">
                <a16:creationId xmlns:a16="http://schemas.microsoft.com/office/drawing/2014/main" id="{7C60B8FC-467D-4713-046F-EA2F002800D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91554" y="5639295"/>
            <a:ext cx="957478" cy="799970"/>
          </a:xfrm>
          <a:prstGeom prst="rect">
            <a:avLst/>
          </a:prstGeom>
        </p:spPr>
      </p:pic>
      <p:sp>
        <p:nvSpPr>
          <p:cNvPr id="9" name="Textfeld 8">
            <a:extLst>
              <a:ext uri="{FF2B5EF4-FFF2-40B4-BE49-F238E27FC236}">
                <a16:creationId xmlns:a16="http://schemas.microsoft.com/office/drawing/2014/main" id="{4C898350-D14C-03C2-1C1D-450462C8092C}"/>
              </a:ext>
            </a:extLst>
          </p:cNvPr>
          <p:cNvSpPr txBox="1"/>
          <p:nvPr/>
        </p:nvSpPr>
        <p:spPr>
          <a:xfrm>
            <a:off x="5629815" y="3695956"/>
            <a:ext cx="3853334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GB" dirty="0">
                <a:solidFill>
                  <a:srgbClr val="0068B4"/>
                </a:solidFill>
                <a:latin typeface="+mj-lt"/>
              </a:rPr>
              <a:t>Teaching:</a:t>
            </a:r>
          </a:p>
          <a:p>
            <a:r>
              <a:rPr lang="en-GB" dirty="0"/>
              <a:t>Health and social policy</a:t>
            </a:r>
          </a:p>
          <a:p>
            <a:r>
              <a:rPr lang="en-GB" dirty="0"/>
              <a:t>Health inequality</a:t>
            </a:r>
          </a:p>
          <a:p>
            <a:r>
              <a:rPr lang="en-GB" dirty="0"/>
              <a:t>Swiss health policy</a:t>
            </a:r>
          </a:p>
          <a:p>
            <a:endParaRPr lang="en-GB" dirty="0"/>
          </a:p>
          <a:p>
            <a:pPr marL="0" indent="0">
              <a:buNone/>
            </a:pPr>
            <a:r>
              <a:rPr lang="en-GB" dirty="0">
                <a:solidFill>
                  <a:srgbClr val="0068B4"/>
                </a:solidFill>
                <a:latin typeface="+mj-lt"/>
              </a:rPr>
              <a:t>Research interests:</a:t>
            </a:r>
          </a:p>
          <a:p>
            <a:r>
              <a:rPr lang="en-GB" dirty="0"/>
              <a:t>Comparative health and social policy</a:t>
            </a:r>
          </a:p>
          <a:p>
            <a:r>
              <a:rPr lang="en-GB" dirty="0"/>
              <a:t>Inequality (health, social, economic)</a:t>
            </a:r>
          </a:p>
          <a:p>
            <a:r>
              <a:rPr lang="en-GB" dirty="0"/>
              <a:t>The politicization of health care</a:t>
            </a:r>
          </a:p>
          <a:p>
            <a:r>
              <a:rPr lang="en-GB" dirty="0"/>
              <a:t>Electoral politics</a:t>
            </a:r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9D38327B-1FA3-A495-1FF2-2C43FFE4D4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58627" y="1260635"/>
            <a:ext cx="2465533" cy="24655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523887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DB876C8-A06B-D2C6-A526-41E16776CF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Course objectives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04B61CC4-408C-EE60-0353-E6ADC12D3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6ABA92-B65E-42F5-BB28-73DA50746AED}" type="slidenum">
              <a:rPr lang="en-GB" noProof="0" smtClean="0"/>
              <a:t>10</a:t>
            </a:fld>
            <a:endParaRPr lang="en-GB" noProof="0" dirty="0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E3BE1022-6540-FBA0-FD0E-64392F467C4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342900" indent="-342900">
              <a:buFont typeface="+mj-lt"/>
              <a:buAutoNum type="arabicPeriod"/>
            </a:pPr>
            <a:endParaRPr lang="en-GB" noProof="0" dirty="0"/>
          </a:p>
          <a:p>
            <a:pPr marL="342900" indent="-342900">
              <a:buFont typeface="+mj-lt"/>
              <a:buAutoNum type="arabicPeriod"/>
            </a:pPr>
            <a:endParaRPr lang="en-GB" noProof="0" dirty="0"/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GB" noProof="0" dirty="0"/>
              <a:t>Describe the concept and measurement of health inequality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GB" noProof="0" dirty="0"/>
              <a:t>Analyse health inequalities using cross-national survey data (ISSP, ESS)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GB" noProof="0" dirty="0"/>
              <a:t>Compare patterns across countries and over time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GB" noProof="0" dirty="0"/>
              <a:t>Evaluate how public policies and social contexts shape health inequality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GB" noProof="0" dirty="0"/>
              <a:t>Develop an own empirical research project</a:t>
            </a:r>
          </a:p>
          <a:p>
            <a:pPr marL="342900" indent="-342900">
              <a:buFont typeface="+mj-lt"/>
              <a:buAutoNum type="arabicPeriod"/>
            </a:pPr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980978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670F7E7-0D8C-990A-1BE2-83511251EB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Course </a:t>
            </a:r>
            <a:r>
              <a:rPr lang="de-CH" dirty="0" err="1"/>
              <a:t>contents</a:t>
            </a:r>
            <a:endParaRPr lang="de-CH" dirty="0"/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5EBABF82-AD65-610A-2C8E-C3577D3137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6ABA92-B65E-42F5-BB28-73DA50746AED}" type="slidenum">
              <a:rPr lang="de-CH" smtClean="0"/>
              <a:t>11</a:t>
            </a:fld>
            <a:endParaRPr lang="de-CH" dirty="0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0AA26777-30EE-8F4F-E5C8-C5C4EE2B998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endParaRPr lang="de-CH" dirty="0"/>
          </a:p>
          <a:p>
            <a:pPr>
              <a:lnSpc>
                <a:spcPct val="150000"/>
              </a:lnSpc>
            </a:pPr>
            <a:r>
              <a:rPr lang="de-CH" dirty="0"/>
              <a:t>Part 1: </a:t>
            </a:r>
            <a:r>
              <a:rPr lang="de-CH" dirty="0" err="1"/>
              <a:t>Introduction</a:t>
            </a:r>
            <a:r>
              <a:rPr lang="de-CH" dirty="0"/>
              <a:t>; </a:t>
            </a:r>
            <a:r>
              <a:rPr lang="de-CH" dirty="0" err="1"/>
              <a:t>what</a:t>
            </a:r>
            <a:r>
              <a:rPr lang="de-CH" dirty="0"/>
              <a:t> </a:t>
            </a:r>
            <a:r>
              <a:rPr lang="de-CH" dirty="0" err="1"/>
              <a:t>is</a:t>
            </a:r>
            <a:r>
              <a:rPr lang="de-CH" dirty="0"/>
              <a:t> </a:t>
            </a:r>
            <a:r>
              <a:rPr lang="de-CH" dirty="0" err="1"/>
              <a:t>health</a:t>
            </a:r>
            <a:r>
              <a:rPr lang="de-CH" dirty="0"/>
              <a:t> </a:t>
            </a:r>
            <a:r>
              <a:rPr lang="de-CH" dirty="0" err="1"/>
              <a:t>inequality</a:t>
            </a:r>
            <a:r>
              <a:rPr lang="de-CH" dirty="0"/>
              <a:t>?			</a:t>
            </a:r>
            <a:r>
              <a:rPr lang="de-CH" dirty="0" err="1"/>
              <a:t>today</a:t>
            </a:r>
            <a:r>
              <a:rPr lang="de-CH" dirty="0"/>
              <a:t>, 22.9.</a:t>
            </a:r>
          </a:p>
          <a:p>
            <a:pPr>
              <a:lnSpc>
                <a:spcPct val="150000"/>
              </a:lnSpc>
            </a:pPr>
            <a:r>
              <a:rPr lang="de-CH" dirty="0"/>
              <a:t>Part 2: </a:t>
            </a:r>
            <a:r>
              <a:rPr lang="de-CH" dirty="0" err="1"/>
              <a:t>Theories</a:t>
            </a:r>
            <a:r>
              <a:rPr lang="de-CH" dirty="0"/>
              <a:t> and </a:t>
            </a:r>
            <a:r>
              <a:rPr lang="de-CH" dirty="0" err="1"/>
              <a:t>causes</a:t>
            </a:r>
            <a:r>
              <a:rPr lang="de-CH" dirty="0"/>
              <a:t> of </a:t>
            </a:r>
            <a:r>
              <a:rPr lang="de-CH" dirty="0" err="1"/>
              <a:t>helath</a:t>
            </a:r>
            <a:r>
              <a:rPr lang="de-CH" dirty="0"/>
              <a:t> </a:t>
            </a:r>
            <a:r>
              <a:rPr lang="de-CH" dirty="0" err="1"/>
              <a:t>inequality</a:t>
            </a:r>
            <a:r>
              <a:rPr lang="de-CH" dirty="0"/>
              <a:t>			29.9., 6.10.</a:t>
            </a:r>
          </a:p>
          <a:p>
            <a:pPr>
              <a:lnSpc>
                <a:spcPct val="150000"/>
              </a:lnSpc>
            </a:pPr>
            <a:r>
              <a:rPr lang="de-CH" dirty="0"/>
              <a:t>Part 3: Areas of </a:t>
            </a:r>
            <a:r>
              <a:rPr lang="de-CH" dirty="0" err="1"/>
              <a:t>health</a:t>
            </a:r>
            <a:r>
              <a:rPr lang="de-CH" dirty="0"/>
              <a:t> </a:t>
            </a:r>
            <a:r>
              <a:rPr lang="de-CH" dirty="0" err="1"/>
              <a:t>inequality</a:t>
            </a:r>
            <a:r>
              <a:rPr lang="de-CH" dirty="0"/>
              <a:t> (SES, </a:t>
            </a:r>
            <a:r>
              <a:rPr lang="de-CH" dirty="0" err="1"/>
              <a:t>ethnic</a:t>
            </a:r>
            <a:r>
              <a:rPr lang="de-CH" dirty="0"/>
              <a:t>, </a:t>
            </a:r>
            <a:r>
              <a:rPr lang="de-CH" dirty="0" err="1"/>
              <a:t>spatial</a:t>
            </a:r>
            <a:r>
              <a:rPr lang="de-CH" dirty="0"/>
              <a:t>, </a:t>
            </a:r>
            <a:r>
              <a:rPr lang="de-CH" dirty="0" err="1"/>
              <a:t>health</a:t>
            </a:r>
            <a:r>
              <a:rPr lang="de-CH" dirty="0"/>
              <a:t> care)	13.10., 20.10., 27.10., 03.11.</a:t>
            </a:r>
          </a:p>
          <a:p>
            <a:pPr>
              <a:lnSpc>
                <a:spcPct val="150000"/>
              </a:lnSpc>
            </a:pPr>
            <a:r>
              <a:rPr lang="de-CH" dirty="0"/>
              <a:t>Part 4: </a:t>
            </a:r>
            <a:r>
              <a:rPr lang="de-CH" dirty="0" err="1"/>
              <a:t>When</a:t>
            </a:r>
            <a:r>
              <a:rPr lang="de-CH" dirty="0"/>
              <a:t> and </a:t>
            </a:r>
            <a:r>
              <a:rPr lang="de-CH" dirty="0" err="1"/>
              <a:t>how</a:t>
            </a:r>
            <a:r>
              <a:rPr lang="de-CH" dirty="0"/>
              <a:t> </a:t>
            </a:r>
            <a:r>
              <a:rPr lang="de-CH" dirty="0" err="1"/>
              <a:t>to</a:t>
            </a:r>
            <a:r>
              <a:rPr lang="de-CH" dirty="0"/>
              <a:t> </a:t>
            </a:r>
            <a:r>
              <a:rPr lang="de-CH" dirty="0" err="1"/>
              <a:t>address</a:t>
            </a:r>
            <a:r>
              <a:rPr lang="de-CH" dirty="0"/>
              <a:t> </a:t>
            </a:r>
            <a:r>
              <a:rPr lang="de-CH" dirty="0" err="1"/>
              <a:t>health</a:t>
            </a:r>
            <a:r>
              <a:rPr lang="de-CH" dirty="0"/>
              <a:t> </a:t>
            </a:r>
            <a:r>
              <a:rPr lang="de-CH" dirty="0" err="1"/>
              <a:t>inequality</a:t>
            </a:r>
            <a:r>
              <a:rPr lang="de-CH" dirty="0"/>
              <a:t>			10.11., 17.11.</a:t>
            </a:r>
          </a:p>
          <a:p>
            <a:pPr>
              <a:lnSpc>
                <a:spcPct val="150000"/>
              </a:lnSpc>
            </a:pPr>
            <a:r>
              <a:rPr lang="de-CH" dirty="0"/>
              <a:t>Part 5: Student </a:t>
            </a:r>
            <a:r>
              <a:rPr lang="de-CH" dirty="0" err="1"/>
              <a:t>presentations</a:t>
            </a:r>
            <a:r>
              <a:rPr lang="de-CH" dirty="0"/>
              <a:t> and </a:t>
            </a:r>
            <a:r>
              <a:rPr lang="de-CH" dirty="0" err="1"/>
              <a:t>conclusion</a:t>
            </a:r>
            <a:r>
              <a:rPr lang="de-CH" dirty="0"/>
              <a:t>			24.11., 01.12., 15.12.</a:t>
            </a:r>
          </a:p>
          <a:p>
            <a:pPr>
              <a:lnSpc>
                <a:spcPct val="150000"/>
              </a:lnSpc>
            </a:pPr>
            <a:endParaRPr lang="de-CH" dirty="0"/>
          </a:p>
          <a:p>
            <a:pPr>
              <a:lnSpc>
                <a:spcPct val="150000"/>
              </a:lnSpc>
            </a:pPr>
            <a:r>
              <a:rPr lang="de-CH" b="1" dirty="0">
                <a:latin typeface="+mj-lt"/>
              </a:rPr>
              <a:t>Guests:</a:t>
            </a:r>
          </a:p>
          <a:p>
            <a:pPr lvl="1">
              <a:lnSpc>
                <a:spcPct val="150000"/>
              </a:lnSpc>
            </a:pPr>
            <a:r>
              <a:rPr lang="de-CH" dirty="0"/>
              <a:t>Guest </a:t>
            </a:r>
            <a:r>
              <a:rPr lang="de-CH" dirty="0" err="1"/>
              <a:t>talk</a:t>
            </a:r>
            <a:r>
              <a:rPr lang="de-CH" dirty="0"/>
              <a:t> </a:t>
            </a:r>
            <a:r>
              <a:rPr lang="de-CH" dirty="0" err="1"/>
              <a:t>by</a:t>
            </a:r>
            <a:r>
              <a:rPr lang="de-CH" dirty="0"/>
              <a:t> Barbara Hosch, Sans-Papiers Zentralschweiz (</a:t>
            </a:r>
            <a:r>
              <a:rPr lang="de-CH" dirty="0" err="1"/>
              <a:t>week</a:t>
            </a:r>
            <a:r>
              <a:rPr lang="de-CH" dirty="0"/>
              <a:t> 6)</a:t>
            </a:r>
          </a:p>
          <a:p>
            <a:pPr lvl="1">
              <a:lnSpc>
                <a:spcPct val="150000"/>
              </a:lnSpc>
            </a:pPr>
            <a:r>
              <a:rPr lang="de-CH" dirty="0" err="1"/>
              <a:t>Author</a:t>
            </a:r>
            <a:r>
              <a:rPr lang="de-CH" dirty="0"/>
              <a:t> </a:t>
            </a:r>
            <a:r>
              <a:rPr lang="en-US" dirty="0"/>
              <a:t>Q&amp;A with Prof. Katherine Smith, University of Strathclyde, Glasgow (week 10)</a:t>
            </a:r>
          </a:p>
          <a:p>
            <a:pPr lvl="1"/>
            <a:endParaRPr lang="en-US" dirty="0"/>
          </a:p>
          <a:p>
            <a:pPr lvl="1"/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1883539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501AEFF-1EBB-9D5D-57B4-36F0E8A8E7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Materials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17E16407-1C59-08E6-90E5-C3EB3BAEF6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6ABA92-B65E-42F5-BB28-73DA50746AED}" type="slidenum">
              <a:rPr lang="de-CH" smtClean="0"/>
              <a:t>12</a:t>
            </a:fld>
            <a:endParaRPr lang="de-CH" dirty="0"/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1E2A42CE-EBB5-1F70-BE5F-702203919A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7077" y="1811435"/>
            <a:ext cx="2605832" cy="360000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8" name="Grafik 7">
            <a:extLst>
              <a:ext uri="{FF2B5EF4-FFF2-40B4-BE49-F238E27FC236}">
                <a16:creationId xmlns:a16="http://schemas.microsoft.com/office/drawing/2014/main" id="{065863E8-E585-8DE1-F457-361E2C1210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35515" y="1811435"/>
            <a:ext cx="2493553" cy="360000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0" name="Grafik 9">
            <a:extLst>
              <a:ext uri="{FF2B5EF4-FFF2-40B4-BE49-F238E27FC236}">
                <a16:creationId xmlns:a16="http://schemas.microsoft.com/office/drawing/2014/main" id="{4CBE456A-78CB-03D8-D2BA-57AF28740AA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14049" y="1801910"/>
            <a:ext cx="2384714" cy="3600000"/>
          </a:xfrm>
          <a:prstGeom prst="rect">
            <a:avLst/>
          </a:prstGeom>
        </p:spPr>
      </p:pic>
      <p:sp>
        <p:nvSpPr>
          <p:cNvPr id="11" name="Textfeld 10">
            <a:extLst>
              <a:ext uri="{FF2B5EF4-FFF2-40B4-BE49-F238E27FC236}">
                <a16:creationId xmlns:a16="http://schemas.microsoft.com/office/drawing/2014/main" id="{D73F30CB-AA6C-8BC9-77B4-2158DFB26087}"/>
              </a:ext>
            </a:extLst>
          </p:cNvPr>
          <p:cNvSpPr txBox="1"/>
          <p:nvPr/>
        </p:nvSpPr>
        <p:spPr>
          <a:xfrm>
            <a:off x="9081135" y="3201550"/>
            <a:ext cx="1343025" cy="62023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>
              <a:lnSpc>
                <a:spcPct val="117000"/>
              </a:lnSpc>
            </a:pPr>
            <a:r>
              <a:rPr lang="de-CH" b="1" dirty="0">
                <a:solidFill>
                  <a:srgbClr val="000000"/>
                </a:solidFill>
                <a:latin typeface="+mj-lt"/>
              </a:rPr>
              <a:t>+ </a:t>
            </a:r>
            <a:r>
              <a:rPr lang="de-CH" b="1" dirty="0" err="1">
                <a:solidFill>
                  <a:srgbClr val="000000"/>
                </a:solidFill>
                <a:latin typeface="+mj-lt"/>
              </a:rPr>
              <a:t>recent</a:t>
            </a:r>
            <a:r>
              <a:rPr lang="de-CH" b="1" dirty="0">
                <a:solidFill>
                  <a:srgbClr val="000000"/>
                </a:solidFill>
                <a:latin typeface="+mj-lt"/>
              </a:rPr>
              <a:t> </a:t>
            </a:r>
            <a:r>
              <a:rPr lang="de-CH" b="1" dirty="0" err="1">
                <a:solidFill>
                  <a:srgbClr val="000000"/>
                </a:solidFill>
                <a:latin typeface="+mj-lt"/>
              </a:rPr>
              <a:t>articles</a:t>
            </a:r>
            <a:endParaRPr lang="de-CH" b="1" dirty="0">
              <a:solidFill>
                <a:srgbClr val="000000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07536297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71933753-9EF0-D20B-8E12-1A982AC71F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6ABA92-B65E-42F5-BB28-73DA50746AED}" type="slidenum">
              <a:rPr lang="de-CH" smtClean="0"/>
              <a:t>13</a:t>
            </a:fld>
            <a:endParaRPr lang="de-CH" dirty="0"/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05FAA133-C630-56F5-3954-287B40C205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5616" y="250772"/>
            <a:ext cx="7872537" cy="6382949"/>
          </a:xfrm>
          <a:prstGeom prst="rect">
            <a:avLst/>
          </a:prstGeom>
        </p:spPr>
      </p:pic>
      <p:sp>
        <p:nvSpPr>
          <p:cNvPr id="12" name="Textfeld 11">
            <a:extLst>
              <a:ext uri="{FF2B5EF4-FFF2-40B4-BE49-F238E27FC236}">
                <a16:creationId xmlns:a16="http://schemas.microsoft.com/office/drawing/2014/main" id="{E1EECEFE-317E-BE89-F7FD-D941628F7437}"/>
              </a:ext>
            </a:extLst>
          </p:cNvPr>
          <p:cNvSpPr txBox="1"/>
          <p:nvPr/>
        </p:nvSpPr>
        <p:spPr>
          <a:xfrm>
            <a:off x="9201150" y="5675564"/>
            <a:ext cx="1601759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CH" sz="1000" dirty="0">
                <a:hlinkClick r:id="rId3"/>
              </a:rPr>
              <a:t>https://open.spotify.com/show/0JyHnF4L5HYzUw52h4VRQu</a:t>
            </a:r>
            <a:r>
              <a:rPr lang="de-CH" sz="10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22379728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4391EDD-C262-B3C5-923B-ACB13F08D7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Course format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FD745A59-3513-EC06-B276-4479CF5E61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6ABA92-B65E-42F5-BB28-73DA50746AED}" type="slidenum">
              <a:rPr lang="en-GB" noProof="0" smtClean="0"/>
              <a:t>14</a:t>
            </a:fld>
            <a:endParaRPr lang="en-GB" noProof="0" dirty="0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027D79E8-8D53-EBBA-B323-0835A573F5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98789" y="1521880"/>
            <a:ext cx="10083486" cy="4934337"/>
          </a:xfrm>
        </p:spPr>
        <p:txBody>
          <a:bodyPr/>
          <a:lstStyle/>
          <a:p>
            <a:endParaRPr lang="en-GB" sz="800" b="1" noProof="0" dirty="0">
              <a:latin typeface="+mj-lt"/>
            </a:endParaRPr>
          </a:p>
          <a:p>
            <a:r>
              <a:rPr lang="en-GB" b="1" noProof="0" dirty="0">
                <a:latin typeface="+mj-lt"/>
              </a:rPr>
              <a:t>Conceptual part (usually morning, 10:15-11:50)</a:t>
            </a:r>
          </a:p>
          <a:p>
            <a:pPr lvl="1"/>
            <a:r>
              <a:rPr lang="en-GB" noProof="0" dirty="0"/>
              <a:t>Concepts, theories, literature, measurements</a:t>
            </a:r>
          </a:p>
          <a:p>
            <a:endParaRPr lang="en-GB" noProof="0" dirty="0"/>
          </a:p>
          <a:p>
            <a:r>
              <a:rPr lang="en-GB" b="1" noProof="0" dirty="0">
                <a:latin typeface="+mj-lt"/>
              </a:rPr>
              <a:t>Applied part (usually afternoon, 12:30-13:45)</a:t>
            </a:r>
          </a:p>
          <a:p>
            <a:pPr lvl="1"/>
            <a:r>
              <a:rPr lang="en-GB" noProof="0" dirty="0"/>
              <a:t>Using </a:t>
            </a:r>
            <a:r>
              <a:rPr lang="en-GB" b="1" noProof="0" dirty="0">
                <a:solidFill>
                  <a:srgbClr val="0070C0"/>
                </a:solidFill>
                <a:latin typeface="+mj-lt"/>
              </a:rPr>
              <a:t>survey data </a:t>
            </a:r>
            <a:r>
              <a:rPr lang="en-GB" noProof="0" dirty="0"/>
              <a:t>to describe, compare, and explain health inequalities across countries &amp; over time</a:t>
            </a:r>
          </a:p>
          <a:p>
            <a:pPr lvl="3"/>
            <a:r>
              <a:rPr lang="en-GB" noProof="0" dirty="0"/>
              <a:t>International Social Survey Programme (ISSP 2011 &amp; 2021 “Health and Health Care” modules)</a:t>
            </a:r>
          </a:p>
          <a:p>
            <a:pPr lvl="3"/>
            <a:r>
              <a:rPr lang="en-GB" noProof="0" dirty="0"/>
              <a:t>European Social Survey (ESS Round 7, 2013-14 and Round 11, 2023-24 “Social Inequalities in Health” modules)</a:t>
            </a:r>
          </a:p>
          <a:p>
            <a:pPr lvl="1"/>
            <a:r>
              <a:rPr lang="en-GB" noProof="0" dirty="0"/>
              <a:t>Develop an </a:t>
            </a:r>
            <a:r>
              <a:rPr lang="en-GB" b="1" noProof="0" dirty="0">
                <a:solidFill>
                  <a:srgbClr val="0070C0"/>
                </a:solidFill>
                <a:latin typeface="+mj-lt"/>
              </a:rPr>
              <a:t>own empirical project </a:t>
            </a:r>
            <a:r>
              <a:rPr lang="en-GB" noProof="0" dirty="0"/>
              <a:t>using ISSP or ESS data</a:t>
            </a:r>
          </a:p>
          <a:p>
            <a:pPr lvl="3"/>
            <a:r>
              <a:rPr lang="en-GB" dirty="0"/>
              <a:t>Motivation: practice </a:t>
            </a:r>
            <a:r>
              <a:rPr lang="en-GB" b="1" dirty="0">
                <a:latin typeface="+mj-lt"/>
              </a:rPr>
              <a:t>core academic skills</a:t>
            </a:r>
          </a:p>
          <a:p>
            <a:pPr lvl="4"/>
            <a:r>
              <a:rPr lang="en-US" dirty="0"/>
              <a:t>Implement an </a:t>
            </a:r>
            <a:r>
              <a:rPr lang="en-US" b="1" dirty="0">
                <a:latin typeface="+mj-lt"/>
              </a:rPr>
              <a:t>own empirical research project from A-Z</a:t>
            </a:r>
          </a:p>
          <a:p>
            <a:pPr lvl="4"/>
            <a:r>
              <a:rPr lang="en-US" noProof="0" dirty="0"/>
              <a:t>Apply basic survey research methods, data management, analytical strategies, etc.</a:t>
            </a:r>
          </a:p>
          <a:p>
            <a:pPr lvl="4"/>
            <a:r>
              <a:rPr lang="en-US" dirty="0"/>
              <a:t>Practice </a:t>
            </a:r>
            <a:r>
              <a:rPr lang="en-US" noProof="0" dirty="0"/>
              <a:t>with the datasets in class, give &amp; </a:t>
            </a:r>
            <a:r>
              <a:rPr lang="en-US" dirty="0"/>
              <a:t>receive </a:t>
            </a:r>
            <a:r>
              <a:rPr lang="en-US" noProof="0" dirty="0"/>
              <a:t>feedback on your projects</a:t>
            </a:r>
          </a:p>
          <a:p>
            <a:pPr lvl="4"/>
            <a:r>
              <a:rPr lang="en-US" dirty="0"/>
              <a:t>Not a methods course – focus on </a:t>
            </a:r>
            <a:r>
              <a:rPr lang="en-US" i="1" dirty="0"/>
              <a:t>applying</a:t>
            </a:r>
            <a:r>
              <a:rPr lang="en-US" dirty="0"/>
              <a:t> methods (at any level of methodological training)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24101708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965819A-C368-5BE3-96C3-6ECA33F20C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Assessment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BDB72E07-E5CA-03E0-5DF3-3E8259C466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6ABA92-B65E-42F5-BB28-73DA50746AED}" type="slidenum">
              <a:rPr lang="de-CH" smtClean="0"/>
              <a:t>15</a:t>
            </a:fld>
            <a:endParaRPr lang="de-CH" dirty="0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CA672350-4FB8-59EF-1EE7-8B894B7E675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GB" b="1" noProof="0" dirty="0">
                <a:latin typeface="+mj-lt"/>
              </a:rPr>
              <a:t>Written paper (65%): empirical research paper using ISSP or ESS data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GB" noProof="0" dirty="0"/>
              <a:t>Individual work: 2500-3000 words</a:t>
            </a:r>
          </a:p>
          <a:p>
            <a:pPr lvl="1" indent="0">
              <a:buNone/>
            </a:pPr>
            <a:r>
              <a:rPr lang="en-GB" noProof="0" dirty="0"/>
              <a:t> or     </a:t>
            </a:r>
          </a:p>
          <a:p>
            <a:pPr lvl="1" indent="0">
              <a:buNone/>
            </a:pPr>
            <a:r>
              <a:rPr lang="en-GB" noProof="0" dirty="0"/>
              <a:t> group work (2 students): 3500-4000 words</a:t>
            </a:r>
          </a:p>
          <a:p>
            <a:pPr lvl="1" indent="0">
              <a:buNone/>
            </a:pPr>
            <a:endParaRPr lang="en-GB" sz="800" noProof="0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GB" noProof="0" dirty="0"/>
              <a:t>Preliminary draft due the week before presentation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GB" noProof="0" dirty="0"/>
              <a:t>Final paper due 29</a:t>
            </a:r>
            <a:r>
              <a:rPr lang="en-GB" baseline="30000" noProof="0" dirty="0"/>
              <a:t>th</a:t>
            </a:r>
            <a:r>
              <a:rPr lang="en-GB" noProof="0" dirty="0"/>
              <a:t> January 2026, 23:59 CET   </a:t>
            </a:r>
            <a:r>
              <a:rPr lang="en-GB" sz="1400" noProof="0" dirty="0"/>
              <a:t>(delays: -0.5 grade points per day delayed)</a:t>
            </a:r>
            <a:endParaRPr lang="en-GB" sz="2000" noProof="0" dirty="0"/>
          </a:p>
          <a:p>
            <a:endParaRPr lang="en-GB" noProof="0" dirty="0"/>
          </a:p>
          <a:p>
            <a:r>
              <a:rPr lang="en-GB" b="1" noProof="0" dirty="0">
                <a:latin typeface="+mj-lt"/>
              </a:rPr>
              <a:t>Presentation of preliminary findings (25%)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GB" noProof="0" dirty="0"/>
              <a:t>24</a:t>
            </a:r>
            <a:r>
              <a:rPr lang="en-GB" baseline="30000" noProof="0" dirty="0"/>
              <a:t>th</a:t>
            </a:r>
            <a:r>
              <a:rPr lang="en-GB" noProof="0" dirty="0"/>
              <a:t> November or 1</a:t>
            </a:r>
            <a:r>
              <a:rPr lang="en-GB" baseline="30000" noProof="0" dirty="0"/>
              <a:t>st</a:t>
            </a:r>
            <a:r>
              <a:rPr lang="en-GB" noProof="0" dirty="0"/>
              <a:t> December</a:t>
            </a:r>
          </a:p>
          <a:p>
            <a:endParaRPr lang="en-GB" noProof="0" dirty="0"/>
          </a:p>
          <a:p>
            <a:r>
              <a:rPr lang="en-GB" b="1" noProof="0" dirty="0">
                <a:latin typeface="+mj-lt"/>
              </a:rPr>
              <a:t>Active participation (10%)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GB" noProof="0" dirty="0"/>
              <a:t>Come prepared to class, having read the mandatory reading, able to summarise its main points, and ready to discuss it with questions or ideas</a:t>
            </a:r>
          </a:p>
        </p:txBody>
      </p:sp>
    </p:spTree>
    <p:extLst>
      <p:ext uri="{BB962C8B-B14F-4D97-AF65-F5344CB8AC3E}">
        <p14:creationId xmlns:p14="http://schemas.microsoft.com/office/powerpoint/2010/main" val="280498474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C255618-9C2B-A798-AB77-EB31AE445A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 err="1"/>
              <a:t>Getting</a:t>
            </a:r>
            <a:r>
              <a:rPr lang="de-CH" dirty="0"/>
              <a:t> </a:t>
            </a:r>
            <a:r>
              <a:rPr lang="de-CH" dirty="0" err="1"/>
              <a:t>started</a:t>
            </a:r>
            <a:r>
              <a:rPr lang="de-CH" dirty="0"/>
              <a:t> - ISSP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CAB07EAA-7106-D20F-E289-84867DFFAA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6ABA92-B65E-42F5-BB28-73DA50746AED}" type="slidenum">
              <a:rPr lang="de-CH" smtClean="0"/>
              <a:t>16</a:t>
            </a:fld>
            <a:endParaRPr lang="de-CH" dirty="0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030FA6B1-7409-A88E-14F9-A2AC829BDB5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342900" indent="-342900">
              <a:buFont typeface="+mj-lt"/>
              <a:buAutoNum type="arabicPeriod"/>
            </a:pPr>
            <a:r>
              <a:rPr lang="de-CH" dirty="0"/>
              <a:t>Register </a:t>
            </a:r>
            <a:r>
              <a:rPr lang="de-CH" dirty="0" err="1"/>
              <a:t>with</a:t>
            </a:r>
            <a:r>
              <a:rPr lang="de-CH" dirty="0"/>
              <a:t> GESIS, </a:t>
            </a:r>
            <a:r>
              <a:rPr lang="de-CH" dirty="0" err="1"/>
              <a:t>to</a:t>
            </a:r>
            <a:r>
              <a:rPr lang="de-CH" dirty="0"/>
              <a:t> </a:t>
            </a:r>
            <a:r>
              <a:rPr lang="de-CH" dirty="0" err="1"/>
              <a:t>be</a:t>
            </a:r>
            <a:r>
              <a:rPr lang="de-CH" dirty="0"/>
              <a:t> </a:t>
            </a:r>
            <a:r>
              <a:rPr lang="de-CH" dirty="0" err="1"/>
              <a:t>able</a:t>
            </a:r>
            <a:r>
              <a:rPr lang="de-CH" dirty="0"/>
              <a:t> </a:t>
            </a:r>
            <a:r>
              <a:rPr lang="de-CH" dirty="0" err="1"/>
              <a:t>to</a:t>
            </a:r>
            <a:r>
              <a:rPr lang="de-CH" dirty="0"/>
              <a:t> </a:t>
            </a:r>
            <a:r>
              <a:rPr lang="de-CH" dirty="0" err="1"/>
              <a:t>download</a:t>
            </a:r>
            <a:r>
              <a:rPr lang="de-CH" dirty="0"/>
              <a:t> ISSP </a:t>
            </a:r>
            <a:r>
              <a:rPr lang="de-CH" dirty="0" err="1"/>
              <a:t>data</a:t>
            </a:r>
            <a:r>
              <a:rPr lang="de-CH" dirty="0"/>
              <a:t>: </a:t>
            </a:r>
            <a:r>
              <a:rPr lang="de-CH" dirty="0">
                <a:hlinkClick r:id="rId2"/>
              </a:rPr>
              <a:t>https://login.gesis.org/</a:t>
            </a:r>
            <a:r>
              <a:rPr lang="de-CH" dirty="0"/>
              <a:t> </a:t>
            </a:r>
          </a:p>
          <a:p>
            <a:pPr marL="342900" indent="-342900">
              <a:buFont typeface="+mj-lt"/>
              <a:buAutoNum type="arabicPeriod"/>
            </a:pPr>
            <a:r>
              <a:rPr lang="de-CH" dirty="0"/>
              <a:t>Set </a:t>
            </a:r>
            <a:r>
              <a:rPr lang="de-CH" dirty="0" err="1"/>
              <a:t>up</a:t>
            </a:r>
            <a:r>
              <a:rPr lang="de-CH" dirty="0"/>
              <a:t> a </a:t>
            </a:r>
            <a:r>
              <a:rPr lang="de-CH" dirty="0" err="1"/>
              <a:t>folder</a:t>
            </a:r>
            <a:r>
              <a:rPr lang="de-CH" dirty="0"/>
              <a:t> </a:t>
            </a:r>
            <a:r>
              <a:rPr lang="de-CH" dirty="0" err="1"/>
              <a:t>called</a:t>
            </a:r>
            <a:r>
              <a:rPr lang="de-CH" dirty="0"/>
              <a:t> «DATA»</a:t>
            </a:r>
          </a:p>
          <a:p>
            <a:pPr marL="342900" indent="-342900">
              <a:buFont typeface="+mj-lt"/>
              <a:buAutoNum type="arabicPeriod"/>
            </a:pPr>
            <a:r>
              <a:rPr lang="de-CH" dirty="0"/>
              <a:t>Download </a:t>
            </a:r>
            <a:r>
              <a:rPr lang="de-CH" dirty="0" err="1"/>
              <a:t>the</a:t>
            </a:r>
            <a:r>
              <a:rPr lang="de-CH" dirty="0"/>
              <a:t> 2011 and 2021 </a:t>
            </a:r>
            <a:r>
              <a:rPr lang="de-CH" dirty="0" err="1"/>
              <a:t>datasets</a:t>
            </a:r>
            <a:r>
              <a:rPr lang="de-CH" dirty="0"/>
              <a:t> (</a:t>
            </a:r>
            <a:r>
              <a:rPr lang="de-CH" dirty="0" err="1"/>
              <a:t>store</a:t>
            </a:r>
            <a:r>
              <a:rPr lang="de-CH" dirty="0"/>
              <a:t> in </a:t>
            </a:r>
            <a:r>
              <a:rPr lang="de-CH" dirty="0" err="1"/>
              <a:t>your</a:t>
            </a:r>
            <a:r>
              <a:rPr lang="de-CH" dirty="0"/>
              <a:t> «DATA» </a:t>
            </a:r>
            <a:r>
              <a:rPr lang="de-CH" dirty="0" err="1"/>
              <a:t>folder</a:t>
            </a:r>
            <a:r>
              <a:rPr lang="de-CH" dirty="0"/>
              <a:t>):</a:t>
            </a:r>
          </a:p>
          <a:p>
            <a:pPr lvl="3" indent="0">
              <a:buNone/>
            </a:pPr>
            <a:r>
              <a:rPr lang="de-CH" dirty="0"/>
              <a:t>ISSP 2011:</a:t>
            </a:r>
          </a:p>
          <a:p>
            <a:pPr marL="774900" lvl="3" indent="-342900"/>
            <a:r>
              <a:rPr lang="de-CH" dirty="0"/>
              <a:t>Dataset </a:t>
            </a:r>
            <a:r>
              <a:rPr lang="de-CH" dirty="0" err="1"/>
              <a:t>information</a:t>
            </a:r>
            <a:r>
              <a:rPr lang="de-CH" dirty="0"/>
              <a:t>: </a:t>
            </a:r>
            <a:r>
              <a:rPr lang="en-US" dirty="0">
                <a:hlinkClick r:id="rId3"/>
              </a:rPr>
              <a:t>ISSP 2011 - "Health and Health Care“</a:t>
            </a:r>
            <a:endParaRPr lang="en-US" dirty="0"/>
          </a:p>
          <a:p>
            <a:pPr marL="774900" lvl="3" indent="-342900"/>
            <a:r>
              <a:rPr lang="en-US" dirty="0"/>
              <a:t>Download link: </a:t>
            </a:r>
            <a:r>
              <a:rPr lang="en-US" dirty="0">
                <a:hlinkClick r:id="rId4"/>
              </a:rPr>
              <a:t>https://search.gesis.org/research_data/ZA5800</a:t>
            </a:r>
            <a:r>
              <a:rPr lang="en-US" dirty="0"/>
              <a:t> </a:t>
            </a:r>
          </a:p>
          <a:p>
            <a:pPr lvl="3" indent="0">
              <a:buNone/>
            </a:pPr>
            <a:r>
              <a:rPr lang="en-US" dirty="0"/>
              <a:t>ISSP 2021:</a:t>
            </a:r>
          </a:p>
          <a:p>
            <a:pPr marL="774900" lvl="3" indent="-342900"/>
            <a:r>
              <a:rPr lang="en-US" dirty="0"/>
              <a:t>Dataset information: </a:t>
            </a:r>
            <a:r>
              <a:rPr lang="en-US" dirty="0">
                <a:hlinkClick r:id="rId5"/>
              </a:rPr>
              <a:t>ISSP 2021 - "Health and Health Care II“</a:t>
            </a:r>
            <a:endParaRPr lang="en-US" dirty="0"/>
          </a:p>
          <a:p>
            <a:pPr marL="774900" lvl="3" indent="-342900"/>
            <a:r>
              <a:rPr lang="en-US" dirty="0"/>
              <a:t>Download link: </a:t>
            </a:r>
            <a:r>
              <a:rPr lang="en-US" dirty="0">
                <a:hlinkClick r:id="rId6"/>
              </a:rPr>
              <a:t>https://search.gesis.org/research_data/ZA8000?doi=10.4232/5.ZA8000.1.0.0</a:t>
            </a:r>
            <a:r>
              <a:rPr lang="en-US" dirty="0"/>
              <a:t> </a:t>
            </a:r>
            <a:endParaRPr lang="de-CH" dirty="0"/>
          </a:p>
          <a:p>
            <a:pPr marL="342900" indent="-342900">
              <a:buFont typeface="+mj-lt"/>
              <a:buAutoNum type="arabicPeriod"/>
            </a:pPr>
            <a:endParaRPr lang="en-GB" dirty="0"/>
          </a:p>
          <a:p>
            <a:pPr marL="342900" indent="-342900">
              <a:buFont typeface="+mj-lt"/>
              <a:buAutoNum type="arabicPeriod"/>
            </a:pPr>
            <a:r>
              <a:rPr lang="en-GB" dirty="0"/>
              <a:t>Open the datasets with your Stata or R, explore the data, make sure it has loaded correctly</a:t>
            </a:r>
          </a:p>
          <a:p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179097690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E72BEE-4C94-C418-F788-C45979D6A0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EC8F9E9-B6DE-287E-8EA6-EE38E24119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Getting started - </a:t>
            </a:r>
            <a:r>
              <a:rPr lang="en-GB" dirty="0"/>
              <a:t>ESS</a:t>
            </a:r>
            <a:endParaRPr lang="en-GB" noProof="0" dirty="0"/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43DB20BA-E042-2FCC-74ED-8CC7137DA7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6ABA92-B65E-42F5-BB28-73DA50746AED}" type="slidenum">
              <a:rPr lang="en-GB" noProof="0" smtClean="0"/>
              <a:t>17</a:t>
            </a:fld>
            <a:endParaRPr lang="en-GB" noProof="0" dirty="0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61C5C088-7C07-9ACD-BCF5-FBD5B29B6BC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342900" indent="-342900">
              <a:buFont typeface="+mj-lt"/>
              <a:buAutoNum type="arabicPeriod"/>
            </a:pPr>
            <a:r>
              <a:rPr lang="en-GB" noProof="0" dirty="0"/>
              <a:t>Register with the ESS Data Portal (log in with Google account or create a new login): </a:t>
            </a:r>
            <a:r>
              <a:rPr lang="de-CH" dirty="0">
                <a:hlinkClick r:id="rId2"/>
              </a:rPr>
              <a:t>Logg </a:t>
            </a:r>
            <a:r>
              <a:rPr lang="de-CH" dirty="0" err="1">
                <a:hlinkClick r:id="rId2"/>
              </a:rPr>
              <a:t>inn</a:t>
            </a:r>
            <a:endParaRPr lang="en-GB" noProof="0" dirty="0"/>
          </a:p>
          <a:p>
            <a:pPr marL="342900" indent="-342900">
              <a:buFont typeface="+mj-lt"/>
              <a:buAutoNum type="arabicPeriod"/>
            </a:pPr>
            <a:r>
              <a:rPr lang="en-GB" noProof="0" dirty="0"/>
              <a:t>Download the round 7 and round 11 datasets and main questionnaires (store in the DATA folder):</a:t>
            </a:r>
          </a:p>
          <a:p>
            <a:pPr lvl="3" indent="0">
              <a:buNone/>
            </a:pPr>
            <a:r>
              <a:rPr lang="en-GB" noProof="0" dirty="0"/>
              <a:t>ESS round 7 - 2014:</a:t>
            </a:r>
          </a:p>
          <a:p>
            <a:pPr marL="774900" lvl="3" indent="-342900"/>
            <a:r>
              <a:rPr lang="en-GB" noProof="0" dirty="0"/>
              <a:t>Dataset information: </a:t>
            </a:r>
            <a:r>
              <a:rPr lang="en-US" dirty="0">
                <a:hlinkClick r:id="rId3"/>
              </a:rPr>
              <a:t>ESS round 7 - 2014. Immigration, Social inequalities in health | ESS - </a:t>
            </a:r>
            <a:r>
              <a:rPr lang="en-US" dirty="0" err="1">
                <a:hlinkClick r:id="rId3"/>
              </a:rPr>
              <a:t>Sikt</a:t>
            </a:r>
            <a:endParaRPr lang="en-GB" noProof="0" dirty="0"/>
          </a:p>
          <a:p>
            <a:pPr marL="774900" lvl="3" indent="-342900"/>
            <a:r>
              <a:rPr lang="en-GB" noProof="0" dirty="0"/>
              <a:t>Download under Datafiles (“ESS7 - integrated file”)</a:t>
            </a:r>
          </a:p>
          <a:p>
            <a:pPr lvl="3" indent="0">
              <a:buNone/>
            </a:pPr>
            <a:r>
              <a:rPr lang="en-GB" noProof="0" dirty="0"/>
              <a:t>ESS round 11 - 2023:</a:t>
            </a:r>
          </a:p>
          <a:p>
            <a:pPr marL="774900" lvl="3" indent="-342900"/>
            <a:r>
              <a:rPr lang="en-GB" noProof="0" dirty="0"/>
              <a:t>Dataset information: </a:t>
            </a:r>
            <a:r>
              <a:rPr lang="en-US" dirty="0">
                <a:hlinkClick r:id="rId4"/>
              </a:rPr>
              <a:t>The European Social Survey (ESS) | ESS - </a:t>
            </a:r>
            <a:r>
              <a:rPr lang="en-US" dirty="0" err="1">
                <a:hlinkClick r:id="rId4"/>
              </a:rPr>
              <a:t>Sikt</a:t>
            </a:r>
            <a:endParaRPr lang="en-GB" noProof="0" dirty="0"/>
          </a:p>
          <a:p>
            <a:pPr marL="774900" lvl="3" indent="-342900"/>
            <a:r>
              <a:rPr lang="en-GB" dirty="0"/>
              <a:t>Download under Datafiles (“ESS11 - integrated file”)</a:t>
            </a:r>
          </a:p>
          <a:p>
            <a:pPr marL="342900" indent="-342900">
              <a:buFont typeface="+mj-lt"/>
              <a:buAutoNum type="arabicPeriod"/>
            </a:pPr>
            <a:endParaRPr lang="en-GB" noProof="0" dirty="0"/>
          </a:p>
          <a:p>
            <a:pPr marL="342900" indent="-342900">
              <a:buFont typeface="+mj-lt"/>
              <a:buAutoNum type="arabicPeriod"/>
            </a:pPr>
            <a:r>
              <a:rPr lang="en-GB" noProof="0" dirty="0"/>
              <a:t>Open the datasets with your Stata or R, explore the data, make sure it has loaded correctly</a:t>
            </a:r>
          </a:p>
          <a:p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361621472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FB5E6B2-79C6-8921-4E1E-DB50CF512C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Outlook </a:t>
            </a:r>
            <a:r>
              <a:rPr lang="de-CH" dirty="0" err="1"/>
              <a:t>next</a:t>
            </a:r>
            <a:r>
              <a:rPr lang="de-CH" dirty="0"/>
              <a:t> </a:t>
            </a:r>
            <a:r>
              <a:rPr lang="de-CH" dirty="0" err="1"/>
              <a:t>week</a:t>
            </a:r>
            <a:endParaRPr lang="de-CH" dirty="0"/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163632CE-87A4-FBDA-C335-1F02410E89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6ABA92-B65E-42F5-BB28-73DA50746AED}" type="slidenum">
              <a:rPr lang="de-CH" smtClean="0"/>
              <a:t>18</a:t>
            </a:fld>
            <a:endParaRPr lang="de-CH" dirty="0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E46C947E-F350-568D-D0AA-539392C2712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GB" b="1" dirty="0"/>
          </a:p>
          <a:p>
            <a:endParaRPr lang="en-GB" b="1" dirty="0"/>
          </a:p>
          <a:p>
            <a:r>
              <a:rPr lang="en-GB" b="1" dirty="0">
                <a:latin typeface="+mj-lt"/>
              </a:rPr>
              <a:t>2	22.09.2025	What is health inequality?</a:t>
            </a:r>
            <a:endParaRPr lang="de-CH" b="1" dirty="0">
              <a:latin typeface="+mj-lt"/>
            </a:endParaRPr>
          </a:p>
          <a:p>
            <a:endParaRPr lang="en-GB" u="sng" dirty="0"/>
          </a:p>
          <a:p>
            <a:r>
              <a:rPr lang="en-GB" u="sng" dirty="0"/>
              <a:t>Reading</a:t>
            </a:r>
            <a:r>
              <a:rPr lang="en-GB" dirty="0"/>
              <a:t>: Mackenbach, J. P. (2019). </a:t>
            </a:r>
            <a:r>
              <a:rPr lang="en-GB" i="1" dirty="0"/>
              <a:t>Health Inequalities. Persistence and Change in European Welfare States</a:t>
            </a:r>
            <a:r>
              <a:rPr lang="en-GB" dirty="0"/>
              <a:t>. Oxford University Press. Chapter 2 “Patterns of health inequalities”, pp. 13-47.</a:t>
            </a:r>
            <a:endParaRPr lang="de-CH" dirty="0"/>
          </a:p>
          <a:p>
            <a:endParaRPr lang="en-GB" u="sng" dirty="0"/>
          </a:p>
          <a:p>
            <a:r>
              <a:rPr lang="en-GB" u="sng" dirty="0"/>
              <a:t>Applied focus</a:t>
            </a:r>
            <a:r>
              <a:rPr lang="en-GB" dirty="0"/>
              <a:t>: First basic descriptive health inequality indicators in the ISSP/ESS</a:t>
            </a:r>
            <a:endParaRPr lang="de-CH" dirty="0"/>
          </a:p>
          <a:p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350774698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9EB80D2-99DF-554A-ACBB-1EDEE0EE3F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32150" y="3121106"/>
            <a:ext cx="4579486" cy="375642"/>
          </a:xfrm>
        </p:spPr>
        <p:txBody>
          <a:bodyPr/>
          <a:lstStyle/>
          <a:p>
            <a:r>
              <a:rPr lang="de-CH" dirty="0"/>
              <a:t>Questions?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15DD9857-B057-FA36-528D-548155D25C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6ABA92-B65E-42F5-BB28-73DA50746AED}" type="slidenum">
              <a:rPr lang="de-CH" smtClean="0"/>
              <a:t>19</a:t>
            </a:fld>
            <a:endParaRPr lang="de-CH" dirty="0"/>
          </a:p>
        </p:txBody>
      </p:sp>
      <p:pic>
        <p:nvPicPr>
          <p:cNvPr id="5" name="Graphic 2" descr="Questions with solid fill">
            <a:extLst>
              <a:ext uri="{FF2B5EF4-FFF2-40B4-BE49-F238E27FC236}">
                <a16:creationId xmlns:a16="http://schemas.microsoft.com/office/drawing/2014/main" id="{96B00781-B713-A9EB-087E-B05C1C76A3A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31259" y="2300984"/>
            <a:ext cx="1790725" cy="1790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443952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18E9F9A-D317-D485-3E81-A0B54C907F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0514" y="2307567"/>
            <a:ext cx="9923646" cy="375642"/>
          </a:xfrm>
        </p:spPr>
        <p:txBody>
          <a:bodyPr/>
          <a:lstStyle/>
          <a:p>
            <a:r>
              <a:rPr lang="de-CH" dirty="0" err="1"/>
              <a:t>Thank</a:t>
            </a:r>
            <a:r>
              <a:rPr lang="de-CH" dirty="0"/>
              <a:t> </a:t>
            </a:r>
            <a:r>
              <a:rPr lang="de-CH" dirty="0" err="1"/>
              <a:t>you</a:t>
            </a:r>
            <a:r>
              <a:rPr lang="de-CH" dirty="0"/>
              <a:t> </a:t>
            </a:r>
            <a:r>
              <a:rPr lang="de-CH" dirty="0" err="1"/>
              <a:t>for</a:t>
            </a:r>
            <a:r>
              <a:rPr lang="de-CH" dirty="0"/>
              <a:t> </a:t>
            </a:r>
            <a:r>
              <a:rPr lang="de-CH" dirty="0" err="1"/>
              <a:t>your</a:t>
            </a:r>
            <a:r>
              <a:rPr lang="de-CH" dirty="0"/>
              <a:t> </a:t>
            </a:r>
            <a:r>
              <a:rPr lang="de-CH" dirty="0" err="1"/>
              <a:t>attention</a:t>
            </a:r>
            <a:r>
              <a:rPr lang="de-CH" dirty="0"/>
              <a:t>!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37F103A0-F266-084A-178E-0C68A8DC82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6ABA92-B65E-42F5-BB28-73DA50746AED}" type="slidenum">
              <a:rPr lang="de-CH" smtClean="0"/>
              <a:t>20</a:t>
            </a:fld>
            <a:endParaRPr lang="de-CH" dirty="0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769DBC6C-5951-6C13-D580-12C4DE38A3C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98789" y="1900570"/>
            <a:ext cx="10083486" cy="4656138"/>
          </a:xfrm>
        </p:spPr>
        <p:txBody>
          <a:bodyPr/>
          <a:lstStyle/>
          <a:p>
            <a:endParaRPr lang="de-CH" dirty="0"/>
          </a:p>
          <a:p>
            <a:endParaRPr lang="de-CH" dirty="0"/>
          </a:p>
          <a:p>
            <a:endParaRPr lang="de-CH" dirty="0"/>
          </a:p>
          <a:p>
            <a:endParaRPr lang="de-CH" dirty="0"/>
          </a:p>
          <a:p>
            <a:pPr algn="ctr"/>
            <a:endParaRPr lang="de-CH" dirty="0"/>
          </a:p>
          <a:p>
            <a:pPr algn="ctr"/>
            <a:r>
              <a:rPr lang="en-GB" dirty="0">
                <a:sym typeface="Wingdings" panose="05000000000000000000" pitchFamily="2" charset="2"/>
              </a:rPr>
              <a:t></a:t>
            </a:r>
            <a:r>
              <a:rPr lang="en-GB" dirty="0"/>
              <a:t> </a:t>
            </a:r>
            <a:r>
              <a:rPr lang="de-CH" u="sng" dirty="0">
                <a:hlinkClick r:id="rId2"/>
              </a:rPr>
              <a:t>david.weisstanner@unilu.ch</a:t>
            </a: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1424290438"/>
      </p:ext>
    </p:extLst>
  </p:cSld>
  <p:clrMapOvr>
    <a:masterClrMapping/>
  </p:clrMapOvr>
</p:sld>
</file>

<file path=ppt/theme/theme1.xml><?xml version="1.0" encoding="utf-8"?>
<a:theme xmlns:a="http://schemas.openxmlformats.org/drawingml/2006/main" name="Universität Luzern">
  <a:themeElements>
    <a:clrScheme name="Custom 4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E5007D"/>
      </a:accent1>
      <a:accent2>
        <a:srgbClr val="941680"/>
      </a:accent2>
      <a:accent3>
        <a:srgbClr val="009EE3"/>
      </a:accent3>
      <a:accent4>
        <a:srgbClr val="2E2382"/>
      </a:accent4>
      <a:accent5>
        <a:srgbClr val="FFED00"/>
      </a:accent5>
      <a:accent6>
        <a:srgbClr val="94C119"/>
      </a:accent6>
      <a:hlink>
        <a:srgbClr val="002D89"/>
      </a:hlink>
      <a:folHlink>
        <a:srgbClr val="002D89"/>
      </a:folHlink>
    </a:clrScheme>
    <a:fontScheme name="Franklin Gothic">
      <a:majorFont>
        <a:latin typeface="Franklin Gothic Medium" panose="020B0603020102020204"/>
        <a:ea typeface=""/>
        <a:cs typeface=""/>
        <a:font script="Jpan" typeface="HG創英角ｺﾞｼｯｸUB"/>
        <a:font script="Hang" typeface="돋움"/>
        <a:font script="Hans" typeface="隶书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HGｺﾞｼｯｸE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F9D3E6"/>
        </a:solidFill>
        <a:ln>
          <a:noFill/>
        </a:ln>
      </a:spPr>
      <a:bodyPr lIns="72000" tIns="72000" rIns="72000" bIns="72000" rtlCol="0" anchor="t" anchorCtr="0"/>
      <a:lstStyle>
        <a:defPPr algn="l">
          <a:lnSpc>
            <a:spcPct val="117000"/>
          </a:lnSpc>
          <a:defRPr sz="1400" dirty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9050">
          <a:solidFill>
            <a:srgbClr val="000000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>
          <a:lnSpc>
            <a:spcPct val="117000"/>
          </a:lnSpc>
          <a:defRPr sz="1400" dirty="0">
            <a:solidFill>
              <a:srgbClr val="000000"/>
            </a:solidFill>
          </a:defRPr>
        </a:defPPr>
      </a:lstStyle>
    </a:txDef>
  </a:objectDefaults>
  <a:extraClrSchemeLst>
    <a:extraClrScheme>
      <a:clrScheme name="Universität Luzern - Farbstil 1">
        <a:dk1>
          <a:srgbClr val="000000"/>
        </a:dk1>
        <a:lt1>
          <a:srgbClr val="FFFFFF"/>
        </a:lt1>
        <a:dk2>
          <a:srgbClr val="000000"/>
        </a:dk2>
        <a:lt2>
          <a:srgbClr val="FFFFFF"/>
        </a:lt2>
        <a:accent1>
          <a:srgbClr val="E5007D"/>
        </a:accent1>
        <a:accent2>
          <a:srgbClr val="941680"/>
        </a:accent2>
        <a:accent3>
          <a:srgbClr val="009EE3"/>
        </a:accent3>
        <a:accent4>
          <a:srgbClr val="2E2382"/>
        </a:accent4>
        <a:accent5>
          <a:srgbClr val="FFED00"/>
        </a:accent5>
        <a:accent6>
          <a:srgbClr val="94C119"/>
        </a:accent6>
        <a:hlink>
          <a:srgbClr val="000000"/>
        </a:hlink>
        <a:folHlink>
          <a:srgbClr val="000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niversität Luzern - Farbstil 2">
        <a:dk1>
          <a:srgbClr val="000000"/>
        </a:dk1>
        <a:lt1>
          <a:srgbClr val="FFFFFF"/>
        </a:lt1>
        <a:dk2>
          <a:srgbClr val="000000"/>
        </a:dk2>
        <a:lt2>
          <a:srgbClr val="FFFFFF"/>
        </a:lt2>
        <a:accent1>
          <a:srgbClr val="F39100"/>
        </a:accent1>
        <a:accent2>
          <a:srgbClr val="E3000B"/>
        </a:accent2>
        <a:accent3>
          <a:srgbClr val="009992"/>
        </a:accent3>
        <a:accent4>
          <a:srgbClr val="0068B4"/>
        </a:accent4>
        <a:accent5>
          <a:srgbClr val="E5004F"/>
        </a:accent5>
        <a:accent6>
          <a:srgbClr val="00963E"/>
        </a:accent6>
        <a:hlink>
          <a:srgbClr val="000000"/>
        </a:hlink>
        <a:folHlink>
          <a:srgbClr val="000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niversität Luzern - Grau">
        <a:dk1>
          <a:srgbClr val="000000"/>
        </a:dk1>
        <a:lt1>
          <a:srgbClr val="FFFFFF"/>
        </a:lt1>
        <a:dk2>
          <a:srgbClr val="000000"/>
        </a:dk2>
        <a:lt2>
          <a:srgbClr val="FFFFFF"/>
        </a:lt2>
        <a:accent1>
          <a:srgbClr val="000000"/>
        </a:accent1>
        <a:accent2>
          <a:srgbClr val="333333"/>
        </a:accent2>
        <a:accent3>
          <a:srgbClr val="666666"/>
        </a:accent3>
        <a:accent4>
          <a:srgbClr val="999999"/>
        </a:accent4>
        <a:accent5>
          <a:srgbClr val="CCCCCC"/>
        </a:accent5>
        <a:accent6>
          <a:srgbClr val="E6E6E6"/>
        </a:accent6>
        <a:hlink>
          <a:srgbClr val="000000"/>
        </a:hlink>
        <a:folHlink>
          <a:srgbClr val="0000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custClrLst>
    <a:custClr name="Primäre Farbe 100%">
      <a:srgbClr val="E5007D"/>
    </a:custClr>
    <a:custClr name="Sekundäre Farbe 100%">
      <a:srgbClr val="000000"/>
    </a:custClr>
    <a:custClr>
      <a:srgbClr val="FFFFFF"/>
    </a:custClr>
    <a:custClr>
      <a:srgbClr val="0068B4"/>
    </a:custClr>
    <a:custClr>
      <a:srgbClr val="009EE3"/>
    </a:custClr>
    <a:custClr>
      <a:srgbClr val="009992"/>
    </a:custClr>
    <a:custClr>
      <a:srgbClr val="00963E"/>
    </a:custClr>
    <a:custClr>
      <a:srgbClr val="94C119"/>
    </a:custClr>
    <a:custClr>
      <a:srgbClr val="FFFFFF"/>
    </a:custClr>
    <a:custClr name="Rosa Hintergrund">
      <a:srgbClr val="F9D3E6"/>
    </a:custClr>
    <a:custClr name="Primäre Farbe 75%">
      <a:srgbClr val="EB5F9E"/>
    </a:custClr>
    <a:custClr name="Sekundäre Farbe 75%">
      <a:srgbClr val="646464"/>
    </a:custClr>
    <a:custClr>
      <a:srgbClr val="FFFFFF"/>
    </a:custClr>
    <a:custClr>
      <a:srgbClr val="FFED00"/>
    </a:custClr>
    <a:custClr>
      <a:srgbClr val="F39100"/>
    </a:custClr>
    <a:custClr>
      <a:srgbClr val="E3000B"/>
    </a:custClr>
    <a:custClr>
      <a:srgbClr val="E5004F"/>
    </a:custClr>
    <a:custClr>
      <a:srgbClr val="E5007D"/>
    </a:custClr>
    <a:custClr>
      <a:srgbClr val="FFFFFF"/>
    </a:custClr>
    <a:custClr>
      <a:srgbClr val="FFFFFF"/>
    </a:custClr>
    <a:custClr name="Primäre Farbe 50%">
      <a:srgbClr val="F29EC4"/>
    </a:custClr>
    <a:custClr name="Sekundäre Farbe 50%">
      <a:srgbClr val="9C9C9C"/>
    </a:custClr>
    <a:custClr>
      <a:srgbClr val="FFFFFF"/>
    </a:custClr>
    <a:custClr>
      <a:srgbClr val="941680"/>
    </a:custClr>
    <a:custClr>
      <a:srgbClr val="2E2382"/>
    </a:custClr>
    <a:custClr>
      <a:srgbClr val="FFFFFF"/>
    </a:custClr>
    <a:custClr>
      <a:srgbClr val="9184BE"/>
    </a:custClr>
    <a:custClr>
      <a:srgbClr val="C592C1"/>
    </a:custClr>
    <a:custClr>
      <a:srgbClr val="FFFFFF"/>
    </a:custClr>
    <a:custClr>
      <a:srgbClr val="FFFFFF"/>
    </a:custClr>
    <a:custClr name="Primäre Farbe 25%">
      <a:srgbClr val="F9D2E6"/>
    </a:custClr>
    <a:custClr name="Sekundäre Farbe 25%">
      <a:srgbClr val="D0D0D0"/>
    </a:custClr>
    <a:custClr>
      <a:srgbClr val="FFFFFF"/>
    </a:custClr>
    <a:custClr>
      <a:srgbClr val="F29EC4"/>
    </a:custClr>
    <a:custClr>
      <a:srgbClr val="F39BA2"/>
    </a:custClr>
    <a:custClr>
      <a:srgbClr val="F3987A"/>
    </a:custClr>
    <a:custClr>
      <a:srgbClr val="FCCB8D"/>
    </a:custClr>
    <a:custClr>
      <a:srgbClr val="FFF59A"/>
    </a:custClr>
    <a:custClr>
      <a:srgbClr val="FFFFFF"/>
    </a:custClr>
    <a:custClr>
      <a:srgbClr val="FFFFFF"/>
    </a:custClr>
    <a:custClr name="Primäre Farbe 5%">
      <a:srgbClr val="FEF6FA"/>
    </a:custClr>
    <a:custClr name="Sekundäre Farbe 5%">
      <a:srgbClr val="F6F6F6"/>
    </a:custClr>
    <a:custClr>
      <a:srgbClr val="FFFFFF"/>
    </a:custClr>
    <a:custClr>
      <a:srgbClr val="CFE09A"/>
    </a:custClr>
    <a:custClr>
      <a:srgbClr val="8DC899"/>
    </a:custClr>
    <a:custClr>
      <a:srgbClr val="91CCC9"/>
    </a:custClr>
    <a:custClr>
      <a:srgbClr val="81D0F5"/>
    </a:custClr>
    <a:custClr>
      <a:srgbClr val="8AADDC"/>
    </a:custClr>
    <a:custClr>
      <a:srgbClr val="FFFFFF"/>
    </a:custClr>
    <a:custClr>
      <a:srgbClr val="FFFFFF"/>
    </a:custClr>
  </a:custClrLst>
  <a:extLst>
    <a:ext uri="{05A4C25C-085E-4340-85A3-A5531E510DB2}">
      <thm15:themeFamily xmlns:thm15="http://schemas.microsoft.com/office/thememl/2012/main" name="2025 04_Presentation_template_UniLU_EN.potx" id="{5BB24A47-C4E0-4986-8B17-2EA72AABFD7F}" vid="{6163BBC9-2278-45B2-9623-4BB273D7B1F5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item1.xml><?xml version="1.0" encoding="utf-8"?>
<document xmlns="http://www.docugate.com/2015/docugatedatastorexml">
  <snapins xmlns=""/>
</document>
</file>

<file path=customXml/itemProps1.xml><?xml version="1.0" encoding="utf-8"?>
<ds:datastoreItem xmlns:ds="http://schemas.openxmlformats.org/officeDocument/2006/customXml" ds:itemID="{427112A0-A08A-45DC-9DED-48C9A0E4C6BD}">
  <ds:schemaRefs>
    <ds:schemaRef ds:uri="http://www.docugate.com/2015/docugatedatastorexml"/>
    <ds:schemaRef ds:uri="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1301</Words>
  <Application>Microsoft Office PowerPoint</Application>
  <PresentationFormat>Benutzerdefiniert</PresentationFormat>
  <Paragraphs>192</Paragraphs>
  <Slides>20</Slides>
  <Notes>3</Notes>
  <HiddenSlides>0</HiddenSlides>
  <MMClips>2</MMClips>
  <ScaleCrop>false</ScaleCrop>
  <HeadingPairs>
    <vt:vector size="6" baseType="variant">
      <vt:variant>
        <vt:lpstr>Verwendete Schriftarten</vt:lpstr>
      </vt:variant>
      <vt:variant>
        <vt:i4>8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20</vt:i4>
      </vt:variant>
    </vt:vector>
  </HeadingPairs>
  <TitlesOfParts>
    <vt:vector size="29" baseType="lpstr">
      <vt:lpstr>Arial</vt:lpstr>
      <vt:lpstr>Courier New</vt:lpstr>
      <vt:lpstr>Franklin Gothic Book</vt:lpstr>
      <vt:lpstr>Franklin Gothic Medium</vt:lpstr>
      <vt:lpstr>freight-book</vt:lpstr>
      <vt:lpstr>Palatino Linotype</vt:lpstr>
      <vt:lpstr>Verdana</vt:lpstr>
      <vt:lpstr>Wingdings</vt:lpstr>
      <vt:lpstr>Universität Luzern</vt:lpstr>
      <vt:lpstr>PowerPoint-Präsentation</vt:lpstr>
      <vt:lpstr>What does our title picture show?</vt:lpstr>
      <vt:lpstr>what does this have to do with health?</vt:lpstr>
      <vt:lpstr>Also in Switzerland?</vt:lpstr>
      <vt:lpstr>Health equity Facts and figures for Switzerland</vt:lpstr>
      <vt:lpstr>What can/should we do about these inequalities?</vt:lpstr>
      <vt:lpstr>Six Policy areas to address health inequality</vt:lpstr>
      <vt:lpstr>PowerPoint-Präsentation</vt:lpstr>
      <vt:lpstr>Round of introduction</vt:lpstr>
      <vt:lpstr>Course objectives</vt:lpstr>
      <vt:lpstr>Course contents</vt:lpstr>
      <vt:lpstr>Materials</vt:lpstr>
      <vt:lpstr>PowerPoint-Präsentation</vt:lpstr>
      <vt:lpstr>Course format</vt:lpstr>
      <vt:lpstr>Assessment</vt:lpstr>
      <vt:lpstr>Getting started - ISSP</vt:lpstr>
      <vt:lpstr>Getting started - ESS</vt:lpstr>
      <vt:lpstr>Outlook next week</vt:lpstr>
      <vt:lpstr>Questions?</vt:lpstr>
      <vt:lpstr>Thank you for your attention!</vt:lpstr>
    </vt:vector>
  </TitlesOfParts>
  <Company>Universitaet Luzern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Weisstanner David</dc:creator>
  <cp:lastModifiedBy>Weisstanner David</cp:lastModifiedBy>
  <cp:revision>10</cp:revision>
  <dcterms:created xsi:type="dcterms:W3CDTF">2025-04-15T07:59:06Z</dcterms:created>
  <dcterms:modified xsi:type="dcterms:W3CDTF">2025-09-15T08:13:03Z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Label">
    <vt:i4>0</vt:i4>
  </property>
  <property fmtid="{D5CDD505-2E9C-101B-9397-08002B2CF9AE}" pid="3" name="einzelfelder_datum">
    <vt:lpwstr>15 April 2025</vt:lpwstr>
  </property>
  <property fmtid="{D5CDD505-2E9C-101B-9397-08002B2CF9AE}" pid="4" name="einzelfelder_datumunformatted">
    <vt:lpwstr>04/15/2025 00:00:00</vt:lpwstr>
  </property>
  <property fmtid="{D5CDD505-2E9C-101B-9397-08002B2CF9AE}" pid="5" name="einzelfelder_präsentationstitel">
    <vt:lpwstr>Title of the presentation</vt:lpwstr>
  </property>
  <property fmtid="{D5CDD505-2E9C-101B-9397-08002B2CF9AE}" pid="6" name="einzelfelder_präsentationstitelunformatted">
    <vt:lpwstr>Title of the presentation</vt:lpwstr>
  </property>
  <property fmtid="{D5CDD505-2E9C-101B-9397-08002B2CF9AE}" pid="7" name="mitarbeitende_ersteller_mitarbeitende_anrede">
    <vt:lpwstr>Herr</vt:lpwstr>
  </property>
  <property fmtid="{D5CDD505-2E9C-101B-9397-08002B2CF9AE}" pid="8" name="mitarbeitende_ersteller_mitarbeitende_anredee">
    <vt:lpwstr>Mr</vt:lpwstr>
  </property>
  <property fmtid="{D5CDD505-2E9C-101B-9397-08002B2CF9AE}" pid="9" name="mitarbeitende_ersteller_mitarbeitende_anstellungbis">
    <vt:lpwstr>31.12.2027</vt:lpwstr>
  </property>
  <property fmtid="{D5CDD505-2E9C-101B-9397-08002B2CF9AE}" pid="10" name="mitarbeitende_ersteller_mitarbeitende_anstellungvon">
    <vt:lpwstr>01.01.2023</vt:lpwstr>
  </property>
  <property fmtid="{D5CDD505-2E9C-101B-9397-08002B2CF9AE}" pid="11" name="mitarbeitende_ersteller_mitarbeitende_email">
    <vt:lpwstr>david.weisstanner@unilu.ch</vt:lpwstr>
  </property>
  <property fmtid="{D5CDD505-2E9C-101B-9397-08002B2CF9AE}" pid="12" name="mitarbeitende_ersteller_mitarbeitende_fakultaetsumbruch">
    <vt:lpwstr>Fakultät für Gesundheits-wissenschaften und Medizin</vt:lpwstr>
  </property>
  <property fmtid="{D5CDD505-2E9C-101B-9397-08002B2CF9AE}" pid="13" name="mitarbeitende_ersteller_mitarbeitende_fakultaet">
    <vt:lpwstr>Fakultät für Gesundheitswissenschaften und Medizin</vt:lpwstr>
  </property>
  <property fmtid="{D5CDD505-2E9C-101B-9397-08002B2CF9AE}" pid="14" name="mitarbeitende_ersteller_mitarbeitende_fakultaete">
    <vt:lpwstr>Faculty of Health Sciences and Medicine</vt:lpwstr>
  </property>
  <property fmtid="{D5CDD505-2E9C-101B-9397-08002B2CF9AE}" pid="15" name="mitarbeitende_ersteller_mitarbeitende_fakultaetkurzzeichen">
    <vt:lpwstr>GMF</vt:lpwstr>
  </property>
  <property fmtid="{D5CDD505-2E9C-101B-9397-08002B2CF9AE}" pid="16" name="mitarbeitende_ersteller_mitarbeitende_finanzquelle">
    <vt:lpwstr>Budget der Hochschule</vt:lpwstr>
  </property>
  <property fmtid="{D5CDD505-2E9C-101B-9397-08002B2CF9AE}" pid="17" name="mitarbeitende_ersteller_mitarbeitende_funktion">
    <vt:lpwstr>Assistenzprofessor</vt:lpwstr>
  </property>
  <property fmtid="{D5CDD505-2E9C-101B-9397-08002B2CF9AE}" pid="18" name="mitarbeitende_ersteller_mitarbeitende_funktione">
    <vt:lpwstr>Assistant Professor</vt:lpwstr>
  </property>
  <property fmtid="{D5CDD505-2E9C-101B-9397-08002B2CF9AE}" pid="19" name="mitarbeitende_ersteller_mitarbeitende_geburtstag">
    <vt:lpwstr>10.05.1989</vt:lpwstr>
  </property>
  <property fmtid="{D5CDD505-2E9C-101B-9397-08002B2CF9AE}" pid="20" name="mitarbeitende_ersteller_mitarbeitende_geschlecht">
    <vt:lpwstr>m</vt:lpwstr>
  </property>
  <property fmtid="{D5CDD505-2E9C-101B-9397-08002B2CF9AE}" pid="21" name="mitarbeitende_ersteller_mitarbeitende_id">
    <vt:lpwstr/>
  </property>
  <property fmtid="{D5CDD505-2E9C-101B-9397-08002B2CF9AE}" pid="22" name="mitarbeitende_ersteller_mitarbeitende_institut">
    <vt:lpwstr>Gesundheitswissenschaften</vt:lpwstr>
  </property>
  <property fmtid="{D5CDD505-2E9C-101B-9397-08002B2CF9AE}" pid="23" name="mitarbeitende_ersteller_mitarbeitende_institute">
    <vt:lpwstr>Health Sciences</vt:lpwstr>
  </property>
  <property fmtid="{D5CDD505-2E9C-101B-9397-08002B2CF9AE}" pid="24" name="mitarbeitende_ersteller_mitarbeitende_kostenstelle">
    <vt:lpwstr>6200</vt:lpwstr>
  </property>
  <property fmtid="{D5CDD505-2E9C-101B-9397-08002B2CF9AE}" pid="25" name="mitarbeitende_ersteller_mitarbeitende_kurzzeichen">
    <vt:lpwstr>WeDa</vt:lpwstr>
  </property>
  <property fmtid="{D5CDD505-2E9C-101B-9397-08002B2CF9AE}" pid="26" name="mitarbeitende_ersteller_mitarbeitende_land">
    <vt:lpwstr>Schweiz</vt:lpwstr>
  </property>
  <property fmtid="{D5CDD505-2E9C-101B-9397-08002B2CF9AE}" pid="27" name="mitarbeitende_ersteller_mitarbeitende_logoname">
    <vt:lpwstr/>
  </property>
  <property fmtid="{D5CDD505-2E9C-101B-9397-08002B2CF9AE}" pid="28" name="mitarbeitende_ersteller_mitarbeitende_ort">
    <vt:lpwstr>Luzern</vt:lpwstr>
  </property>
  <property fmtid="{D5CDD505-2E9C-101B-9397-08002B2CF9AE}" pid="29" name="mitarbeitende_ersteller_mitarbeitende_pensum">
    <vt:lpwstr>100</vt:lpwstr>
  </property>
  <property fmtid="{D5CDD505-2E9C-101B-9397-08002B2CF9AE}" pid="30" name="mitarbeitende_ersteller_mitarbeitende_plz">
    <vt:lpwstr>6005</vt:lpwstr>
  </property>
  <property fmtid="{D5CDD505-2E9C-101B-9397-08002B2CF9AE}" pid="31" name="mitarbeitende_ersteller_mitarbeitende_professurabteilungprojekt">
    <vt:lpwstr/>
  </property>
  <property fmtid="{D5CDD505-2E9C-101B-9397-08002B2CF9AE}" pid="32" name="mitarbeitende_ersteller_mitarbeitende_seminarinstitutfachbereich">
    <vt:lpwstr>Gesundheitswissenschaften</vt:lpwstr>
  </property>
  <property fmtid="{D5CDD505-2E9C-101B-9397-08002B2CF9AE}" pid="33" name="mitarbeitende_ersteller_mitarbeitende_strasse">
    <vt:lpwstr>Alpenquai 4</vt:lpwstr>
  </property>
  <property fmtid="{D5CDD505-2E9C-101B-9397-08002B2CF9AE}" pid="34" name="mitarbeitende_ersteller_mitarbeitende_svnummer">
    <vt:lpwstr>756.3354.3021.43</vt:lpwstr>
  </property>
  <property fmtid="{D5CDD505-2E9C-101B-9397-08002B2CF9AE}" pid="35" name="mitarbeitende_ersteller_mitarbeitende_teldirekt">
    <vt:lpwstr>+41 41 229 57 40</vt:lpwstr>
  </property>
  <property fmtid="{D5CDD505-2E9C-101B-9397-08002B2CF9AE}" pid="36" name="mitarbeitende_ersteller_mitarbeitende_titelhinten">
    <vt:lpwstr/>
  </property>
  <property fmtid="{D5CDD505-2E9C-101B-9397-08002B2CF9AE}" pid="37" name="mitarbeitende_ersteller_mitarbeitende_titelmitname">
    <vt:lpwstr>Ass.-Prof. David Weisstanner</vt:lpwstr>
  </property>
  <property fmtid="{D5CDD505-2E9C-101B-9397-08002B2CF9AE}" pid="38" name="mitarbeitende_ersteller_mitarbeitende_titelvor">
    <vt:lpwstr>Ass.-Prof.</vt:lpwstr>
  </property>
  <property fmtid="{D5CDD505-2E9C-101B-9397-08002B2CF9AE}" pid="39" name="mitarbeitende_ersteller_mitarbeitende_url">
    <vt:lpwstr>www.unilu.ch</vt:lpwstr>
  </property>
  <property fmtid="{D5CDD505-2E9C-101B-9397-08002B2CF9AE}" pid="40" name="mitarbeitende_ersteller_mitarbeitende_vorname">
    <vt:lpwstr>David</vt:lpwstr>
  </property>
  <property fmtid="{D5CDD505-2E9C-101B-9397-08002B2CF9AE}" pid="41" name="mitarbeitende_ersteller_mitarbeitende_name">
    <vt:lpwstr>Weisstanner</vt:lpwstr>
  </property>
  <property fmtid="{D5CDD505-2E9C-101B-9397-08002B2CF9AE}" pid="42" name="mitarbeitende_ersteller_mitarbeitende_personalnummer">
    <vt:lpwstr>419501</vt:lpwstr>
  </property>
  <property fmtid="{D5CDD505-2E9C-101B-9397-08002B2CF9AE}" pid="43" name="mitarbeitende_ersteller_mitarbeitende_nationalitaet">
    <vt:lpwstr>Schweiz</vt:lpwstr>
  </property>
  <property fmtid="{D5CDD505-2E9C-101B-9397-08002B2CF9AE}" pid="44" name="mitarbeitende_ersteller_mitarbeitende_nationalitaete">
    <vt:lpwstr>Switzerland</vt:lpwstr>
  </property>
  <property fmtid="{D5CDD505-2E9C-101B-9397-08002B2CF9AE}" pid="45" name="mitarbeitende_ersteller_sourceid">
    <vt:lpwstr>59360b04-643b-4c9b-ada7-4d540978b1e5</vt:lpwstr>
  </property>
  <property fmtid="{D5CDD505-2E9C-101B-9397-08002B2CF9AE}" pid="46" name="mitarbeitende_spesenfür_mitarbeitende_anrede">
    <vt:lpwstr>Herr</vt:lpwstr>
  </property>
  <property fmtid="{D5CDD505-2E9C-101B-9397-08002B2CF9AE}" pid="47" name="mitarbeitende_spesenfür_mitarbeitende_anredee">
    <vt:lpwstr>Mr</vt:lpwstr>
  </property>
  <property fmtid="{D5CDD505-2E9C-101B-9397-08002B2CF9AE}" pid="48" name="mitarbeitende_spesenfür_mitarbeitende_anstellungbis">
    <vt:lpwstr>31.12.2027</vt:lpwstr>
  </property>
  <property fmtid="{D5CDD505-2E9C-101B-9397-08002B2CF9AE}" pid="49" name="mitarbeitende_spesenfür_mitarbeitende_anstellungvon">
    <vt:lpwstr>01.01.2023</vt:lpwstr>
  </property>
  <property fmtid="{D5CDD505-2E9C-101B-9397-08002B2CF9AE}" pid="50" name="mitarbeitende_spesenfür_mitarbeitende_email">
    <vt:lpwstr>david.weisstanner@unilu.ch</vt:lpwstr>
  </property>
  <property fmtid="{D5CDD505-2E9C-101B-9397-08002B2CF9AE}" pid="51" name="mitarbeitende_spesenfür_mitarbeitende_fakultaetsumbruch">
    <vt:lpwstr>Gesundheitswissenschaften und Medizin</vt:lpwstr>
  </property>
  <property fmtid="{D5CDD505-2E9C-101B-9397-08002B2CF9AE}" pid="52" name="mitarbeitende_spesenfür_mitarbeitende_fakultaet">
    <vt:lpwstr>Gesundheitswissenschaften und Medizin</vt:lpwstr>
  </property>
  <property fmtid="{D5CDD505-2E9C-101B-9397-08002B2CF9AE}" pid="53" name="mitarbeitende_spesenfür_mitarbeitende_fakultaete">
    <vt:lpwstr>Department of Health Sciences and Medicine</vt:lpwstr>
  </property>
  <property fmtid="{D5CDD505-2E9C-101B-9397-08002B2CF9AE}" pid="54" name="mitarbeitende_spesenfür_mitarbeitende_fakultaetkurzzeichen">
    <vt:lpwstr>GWM</vt:lpwstr>
  </property>
  <property fmtid="{D5CDD505-2E9C-101B-9397-08002B2CF9AE}" pid="55" name="mitarbeitende_spesenfür_mitarbeitende_finanzquelle">
    <vt:lpwstr>Budget der Hochschule</vt:lpwstr>
  </property>
  <property fmtid="{D5CDD505-2E9C-101B-9397-08002B2CF9AE}" pid="56" name="mitarbeitende_spesenfür_mitarbeitende_funktion">
    <vt:lpwstr>Assistenzprofessor</vt:lpwstr>
  </property>
  <property fmtid="{D5CDD505-2E9C-101B-9397-08002B2CF9AE}" pid="57" name="mitarbeitende_spesenfür_mitarbeitende_funktione">
    <vt:lpwstr>Assistant Professor</vt:lpwstr>
  </property>
  <property fmtid="{D5CDD505-2E9C-101B-9397-08002B2CF9AE}" pid="58" name="mitarbeitende_spesenfür_mitarbeitende_geburtstag">
    <vt:lpwstr>10.05.1989</vt:lpwstr>
  </property>
  <property fmtid="{D5CDD505-2E9C-101B-9397-08002B2CF9AE}" pid="59" name="mitarbeitende_spesenfür_mitarbeitende_geschlecht">
    <vt:lpwstr>m</vt:lpwstr>
  </property>
  <property fmtid="{D5CDD505-2E9C-101B-9397-08002B2CF9AE}" pid="60" name="mitarbeitende_spesenfür_mitarbeitende_id">
    <vt:lpwstr/>
  </property>
  <property fmtid="{D5CDD505-2E9C-101B-9397-08002B2CF9AE}" pid="61" name="mitarbeitende_spesenfür_mitarbeitende_institut">
    <vt:lpwstr>Gesundheitswissenschaften</vt:lpwstr>
  </property>
  <property fmtid="{D5CDD505-2E9C-101B-9397-08002B2CF9AE}" pid="62" name="mitarbeitende_spesenfür_mitarbeitende_institute">
    <vt:lpwstr>Health Sciences</vt:lpwstr>
  </property>
  <property fmtid="{D5CDD505-2E9C-101B-9397-08002B2CF9AE}" pid="63" name="mitarbeitende_spesenfür_mitarbeitende_kostenstelle">
    <vt:lpwstr>6200</vt:lpwstr>
  </property>
  <property fmtid="{D5CDD505-2E9C-101B-9397-08002B2CF9AE}" pid="64" name="mitarbeitende_spesenfür_mitarbeitende_kurzzeichen">
    <vt:lpwstr>WeDa</vt:lpwstr>
  </property>
  <property fmtid="{D5CDD505-2E9C-101B-9397-08002B2CF9AE}" pid="65" name="mitarbeitende_spesenfür_mitarbeitende_land">
    <vt:lpwstr>Schweiz</vt:lpwstr>
  </property>
  <property fmtid="{D5CDD505-2E9C-101B-9397-08002B2CF9AE}" pid="66" name="mitarbeitende_spesenfür_mitarbeitende_logoname">
    <vt:lpwstr/>
  </property>
  <property fmtid="{D5CDD505-2E9C-101B-9397-08002B2CF9AE}" pid="67" name="mitarbeitende_spesenfür_mitarbeitende_ort">
    <vt:lpwstr>Luzern</vt:lpwstr>
  </property>
  <property fmtid="{D5CDD505-2E9C-101B-9397-08002B2CF9AE}" pid="68" name="mitarbeitende_spesenfür_mitarbeitende_pensum">
    <vt:lpwstr>100</vt:lpwstr>
  </property>
  <property fmtid="{D5CDD505-2E9C-101B-9397-08002B2CF9AE}" pid="69" name="mitarbeitende_spesenfür_mitarbeitende_plz">
    <vt:lpwstr>6002</vt:lpwstr>
  </property>
  <property fmtid="{D5CDD505-2E9C-101B-9397-08002B2CF9AE}" pid="70" name="mitarbeitende_spesenfür_mitarbeitende_professurabteilungprojekt">
    <vt:lpwstr/>
  </property>
  <property fmtid="{D5CDD505-2E9C-101B-9397-08002B2CF9AE}" pid="71" name="mitarbeitende_spesenfür_mitarbeitende_seminarinstitutfachbereich">
    <vt:lpwstr>Gesundheitswissenschaften</vt:lpwstr>
  </property>
  <property fmtid="{D5CDD505-2E9C-101B-9397-08002B2CF9AE}" pid="72" name="mitarbeitende_spesenfür_mitarbeitende_strasse">
    <vt:lpwstr>Inseliquai 10</vt:lpwstr>
  </property>
  <property fmtid="{D5CDD505-2E9C-101B-9397-08002B2CF9AE}" pid="73" name="mitarbeitende_spesenfür_mitarbeitende_svnummer">
    <vt:lpwstr>756.3354.3021.43</vt:lpwstr>
  </property>
  <property fmtid="{D5CDD505-2E9C-101B-9397-08002B2CF9AE}" pid="74" name="mitarbeitende_spesenfür_mitarbeitende_teldirekt">
    <vt:lpwstr>+41 41 229 57 40</vt:lpwstr>
  </property>
  <property fmtid="{D5CDD505-2E9C-101B-9397-08002B2CF9AE}" pid="75" name="mitarbeitende_spesenfür_mitarbeitende_titelhinten">
    <vt:lpwstr/>
  </property>
  <property fmtid="{D5CDD505-2E9C-101B-9397-08002B2CF9AE}" pid="76" name="mitarbeitende_spesenfür_mitarbeitende_titelmitname">
    <vt:lpwstr>Ass.-Prof. David Weisstanner</vt:lpwstr>
  </property>
  <property fmtid="{D5CDD505-2E9C-101B-9397-08002B2CF9AE}" pid="77" name="mitarbeitende_spesenfür_mitarbeitende_titelvor">
    <vt:lpwstr>Ass.-Prof.</vt:lpwstr>
  </property>
  <property fmtid="{D5CDD505-2E9C-101B-9397-08002B2CF9AE}" pid="78" name="mitarbeitende_spesenfür_mitarbeitende_url">
    <vt:lpwstr>www.unilu.ch</vt:lpwstr>
  </property>
  <property fmtid="{D5CDD505-2E9C-101B-9397-08002B2CF9AE}" pid="79" name="mitarbeitende_spesenfür_mitarbeitende_vorname">
    <vt:lpwstr>David</vt:lpwstr>
  </property>
  <property fmtid="{D5CDD505-2E9C-101B-9397-08002B2CF9AE}" pid="80" name="mitarbeitende_spesenfür_mitarbeitende_name">
    <vt:lpwstr>Weisstanner</vt:lpwstr>
  </property>
  <property fmtid="{D5CDD505-2E9C-101B-9397-08002B2CF9AE}" pid="81" name="mitarbeitende_spesenfür_mitarbeitende_personalnummer">
    <vt:lpwstr>419501</vt:lpwstr>
  </property>
  <property fmtid="{D5CDD505-2E9C-101B-9397-08002B2CF9AE}" pid="82" name="mitarbeitende_spesenfür_sourceid">
    <vt:lpwstr>59360b04-643b-4c9b-ada7-4d540978b1e5</vt:lpwstr>
  </property>
  <property fmtid="{D5CDD505-2E9C-101B-9397-08002B2CF9AE}" pid="83" name="standorte_firmaname_standorte_kennung">
    <vt:lpwstr/>
  </property>
  <property fmtid="{D5CDD505-2E9C-101B-9397-08002B2CF9AE}" pid="84" name="standorte_firmaname_standorte_firmaname">
    <vt:lpwstr/>
  </property>
  <property fmtid="{D5CDD505-2E9C-101B-9397-08002B2CF9AE}" pid="85" name="standorte_firmaname_standorte_firmastrasse">
    <vt:lpwstr/>
  </property>
  <property fmtid="{D5CDD505-2E9C-101B-9397-08002B2CF9AE}" pid="86" name="standorte_firmaname_standorte_firmapostfach">
    <vt:lpwstr/>
  </property>
  <property fmtid="{D5CDD505-2E9C-101B-9397-08002B2CF9AE}" pid="87" name="standorte_firmaname_standorte_firmaplz">
    <vt:lpwstr/>
  </property>
  <property fmtid="{D5CDD505-2E9C-101B-9397-08002B2CF9AE}" pid="88" name="standorte_firmaname_standorte_firmaort">
    <vt:lpwstr/>
  </property>
  <property fmtid="{D5CDD505-2E9C-101B-9397-08002B2CF9AE}" pid="89" name="standorte_firmaname_standorte_firmatelefon">
    <vt:lpwstr/>
  </property>
  <property fmtid="{D5CDD505-2E9C-101B-9397-08002B2CF9AE}" pid="90" name="standorte_firmaname_standorte_firmanamekurz">
    <vt:lpwstr/>
  </property>
  <property fmtid="{D5CDD505-2E9C-101B-9397-08002B2CF9AE}" pid="91" name="standorte_firmaname_standorte_firmaemail">
    <vt:lpwstr/>
  </property>
  <property fmtid="{D5CDD505-2E9C-101B-9397-08002B2CF9AE}" pid="92" name="standorte_firmaname_sourceid">
    <vt:lpwstr/>
  </property>
  <property fmtid="{D5CDD505-2E9C-101B-9397-08002B2CF9AE}" pid="93" name="templateid">
    <vt:lpwstr>c1a995e4-a046-4211-87fd-9b9e7f36f049</vt:lpwstr>
  </property>
  <property fmtid="{D5CDD505-2E9C-101B-9397-08002B2CF9AE}" pid="94" name="templateexternalid">
    <vt:lpwstr>5abd61b7-c2b8-4940-868a-27f65fb7181e</vt:lpwstr>
  </property>
  <property fmtid="{D5CDD505-2E9C-101B-9397-08002B2CF9AE}" pid="95" name="languagekey">
    <vt:lpwstr>EN</vt:lpwstr>
  </property>
  <property fmtid="{D5CDD505-2E9C-101B-9397-08002B2CF9AE}" pid="96" name="taskpaneguid">
    <vt:lpwstr>a936a9e2-b66a-46b1-823b-edcdaefdb47a</vt:lpwstr>
  </property>
  <property fmtid="{D5CDD505-2E9C-101B-9397-08002B2CF9AE}" pid="97" name="taskpaneenablemanually">
    <vt:lpwstr>Manually</vt:lpwstr>
  </property>
  <property fmtid="{D5CDD505-2E9C-101B-9397-08002B2CF9AE}" pid="98" name="templatename">
    <vt:lpwstr>PowerPoint Standard: Weitere Stichworte: Präsentation Vortrag Darbietung Referat Vorlesung Erklärung Rede_x000d_
</vt:lpwstr>
  </property>
  <property fmtid="{D5CDD505-2E9C-101B-9397-08002B2CF9AE}" pid="99" name="docugatedocumenthasdatastore">
    <vt:lpwstr>True</vt:lpwstr>
  </property>
  <property fmtid="{D5CDD505-2E9C-101B-9397-08002B2CF9AE}" pid="100" name="templatedisplayname">
    <vt:lpwstr>PowerPoint Standard</vt:lpwstr>
  </property>
  <property fmtid="{D5CDD505-2E9C-101B-9397-08002B2CF9AE}" pid="101" name="dgworkflowid">
    <vt:lpwstr>ea57d6bd-e793-44e8-a151-77696c4c27dd</vt:lpwstr>
  </property>
  <property fmtid="{D5CDD505-2E9C-101B-9397-08002B2CF9AE}" pid="102" name="docugatedocumentversion">
    <vt:lpwstr>5.17.8.0</vt:lpwstr>
  </property>
  <property fmtid="{D5CDD505-2E9C-101B-9397-08002B2CF9AE}" pid="103" name="docugatedocumentcreationpath">
    <vt:lpwstr>C:\Users\WeisstaD\AppData\Local\Temp\Docugate\Documents\m1v5adcw.pptx</vt:lpwstr>
  </property>
</Properties>
</file>