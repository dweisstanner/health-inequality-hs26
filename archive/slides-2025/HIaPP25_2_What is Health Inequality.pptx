
<file path=[Content_Types].xml><?xml version="1.0" encoding="utf-8"?>
<Types xmlns="http://schemas.openxmlformats.org/package/2006/content-types">
  <Default Extension="bin" ContentType="image/png"/>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2"/>
  </p:sldMasterIdLst>
  <p:notesMasterIdLst>
    <p:notesMasterId r:id="rId20"/>
  </p:notesMasterIdLst>
  <p:handoutMasterIdLst>
    <p:handoutMasterId r:id="rId21"/>
  </p:handoutMasterIdLst>
  <p:sldIdLst>
    <p:sldId id="256" r:id="rId3"/>
    <p:sldId id="322" r:id="rId4"/>
    <p:sldId id="311" r:id="rId5"/>
    <p:sldId id="313" r:id="rId6"/>
    <p:sldId id="312" r:id="rId7"/>
    <p:sldId id="309" r:id="rId8"/>
    <p:sldId id="314" r:id="rId9"/>
    <p:sldId id="317" r:id="rId10"/>
    <p:sldId id="320" r:id="rId11"/>
    <p:sldId id="321" r:id="rId12"/>
    <p:sldId id="326" r:id="rId13"/>
    <p:sldId id="316" r:id="rId14"/>
    <p:sldId id="323" r:id="rId15"/>
    <p:sldId id="324" r:id="rId16"/>
    <p:sldId id="325" r:id="rId17"/>
    <p:sldId id="306" r:id="rId18"/>
    <p:sldId id="307" r:id="rId19"/>
  </p:sldIdLst>
  <p:sldSz cx="10944225"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111111"/>
    <a:srgbClr val="777777"/>
    <a:srgbClr val="0068B4"/>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F69AAD-44D0-4DF1-828A-5A5FBCA8C691}" v="415" dt="2025-09-22T05:10:35.289"/>
  </p1510:revLst>
</p1510:revInfo>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780" autoAdjust="0"/>
  </p:normalViewPr>
  <p:slideViewPr>
    <p:cSldViewPr snapToGrid="0" showGuides="1">
      <p:cViewPr varScale="1">
        <p:scale>
          <a:sx n="83" d="100"/>
          <a:sy n="83" d="100"/>
        </p:scale>
        <p:origin x="1013" y="62"/>
      </p:cViewPr>
      <p:guideLst/>
    </p:cSldViewPr>
  </p:slideViewPr>
  <p:outlineViewPr>
    <p:cViewPr>
      <p:scale>
        <a:sx n="33" d="100"/>
        <a:sy n="33" d="100"/>
      </p:scale>
      <p:origin x="0" y="-13862"/>
    </p:cViewPr>
  </p:outlineViewPr>
  <p:notesTextViewPr>
    <p:cViewPr>
      <p:scale>
        <a:sx n="1" d="1"/>
        <a:sy n="1" d="1"/>
      </p:scale>
      <p:origin x="0" y="0"/>
    </p:cViewPr>
  </p:notesTextViewPr>
  <p:notesViewPr>
    <p:cSldViewPr snapToGrid="0" showGuides="1">
      <p:cViewPr varScale="1">
        <p:scale>
          <a:sx n="82" d="100"/>
          <a:sy n="82" d="100"/>
        </p:scale>
        <p:origin x="387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sstanner David" userId="266fc2ed-3807-4c7d-8f60-d5f3ae3c0b34" providerId="ADAL" clId="{9EED055C-8353-4CBF-86CF-4D964A5460F8}"/>
    <pc:docChg chg="undo redo custSel addSld delSld modSld sldOrd">
      <pc:chgData name="Weisstanner David" userId="266fc2ed-3807-4c7d-8f60-d5f3ae3c0b34" providerId="ADAL" clId="{9EED055C-8353-4CBF-86CF-4D964A5460F8}" dt="2025-09-15T08:12:53.043" v="4488" actId="20577"/>
      <pc:docMkLst>
        <pc:docMk/>
      </pc:docMkLst>
      <pc:sldChg chg="addSp delSp modSp add del mod modNotesTx">
        <pc:chgData name="Weisstanner David" userId="266fc2ed-3807-4c7d-8f60-d5f3ae3c0b34" providerId="ADAL" clId="{9EED055C-8353-4CBF-86CF-4D964A5460F8}" dt="2025-09-15T08:12:53.043" v="4488" actId="20577"/>
        <pc:sldMkLst>
          <pc:docMk/>
          <pc:sldMk cId="880537261" sldId="256"/>
        </pc:sldMkLst>
        <pc:spChg chg="mod">
          <ac:chgData name="Weisstanner David" userId="266fc2ed-3807-4c7d-8f60-d5f3ae3c0b34" providerId="ADAL" clId="{9EED055C-8353-4CBF-86CF-4D964A5460F8}" dt="2025-09-11T06:11:52.862" v="130" actId="13926"/>
          <ac:spMkLst>
            <pc:docMk/>
            <pc:sldMk cId="880537261" sldId="256"/>
            <ac:spMk id="3" creationId="{1C813FDB-2757-6E2D-8B33-097B6E97B20B}"/>
          </ac:spMkLst>
        </pc:spChg>
        <pc:picChg chg="add mod ord modCrop">
          <ac:chgData name="Weisstanner David" userId="266fc2ed-3807-4c7d-8f60-d5f3ae3c0b34" providerId="ADAL" clId="{9EED055C-8353-4CBF-86CF-4D964A5460F8}" dt="2025-09-11T06:12:21.810" v="132" actId="29295"/>
          <ac:picMkLst>
            <pc:docMk/>
            <pc:sldMk cId="880537261" sldId="256"/>
            <ac:picMk id="2" creationId="{E98A9F4D-1DC9-9B15-B829-BCC7FA06C574}"/>
          </ac:picMkLst>
        </pc:picChg>
      </pc:sldChg>
      <pc:sldChg chg="add del">
        <pc:chgData name="Weisstanner David" userId="266fc2ed-3807-4c7d-8f60-d5f3ae3c0b34" providerId="ADAL" clId="{9EED055C-8353-4CBF-86CF-4D964A5460F8}" dt="2025-09-11T06:12:44.621" v="137" actId="47"/>
        <pc:sldMkLst>
          <pc:docMk/>
          <pc:sldMk cId="934482911" sldId="257"/>
        </pc:sldMkLst>
      </pc:sldChg>
      <pc:sldChg chg="add del">
        <pc:chgData name="Weisstanner David" userId="266fc2ed-3807-4c7d-8f60-d5f3ae3c0b34" providerId="ADAL" clId="{9EED055C-8353-4CBF-86CF-4D964A5460F8}" dt="2025-09-11T06:12:44.621" v="137" actId="47"/>
        <pc:sldMkLst>
          <pc:docMk/>
          <pc:sldMk cId="1219156501" sldId="258"/>
        </pc:sldMkLst>
      </pc:sldChg>
      <pc:sldChg chg="add del">
        <pc:chgData name="Weisstanner David" userId="266fc2ed-3807-4c7d-8f60-d5f3ae3c0b34" providerId="ADAL" clId="{9EED055C-8353-4CBF-86CF-4D964A5460F8}" dt="2025-09-11T06:12:44.621" v="137" actId="47"/>
        <pc:sldMkLst>
          <pc:docMk/>
          <pc:sldMk cId="459699967" sldId="259"/>
        </pc:sldMkLst>
      </pc:sldChg>
      <pc:sldChg chg="add del">
        <pc:chgData name="Weisstanner David" userId="266fc2ed-3807-4c7d-8f60-d5f3ae3c0b34" providerId="ADAL" clId="{9EED055C-8353-4CBF-86CF-4D964A5460F8}" dt="2025-09-11T06:12:44.621" v="137" actId="47"/>
        <pc:sldMkLst>
          <pc:docMk/>
          <pc:sldMk cId="2982607398" sldId="260"/>
        </pc:sldMkLst>
      </pc:sldChg>
      <pc:sldChg chg="add del">
        <pc:chgData name="Weisstanner David" userId="266fc2ed-3807-4c7d-8f60-d5f3ae3c0b34" providerId="ADAL" clId="{9EED055C-8353-4CBF-86CF-4D964A5460F8}" dt="2025-09-11T06:12:44.621" v="137" actId="47"/>
        <pc:sldMkLst>
          <pc:docMk/>
          <pc:sldMk cId="1348760638" sldId="261"/>
        </pc:sldMkLst>
      </pc:sldChg>
      <pc:sldChg chg="add del">
        <pc:chgData name="Weisstanner David" userId="266fc2ed-3807-4c7d-8f60-d5f3ae3c0b34" providerId="ADAL" clId="{9EED055C-8353-4CBF-86CF-4D964A5460F8}" dt="2025-09-11T06:12:44.621" v="137" actId="47"/>
        <pc:sldMkLst>
          <pc:docMk/>
          <pc:sldMk cId="2149539497" sldId="262"/>
        </pc:sldMkLst>
      </pc:sldChg>
      <pc:sldChg chg="add del">
        <pc:chgData name="Weisstanner David" userId="266fc2ed-3807-4c7d-8f60-d5f3ae3c0b34" providerId="ADAL" clId="{9EED055C-8353-4CBF-86CF-4D964A5460F8}" dt="2025-09-11T06:12:44.621" v="137" actId="47"/>
        <pc:sldMkLst>
          <pc:docMk/>
          <pc:sldMk cId="1212205180" sldId="263"/>
        </pc:sldMkLst>
      </pc:sldChg>
      <pc:sldChg chg="add del">
        <pc:chgData name="Weisstanner David" userId="266fc2ed-3807-4c7d-8f60-d5f3ae3c0b34" providerId="ADAL" clId="{9EED055C-8353-4CBF-86CF-4D964A5460F8}" dt="2025-09-11T06:12:44.621" v="137" actId="47"/>
        <pc:sldMkLst>
          <pc:docMk/>
          <pc:sldMk cId="907992443" sldId="264"/>
        </pc:sldMkLst>
      </pc:sldChg>
      <pc:sldChg chg="add del">
        <pc:chgData name="Weisstanner David" userId="266fc2ed-3807-4c7d-8f60-d5f3ae3c0b34" providerId="ADAL" clId="{9EED055C-8353-4CBF-86CF-4D964A5460F8}" dt="2025-09-11T06:12:44.621" v="137" actId="47"/>
        <pc:sldMkLst>
          <pc:docMk/>
          <pc:sldMk cId="2824780760" sldId="265"/>
        </pc:sldMkLst>
      </pc:sldChg>
      <pc:sldChg chg="add del">
        <pc:chgData name="Weisstanner David" userId="266fc2ed-3807-4c7d-8f60-d5f3ae3c0b34" providerId="ADAL" clId="{9EED055C-8353-4CBF-86CF-4D964A5460F8}" dt="2025-09-11T06:12:44.621" v="137" actId="47"/>
        <pc:sldMkLst>
          <pc:docMk/>
          <pc:sldMk cId="81735430" sldId="266"/>
        </pc:sldMkLst>
      </pc:sldChg>
      <pc:sldChg chg="add del">
        <pc:chgData name="Weisstanner David" userId="266fc2ed-3807-4c7d-8f60-d5f3ae3c0b34" providerId="ADAL" clId="{9EED055C-8353-4CBF-86CF-4D964A5460F8}" dt="2025-09-11T06:12:44.621" v="137" actId="47"/>
        <pc:sldMkLst>
          <pc:docMk/>
          <pc:sldMk cId="21790177" sldId="267"/>
        </pc:sldMkLst>
      </pc:sldChg>
      <pc:sldChg chg="add del">
        <pc:chgData name="Weisstanner David" userId="266fc2ed-3807-4c7d-8f60-d5f3ae3c0b34" providerId="ADAL" clId="{9EED055C-8353-4CBF-86CF-4D964A5460F8}" dt="2025-09-11T06:12:44.621" v="137" actId="47"/>
        <pc:sldMkLst>
          <pc:docMk/>
          <pc:sldMk cId="2610974536" sldId="268"/>
        </pc:sldMkLst>
      </pc:sldChg>
      <pc:sldChg chg="add del">
        <pc:chgData name="Weisstanner David" userId="266fc2ed-3807-4c7d-8f60-d5f3ae3c0b34" providerId="ADAL" clId="{9EED055C-8353-4CBF-86CF-4D964A5460F8}" dt="2025-09-11T06:12:44.621" v="137" actId="47"/>
        <pc:sldMkLst>
          <pc:docMk/>
          <pc:sldMk cId="4072972165" sldId="269"/>
        </pc:sldMkLst>
      </pc:sldChg>
      <pc:sldChg chg="add del">
        <pc:chgData name="Weisstanner David" userId="266fc2ed-3807-4c7d-8f60-d5f3ae3c0b34" providerId="ADAL" clId="{9EED055C-8353-4CBF-86CF-4D964A5460F8}" dt="2025-09-11T06:12:44.621" v="137" actId="47"/>
        <pc:sldMkLst>
          <pc:docMk/>
          <pc:sldMk cId="1436464042" sldId="270"/>
        </pc:sldMkLst>
      </pc:sldChg>
      <pc:sldChg chg="add del">
        <pc:chgData name="Weisstanner David" userId="266fc2ed-3807-4c7d-8f60-d5f3ae3c0b34" providerId="ADAL" clId="{9EED055C-8353-4CBF-86CF-4D964A5460F8}" dt="2025-09-11T06:12:44.621" v="137" actId="47"/>
        <pc:sldMkLst>
          <pc:docMk/>
          <pc:sldMk cId="1729215867" sldId="271"/>
        </pc:sldMkLst>
      </pc:sldChg>
      <pc:sldChg chg="add del">
        <pc:chgData name="Weisstanner David" userId="266fc2ed-3807-4c7d-8f60-d5f3ae3c0b34" providerId="ADAL" clId="{9EED055C-8353-4CBF-86CF-4D964A5460F8}" dt="2025-09-11T06:12:44.621" v="137" actId="47"/>
        <pc:sldMkLst>
          <pc:docMk/>
          <pc:sldMk cId="3104759892" sldId="272"/>
        </pc:sldMkLst>
      </pc:sldChg>
      <pc:sldChg chg="add del">
        <pc:chgData name="Weisstanner David" userId="266fc2ed-3807-4c7d-8f60-d5f3ae3c0b34" providerId="ADAL" clId="{9EED055C-8353-4CBF-86CF-4D964A5460F8}" dt="2025-09-11T06:12:44.621" v="137" actId="47"/>
        <pc:sldMkLst>
          <pc:docMk/>
          <pc:sldMk cId="2824322613" sldId="273"/>
        </pc:sldMkLst>
      </pc:sldChg>
      <pc:sldChg chg="add del">
        <pc:chgData name="Weisstanner David" userId="266fc2ed-3807-4c7d-8f60-d5f3ae3c0b34" providerId="ADAL" clId="{9EED055C-8353-4CBF-86CF-4D964A5460F8}" dt="2025-09-11T06:12:44.621" v="137" actId="47"/>
        <pc:sldMkLst>
          <pc:docMk/>
          <pc:sldMk cId="3806832300" sldId="274"/>
        </pc:sldMkLst>
      </pc:sldChg>
      <pc:sldChg chg="add del">
        <pc:chgData name="Weisstanner David" userId="266fc2ed-3807-4c7d-8f60-d5f3ae3c0b34" providerId="ADAL" clId="{9EED055C-8353-4CBF-86CF-4D964A5460F8}" dt="2025-09-11T06:12:44.621" v="137" actId="47"/>
        <pc:sldMkLst>
          <pc:docMk/>
          <pc:sldMk cId="3690208032" sldId="275"/>
        </pc:sldMkLst>
      </pc:sldChg>
      <pc:sldChg chg="modSp mod">
        <pc:chgData name="Weisstanner David" userId="266fc2ed-3807-4c7d-8f60-d5f3ae3c0b34" providerId="ADAL" clId="{9EED055C-8353-4CBF-86CF-4D964A5460F8}" dt="2025-09-11T06:24:46.499" v="271" actId="1036"/>
        <pc:sldMkLst>
          <pc:docMk/>
          <pc:sldMk cId="1424290438" sldId="277"/>
        </pc:sldMkLst>
      </pc:sldChg>
      <pc:sldChg chg="addSp delSp modSp new mod modNotesTx">
        <pc:chgData name="Weisstanner David" userId="266fc2ed-3807-4c7d-8f60-d5f3ae3c0b34" providerId="ADAL" clId="{9EED055C-8353-4CBF-86CF-4D964A5460F8}" dt="2025-09-15T06:31:35.773" v="4417" actId="20577"/>
        <pc:sldMkLst>
          <pc:docMk/>
          <pc:sldMk cId="187082231" sldId="278"/>
        </pc:sldMkLst>
      </pc:sldChg>
      <pc:sldChg chg="addSp delSp modSp new mod modAnim modNotesTx">
        <pc:chgData name="Weisstanner David" userId="266fc2ed-3807-4c7d-8f60-d5f3ae3c0b34" providerId="ADAL" clId="{9EED055C-8353-4CBF-86CF-4D964A5460F8}" dt="2025-09-15T07:16:30.335" v="4487" actId="20577"/>
        <pc:sldMkLst>
          <pc:docMk/>
          <pc:sldMk cId="112081383" sldId="279"/>
        </pc:sldMkLst>
      </pc:sldChg>
      <pc:sldChg chg="addSp delSp modSp new mod">
        <pc:chgData name="Weisstanner David" userId="266fc2ed-3807-4c7d-8f60-d5f3ae3c0b34" providerId="ADAL" clId="{9EED055C-8353-4CBF-86CF-4D964A5460F8}" dt="2025-09-11T06:16:34.971" v="191" actId="1076"/>
        <pc:sldMkLst>
          <pc:docMk/>
          <pc:sldMk cId="3589010241" sldId="280"/>
        </pc:sldMkLst>
      </pc:sldChg>
      <pc:sldChg chg="modSp add mod">
        <pc:chgData name="Weisstanner David" userId="266fc2ed-3807-4c7d-8f60-d5f3ae3c0b34" providerId="ADAL" clId="{9EED055C-8353-4CBF-86CF-4D964A5460F8}" dt="2025-09-15T06:33:11.775" v="4446" actId="1076"/>
        <pc:sldMkLst>
          <pc:docMk/>
          <pc:sldMk cId="3684295204" sldId="295"/>
        </pc:sldMkLst>
      </pc:sldChg>
      <pc:sldChg chg="new del">
        <pc:chgData name="Weisstanner David" userId="266fc2ed-3807-4c7d-8f60-d5f3ae3c0b34" providerId="ADAL" clId="{9EED055C-8353-4CBF-86CF-4D964A5460F8}" dt="2025-09-11T06:18:25.567" v="204" actId="47"/>
        <pc:sldMkLst>
          <pc:docMk/>
          <pc:sldMk cId="1938818063" sldId="296"/>
        </pc:sldMkLst>
      </pc:sldChg>
      <pc:sldChg chg="addSp delSp modSp new mod ord modAnim">
        <pc:chgData name="Weisstanner David" userId="266fc2ed-3807-4c7d-8f60-d5f3ae3c0b34" providerId="ADAL" clId="{9EED055C-8353-4CBF-86CF-4D964A5460F8}" dt="2025-09-11T06:24:22.505" v="235" actId="1076"/>
        <pc:sldMkLst>
          <pc:docMk/>
          <pc:sldMk cId="3102147979" sldId="296"/>
        </pc:sldMkLst>
      </pc:sldChg>
      <pc:sldChg chg="modSp new mod">
        <pc:chgData name="Weisstanner David" userId="266fc2ed-3807-4c7d-8f60-d5f3ae3c0b34" providerId="ADAL" clId="{9EED055C-8353-4CBF-86CF-4D964A5460F8}" dt="2025-09-15T06:26:35.974" v="4374" actId="20577"/>
        <pc:sldMkLst>
          <pc:docMk/>
          <pc:sldMk cId="2156680626" sldId="297"/>
        </pc:sldMkLst>
      </pc:sldChg>
      <pc:sldChg chg="addSp delSp modSp new mod">
        <pc:chgData name="Weisstanner David" userId="266fc2ed-3807-4c7d-8f60-d5f3ae3c0b34" providerId="ADAL" clId="{9EED055C-8353-4CBF-86CF-4D964A5460F8}" dt="2025-09-15T06:45:53.333" v="4461" actId="14100"/>
        <pc:sldMkLst>
          <pc:docMk/>
          <pc:sldMk cId="3452388766" sldId="298"/>
        </pc:sldMkLst>
      </pc:sldChg>
      <pc:sldChg chg="modSp new mod">
        <pc:chgData name="Weisstanner David" userId="266fc2ed-3807-4c7d-8f60-d5f3ae3c0b34" providerId="ADAL" clId="{9EED055C-8353-4CBF-86CF-4D964A5460F8}" dt="2025-09-15T06:24:01.449" v="4309" actId="20577"/>
        <pc:sldMkLst>
          <pc:docMk/>
          <pc:sldMk cId="98097835" sldId="299"/>
        </pc:sldMkLst>
      </pc:sldChg>
      <pc:sldChg chg="modSp new mod">
        <pc:chgData name="Weisstanner David" userId="266fc2ed-3807-4c7d-8f60-d5f3ae3c0b34" providerId="ADAL" clId="{9EED055C-8353-4CBF-86CF-4D964A5460F8}" dt="2025-09-11T16:28:47.584" v="1969" actId="114"/>
        <pc:sldMkLst>
          <pc:docMk/>
          <pc:sldMk cId="2241017088" sldId="300"/>
        </pc:sldMkLst>
      </pc:sldChg>
      <pc:sldChg chg="modSp new mod">
        <pc:chgData name="Weisstanner David" userId="266fc2ed-3807-4c7d-8f60-d5f3ae3c0b34" providerId="ADAL" clId="{9EED055C-8353-4CBF-86CF-4D964A5460F8}" dt="2025-09-11T16:36:36.088" v="2303" actId="403"/>
        <pc:sldMkLst>
          <pc:docMk/>
          <pc:sldMk cId="2804984741" sldId="301"/>
        </pc:sldMkLst>
      </pc:sldChg>
      <pc:sldChg chg="modSp new del mod">
        <pc:chgData name="Weisstanner David" userId="266fc2ed-3807-4c7d-8f60-d5f3ae3c0b34" providerId="ADAL" clId="{9EED055C-8353-4CBF-86CF-4D964A5460F8}" dt="2025-09-11T17:14:27.540" v="3835" actId="47"/>
        <pc:sldMkLst>
          <pc:docMk/>
          <pc:sldMk cId="1045832892" sldId="302"/>
        </pc:sldMkLst>
      </pc:sldChg>
      <pc:sldChg chg="addSp delSp modSp new mod ord">
        <pc:chgData name="Weisstanner David" userId="266fc2ed-3807-4c7d-8f60-d5f3ae3c0b34" providerId="ADAL" clId="{9EED055C-8353-4CBF-86CF-4D964A5460F8}" dt="2025-09-11T17:18:22.130" v="3984"/>
        <pc:sldMkLst>
          <pc:docMk/>
          <pc:sldMk cId="188353939" sldId="303"/>
        </pc:sldMkLst>
      </pc:sldChg>
      <pc:sldChg chg="modSp add del mod">
        <pc:chgData name="Weisstanner David" userId="266fc2ed-3807-4c7d-8f60-d5f3ae3c0b34" providerId="ADAL" clId="{9EED055C-8353-4CBF-86CF-4D964A5460F8}" dt="2025-09-11T17:15:57.546" v="3957" actId="20577"/>
        <pc:sldMkLst>
          <pc:docMk/>
          <pc:sldMk cId="3616214729" sldId="304"/>
        </pc:sldMkLst>
      </pc:sldChg>
      <pc:sldChg chg="modSp add mod">
        <pc:chgData name="Weisstanner David" userId="266fc2ed-3807-4c7d-8f60-d5f3ae3c0b34" providerId="ADAL" clId="{9EED055C-8353-4CBF-86CF-4D964A5460F8}" dt="2025-09-11T17:15:19.123" v="3907" actId="20577"/>
        <pc:sldMkLst>
          <pc:docMk/>
          <pc:sldMk cId="1790976906" sldId="305"/>
        </pc:sldMkLst>
      </pc:sldChg>
      <pc:sldChg chg="modSp new mod">
        <pc:chgData name="Weisstanner David" userId="266fc2ed-3807-4c7d-8f60-d5f3ae3c0b34" providerId="ADAL" clId="{9EED055C-8353-4CBF-86CF-4D964A5460F8}" dt="2025-09-11T17:27:01.631" v="4158" actId="2711"/>
        <pc:sldMkLst>
          <pc:docMk/>
          <pc:sldMk cId="3507746981" sldId="306"/>
        </pc:sldMkLst>
        <pc:spChg chg="mod">
          <ac:chgData name="Weisstanner David" userId="266fc2ed-3807-4c7d-8f60-d5f3ae3c0b34" providerId="ADAL" clId="{9EED055C-8353-4CBF-86CF-4D964A5460F8}" dt="2025-09-11T17:16:55.524" v="3975" actId="20577"/>
          <ac:spMkLst>
            <pc:docMk/>
            <pc:sldMk cId="3507746981" sldId="306"/>
            <ac:spMk id="2" creationId="{EFB5E6B2-79C6-8921-4E1E-DB50CF512C41}"/>
          </ac:spMkLst>
        </pc:spChg>
        <pc:spChg chg="mod">
          <ac:chgData name="Weisstanner David" userId="266fc2ed-3807-4c7d-8f60-d5f3ae3c0b34" providerId="ADAL" clId="{9EED055C-8353-4CBF-86CF-4D964A5460F8}" dt="2025-09-11T17:27:01.631" v="4158" actId="2711"/>
          <ac:spMkLst>
            <pc:docMk/>
            <pc:sldMk cId="3507746981" sldId="306"/>
            <ac:spMk id="4" creationId="{E46C947E-F350-568D-D0AA-539392C2712E}"/>
          </ac:spMkLst>
        </pc:spChg>
      </pc:sldChg>
      <pc:sldChg chg="addSp delSp modSp new mod">
        <pc:chgData name="Weisstanner David" userId="266fc2ed-3807-4c7d-8f60-d5f3ae3c0b34" providerId="ADAL" clId="{9EED055C-8353-4CBF-86CF-4D964A5460F8}" dt="2025-09-11T17:25:27.235" v="4157" actId="1038"/>
        <pc:sldMkLst>
          <pc:docMk/>
          <pc:sldMk cId="3075362978" sldId="307"/>
        </pc:sldMkLst>
      </pc:sldChg>
      <pc:sldChg chg="addSp delSp modSp new mod">
        <pc:chgData name="Weisstanner David" userId="266fc2ed-3807-4c7d-8f60-d5f3ae3c0b34" providerId="ADAL" clId="{9EED055C-8353-4CBF-86CF-4D964A5460F8}" dt="2025-09-15T06:19:30.286" v="4235" actId="1076"/>
        <pc:sldMkLst>
          <pc:docMk/>
          <pc:sldMk cId="2694168819" sldId="308"/>
        </pc:sldMkLst>
      </pc:sldChg>
      <pc:sldChg chg="addSp delSp modSp new mod">
        <pc:chgData name="Weisstanner David" userId="266fc2ed-3807-4c7d-8f60-d5f3ae3c0b34" providerId="ADAL" clId="{9EED055C-8353-4CBF-86CF-4D964A5460F8}" dt="2025-09-15T06:23:01.462" v="4264" actId="14100"/>
        <pc:sldMkLst>
          <pc:docMk/>
          <pc:sldMk cId="2223797282" sldId="309"/>
        </pc:sldMkLst>
      </pc:sldChg>
    </pc:docChg>
  </pc:docChgLst>
  <pc:docChgLst>
    <pc:chgData name="Weisstanner David" userId="266fc2ed-3807-4c7d-8f60-d5f3ae3c0b34" providerId="ADAL" clId="{55B42AAE-C8B6-4A79-989A-EB9D9D13F826}"/>
    <pc:docChg chg="undo custSel addSld delSld modSld sldOrd">
      <pc:chgData name="Weisstanner David" userId="266fc2ed-3807-4c7d-8f60-d5f3ae3c0b34" providerId="ADAL" clId="{55B42AAE-C8B6-4A79-989A-EB9D9D13F826}" dt="2025-09-11T06:03:57.567" v="2799" actId="2711"/>
      <pc:docMkLst>
        <pc:docMk/>
      </pc:docMkLst>
      <pc:sldChg chg="addSp delSp modSp mod modNotesTx">
        <pc:chgData name="Weisstanner David" userId="266fc2ed-3807-4c7d-8f60-d5f3ae3c0b34" providerId="ADAL" clId="{55B42AAE-C8B6-4A79-989A-EB9D9D13F826}" dt="2025-09-11T04:56:22.537" v="815" actId="20577"/>
        <pc:sldMkLst>
          <pc:docMk/>
          <pc:sldMk cId="880537261" sldId="256"/>
        </pc:sldMkLst>
        <pc:spChg chg="add mod">
          <ac:chgData name="Weisstanner David" userId="266fc2ed-3807-4c7d-8f60-d5f3ae3c0b34" providerId="ADAL" clId="{55B42AAE-C8B6-4A79-989A-EB9D9D13F826}" dt="2025-09-11T04:37:18.427" v="329" actId="1076"/>
          <ac:spMkLst>
            <pc:docMk/>
            <pc:sldMk cId="880537261" sldId="256"/>
            <ac:spMk id="3" creationId="{1C813FDB-2757-6E2D-8B33-097B6E97B20B}"/>
          </ac:spMkLst>
        </pc:spChg>
      </pc:sldChg>
      <pc:sldChg chg="addSp delSp modSp new mod">
        <pc:chgData name="Weisstanner David" userId="266fc2ed-3807-4c7d-8f60-d5f3ae3c0b34" providerId="ADAL" clId="{55B42AAE-C8B6-4A79-989A-EB9D9D13F826}" dt="2025-09-11T04:29:53.952" v="130" actId="20577"/>
        <pc:sldMkLst>
          <pc:docMk/>
          <pc:sldMk cId="934482911" sldId="257"/>
        </pc:sldMkLst>
      </pc:sldChg>
      <pc:sldChg chg="del">
        <pc:chgData name="Weisstanner David" userId="266fc2ed-3807-4c7d-8f60-d5f3ae3c0b34" providerId="ADAL" clId="{55B42AAE-C8B6-4A79-989A-EB9D9D13F826}" dt="2025-09-11T04:05:30.942" v="1" actId="47"/>
        <pc:sldMkLst>
          <pc:docMk/>
          <pc:sldMk cId="970384432" sldId="258"/>
        </pc:sldMkLst>
      </pc:sldChg>
      <pc:sldChg chg="addSp modSp new mod">
        <pc:chgData name="Weisstanner David" userId="266fc2ed-3807-4c7d-8f60-d5f3ae3c0b34" providerId="ADAL" clId="{55B42AAE-C8B6-4A79-989A-EB9D9D13F826}" dt="2025-09-11T06:03:57.567" v="2799" actId="2711"/>
        <pc:sldMkLst>
          <pc:docMk/>
          <pc:sldMk cId="1219156501" sldId="258"/>
        </pc:sldMkLst>
      </pc:sldChg>
      <pc:sldChg chg="addSp delSp modSp new mod ord">
        <pc:chgData name="Weisstanner David" userId="266fc2ed-3807-4c7d-8f60-d5f3ae3c0b34" providerId="ADAL" clId="{55B42AAE-C8B6-4A79-989A-EB9D9D13F826}" dt="2025-09-11T06:02:38.247" v="2739"/>
        <pc:sldMkLst>
          <pc:docMk/>
          <pc:sldMk cId="459699967" sldId="259"/>
        </pc:sldMkLst>
      </pc:sldChg>
      <pc:sldChg chg="del ord">
        <pc:chgData name="Weisstanner David" userId="266fc2ed-3807-4c7d-8f60-d5f3ae3c0b34" providerId="ADAL" clId="{55B42AAE-C8B6-4A79-989A-EB9D9D13F826}" dt="2025-09-11T04:05:30.942" v="1" actId="47"/>
        <pc:sldMkLst>
          <pc:docMk/>
          <pc:sldMk cId="1488249943" sldId="259"/>
        </pc:sldMkLst>
      </pc:sldChg>
      <pc:sldChg chg="modSp new mod">
        <pc:chgData name="Weisstanner David" userId="266fc2ed-3807-4c7d-8f60-d5f3ae3c0b34" providerId="ADAL" clId="{55B42AAE-C8B6-4A79-989A-EB9D9D13F826}" dt="2025-09-11T04:49:47.342" v="605" actId="2711"/>
        <pc:sldMkLst>
          <pc:docMk/>
          <pc:sldMk cId="2982607398" sldId="260"/>
        </pc:sldMkLst>
      </pc:sldChg>
      <pc:sldChg chg="addSp modSp new mod">
        <pc:chgData name="Weisstanner David" userId="266fc2ed-3807-4c7d-8f60-d5f3ae3c0b34" providerId="ADAL" clId="{55B42AAE-C8B6-4A79-989A-EB9D9D13F826}" dt="2025-09-11T04:54:10.149" v="771" actId="1076"/>
        <pc:sldMkLst>
          <pc:docMk/>
          <pc:sldMk cId="1348760638" sldId="261"/>
        </pc:sldMkLst>
      </pc:sldChg>
      <pc:sldChg chg="del">
        <pc:chgData name="Weisstanner David" userId="266fc2ed-3807-4c7d-8f60-d5f3ae3c0b34" providerId="ADAL" clId="{55B42AAE-C8B6-4A79-989A-EB9D9D13F826}" dt="2025-09-11T04:05:30.942" v="1" actId="47"/>
        <pc:sldMkLst>
          <pc:docMk/>
          <pc:sldMk cId="1692953889" sldId="262"/>
        </pc:sldMkLst>
      </pc:sldChg>
      <pc:sldChg chg="modSp new mod">
        <pc:chgData name="Weisstanner David" userId="266fc2ed-3807-4c7d-8f60-d5f3ae3c0b34" providerId="ADAL" clId="{55B42AAE-C8B6-4A79-989A-EB9D9D13F826}" dt="2025-09-11T05:02:19.545" v="1210" actId="20577"/>
        <pc:sldMkLst>
          <pc:docMk/>
          <pc:sldMk cId="2149539497" sldId="262"/>
        </pc:sldMkLst>
      </pc:sldChg>
      <pc:sldChg chg="modSp new mod">
        <pc:chgData name="Weisstanner David" userId="266fc2ed-3807-4c7d-8f60-d5f3ae3c0b34" providerId="ADAL" clId="{55B42AAE-C8B6-4A79-989A-EB9D9D13F826}" dt="2025-09-11T05:01:43.832" v="1209" actId="20577"/>
        <pc:sldMkLst>
          <pc:docMk/>
          <pc:sldMk cId="1212205180" sldId="263"/>
        </pc:sldMkLst>
      </pc:sldChg>
      <pc:sldChg chg="modSp new mod">
        <pc:chgData name="Weisstanner David" userId="266fc2ed-3807-4c7d-8f60-d5f3ae3c0b34" providerId="ADAL" clId="{55B42AAE-C8B6-4A79-989A-EB9D9D13F826}" dt="2025-09-11T05:01:41.139" v="1208" actId="20577"/>
        <pc:sldMkLst>
          <pc:docMk/>
          <pc:sldMk cId="907992443" sldId="264"/>
        </pc:sldMkLst>
      </pc:sldChg>
      <pc:sldChg chg="del">
        <pc:chgData name="Weisstanner David" userId="266fc2ed-3807-4c7d-8f60-d5f3ae3c0b34" providerId="ADAL" clId="{55B42AAE-C8B6-4A79-989A-EB9D9D13F826}" dt="2025-09-11T04:05:30.942" v="1" actId="47"/>
        <pc:sldMkLst>
          <pc:docMk/>
          <pc:sldMk cId="3876407365" sldId="264"/>
        </pc:sldMkLst>
      </pc:sldChg>
      <pc:sldChg chg="del">
        <pc:chgData name="Weisstanner David" userId="266fc2ed-3807-4c7d-8f60-d5f3ae3c0b34" providerId="ADAL" clId="{55B42AAE-C8B6-4A79-989A-EB9D9D13F826}" dt="2025-09-11T04:05:30.942" v="1" actId="47"/>
        <pc:sldMkLst>
          <pc:docMk/>
          <pc:sldMk cId="2191247562" sldId="265"/>
        </pc:sldMkLst>
      </pc:sldChg>
      <pc:sldChg chg="modSp new mod">
        <pc:chgData name="Weisstanner David" userId="266fc2ed-3807-4c7d-8f60-d5f3ae3c0b34" providerId="ADAL" clId="{55B42AAE-C8B6-4A79-989A-EB9D9D13F826}" dt="2025-09-11T05:52:18.156" v="2728" actId="114"/>
        <pc:sldMkLst>
          <pc:docMk/>
          <pc:sldMk cId="2824780760" sldId="265"/>
        </pc:sldMkLst>
      </pc:sldChg>
      <pc:sldChg chg="modSp new mod">
        <pc:chgData name="Weisstanner David" userId="266fc2ed-3807-4c7d-8f60-d5f3ae3c0b34" providerId="ADAL" clId="{55B42AAE-C8B6-4A79-989A-EB9D9D13F826}" dt="2025-09-11T05:01:35.115" v="1206" actId="20577"/>
        <pc:sldMkLst>
          <pc:docMk/>
          <pc:sldMk cId="81735430" sldId="266"/>
        </pc:sldMkLst>
      </pc:sldChg>
      <pc:sldChg chg="modSp new mod">
        <pc:chgData name="Weisstanner David" userId="266fc2ed-3807-4c7d-8f60-d5f3ae3c0b34" providerId="ADAL" clId="{55B42AAE-C8B6-4A79-989A-EB9D9D13F826}" dt="2025-09-11T05:01:31.672" v="1205" actId="20577"/>
        <pc:sldMkLst>
          <pc:docMk/>
          <pc:sldMk cId="21790177" sldId="267"/>
        </pc:sldMkLst>
      </pc:sldChg>
      <pc:sldChg chg="modSp new mod">
        <pc:chgData name="Weisstanner David" userId="266fc2ed-3807-4c7d-8f60-d5f3ae3c0b34" providerId="ADAL" clId="{55B42AAE-C8B6-4A79-989A-EB9D9D13F826}" dt="2025-09-11T05:10:59.389" v="1235" actId="20577"/>
        <pc:sldMkLst>
          <pc:docMk/>
          <pc:sldMk cId="2610974536" sldId="268"/>
        </pc:sldMkLst>
      </pc:sldChg>
      <pc:sldChg chg="modSp new mod">
        <pc:chgData name="Weisstanner David" userId="266fc2ed-3807-4c7d-8f60-d5f3ae3c0b34" providerId="ADAL" clId="{55B42AAE-C8B6-4A79-989A-EB9D9D13F826}" dt="2025-09-11T05:11:50.618" v="1296" actId="6549"/>
        <pc:sldMkLst>
          <pc:docMk/>
          <pc:sldMk cId="4072972165" sldId="269"/>
        </pc:sldMkLst>
      </pc:sldChg>
      <pc:sldChg chg="modSp new mod">
        <pc:chgData name="Weisstanner David" userId="266fc2ed-3807-4c7d-8f60-d5f3ae3c0b34" providerId="ADAL" clId="{55B42AAE-C8B6-4A79-989A-EB9D9D13F826}" dt="2025-09-11T05:12:25.823" v="1335"/>
        <pc:sldMkLst>
          <pc:docMk/>
          <pc:sldMk cId="1436464042" sldId="270"/>
        </pc:sldMkLst>
      </pc:sldChg>
      <pc:sldChg chg="modSp new mod">
        <pc:chgData name="Weisstanner David" userId="266fc2ed-3807-4c7d-8f60-d5f3ae3c0b34" providerId="ADAL" clId="{55B42AAE-C8B6-4A79-989A-EB9D9D13F826}" dt="2025-09-11T05:29:26.063" v="2311" actId="20577"/>
        <pc:sldMkLst>
          <pc:docMk/>
          <pc:sldMk cId="1729215867" sldId="271"/>
        </pc:sldMkLst>
      </pc:sldChg>
      <pc:sldChg chg="del">
        <pc:chgData name="Weisstanner David" userId="266fc2ed-3807-4c7d-8f60-d5f3ae3c0b34" providerId="ADAL" clId="{55B42AAE-C8B6-4A79-989A-EB9D9D13F826}" dt="2025-09-11T04:05:30.942" v="1" actId="47"/>
        <pc:sldMkLst>
          <pc:docMk/>
          <pc:sldMk cId="4144678175" sldId="271"/>
        </pc:sldMkLst>
      </pc:sldChg>
      <pc:sldChg chg="modSp new mod">
        <pc:chgData name="Weisstanner David" userId="266fc2ed-3807-4c7d-8f60-d5f3ae3c0b34" providerId="ADAL" clId="{55B42AAE-C8B6-4A79-989A-EB9D9D13F826}" dt="2025-09-11T05:53:39.404" v="2737" actId="20577"/>
        <pc:sldMkLst>
          <pc:docMk/>
          <pc:sldMk cId="3104759892" sldId="272"/>
        </pc:sldMkLst>
      </pc:sldChg>
      <pc:sldChg chg="del">
        <pc:chgData name="Weisstanner David" userId="266fc2ed-3807-4c7d-8f60-d5f3ae3c0b34" providerId="ADAL" clId="{55B42AAE-C8B6-4A79-989A-EB9D9D13F826}" dt="2025-09-11T04:05:30.942" v="1" actId="47"/>
        <pc:sldMkLst>
          <pc:docMk/>
          <pc:sldMk cId="3245349215" sldId="272"/>
        </pc:sldMkLst>
      </pc:sldChg>
      <pc:sldChg chg="modSp new mod">
        <pc:chgData name="Weisstanner David" userId="266fc2ed-3807-4c7d-8f60-d5f3ae3c0b34" providerId="ADAL" clId="{55B42AAE-C8B6-4A79-989A-EB9D9D13F826}" dt="2025-09-11T05:34:13.989" v="2394" actId="2711"/>
        <pc:sldMkLst>
          <pc:docMk/>
          <pc:sldMk cId="2824322613" sldId="273"/>
        </pc:sldMkLst>
      </pc:sldChg>
      <pc:sldChg chg="del">
        <pc:chgData name="Weisstanner David" userId="266fc2ed-3807-4c7d-8f60-d5f3ae3c0b34" providerId="ADAL" clId="{55B42AAE-C8B6-4A79-989A-EB9D9D13F826}" dt="2025-09-11T04:05:30.942" v="1" actId="47"/>
        <pc:sldMkLst>
          <pc:docMk/>
          <pc:sldMk cId="3506141118" sldId="273"/>
        </pc:sldMkLst>
      </pc:sldChg>
      <pc:sldChg chg="modSp new mod">
        <pc:chgData name="Weisstanner David" userId="266fc2ed-3807-4c7d-8f60-d5f3ae3c0b34" providerId="ADAL" clId="{55B42AAE-C8B6-4A79-989A-EB9D9D13F826}" dt="2025-09-11T05:38:06.578" v="2536" actId="2711"/>
        <pc:sldMkLst>
          <pc:docMk/>
          <pc:sldMk cId="3806832300" sldId="274"/>
        </pc:sldMkLst>
      </pc:sldChg>
      <pc:sldChg chg="del">
        <pc:chgData name="Weisstanner David" userId="266fc2ed-3807-4c7d-8f60-d5f3ae3c0b34" providerId="ADAL" clId="{55B42AAE-C8B6-4A79-989A-EB9D9D13F826}" dt="2025-09-11T04:05:30.942" v="1" actId="47"/>
        <pc:sldMkLst>
          <pc:docMk/>
          <pc:sldMk cId="3938733958" sldId="274"/>
        </pc:sldMkLst>
      </pc:sldChg>
      <pc:sldChg chg="modSp new mod">
        <pc:chgData name="Weisstanner David" userId="266fc2ed-3807-4c7d-8f60-d5f3ae3c0b34" providerId="ADAL" clId="{55B42AAE-C8B6-4A79-989A-EB9D9D13F826}" dt="2025-09-11T05:39:49.800" v="2632" actId="20577"/>
        <pc:sldMkLst>
          <pc:docMk/>
          <pc:sldMk cId="3690208032" sldId="275"/>
        </pc:sldMkLst>
      </pc:sldChg>
      <pc:sldChg chg="del">
        <pc:chgData name="Weisstanner David" userId="266fc2ed-3807-4c7d-8f60-d5f3ae3c0b34" providerId="ADAL" clId="{55B42AAE-C8B6-4A79-989A-EB9D9D13F826}" dt="2025-09-11T04:05:30.942" v="1" actId="47"/>
        <pc:sldMkLst>
          <pc:docMk/>
          <pc:sldMk cId="3972878886" sldId="275"/>
        </pc:sldMkLst>
      </pc:sldChg>
      <pc:sldChg chg="del">
        <pc:chgData name="Weisstanner David" userId="266fc2ed-3807-4c7d-8f60-d5f3ae3c0b34" providerId="ADAL" clId="{55B42AAE-C8B6-4A79-989A-EB9D9D13F826}" dt="2025-09-11T04:05:30.942" v="1" actId="47"/>
        <pc:sldMkLst>
          <pc:docMk/>
          <pc:sldMk cId="754703260" sldId="276"/>
        </pc:sldMkLst>
      </pc:sldChg>
      <pc:sldChg chg="addSp delSp modSp new mod">
        <pc:chgData name="Weisstanner David" userId="266fc2ed-3807-4c7d-8f60-d5f3ae3c0b34" providerId="ADAL" clId="{55B42AAE-C8B6-4A79-989A-EB9D9D13F826}" dt="2025-09-11T05:40:29.515" v="2659" actId="1076"/>
        <pc:sldMkLst>
          <pc:docMk/>
          <pc:sldMk cId="1794439520" sldId="276"/>
        </pc:sldMkLst>
      </pc:sldChg>
      <pc:sldChg chg="del">
        <pc:chgData name="Weisstanner David" userId="266fc2ed-3807-4c7d-8f60-d5f3ae3c0b34" providerId="ADAL" clId="{55B42AAE-C8B6-4A79-989A-EB9D9D13F826}" dt="2025-09-11T04:05:30.942" v="1" actId="47"/>
        <pc:sldMkLst>
          <pc:docMk/>
          <pc:sldMk cId="912719754" sldId="277"/>
        </pc:sldMkLst>
      </pc:sldChg>
      <pc:sldChg chg="modSp new mod">
        <pc:chgData name="Weisstanner David" userId="266fc2ed-3807-4c7d-8f60-d5f3ae3c0b34" providerId="ADAL" clId="{55B42AAE-C8B6-4A79-989A-EB9D9D13F826}" dt="2025-09-11T05:40:59.119" v="2725" actId="20577"/>
        <pc:sldMkLst>
          <pc:docMk/>
          <pc:sldMk cId="1424290438" sldId="277"/>
        </pc:sldMkLst>
      </pc:sldChg>
      <pc:sldChg chg="del">
        <pc:chgData name="Weisstanner David" userId="266fc2ed-3807-4c7d-8f60-d5f3ae3c0b34" providerId="ADAL" clId="{55B42AAE-C8B6-4A79-989A-EB9D9D13F826}" dt="2025-09-11T04:05:30.942" v="1" actId="47"/>
        <pc:sldMkLst>
          <pc:docMk/>
          <pc:sldMk cId="2876228868" sldId="278"/>
        </pc:sldMkLst>
      </pc:sldChg>
      <pc:sldChg chg="del">
        <pc:chgData name="Weisstanner David" userId="266fc2ed-3807-4c7d-8f60-d5f3ae3c0b34" providerId="ADAL" clId="{55B42AAE-C8B6-4A79-989A-EB9D9D13F826}" dt="2025-09-11T04:05:30.942" v="1" actId="47"/>
        <pc:sldMkLst>
          <pc:docMk/>
          <pc:sldMk cId="223158763" sldId="279"/>
        </pc:sldMkLst>
      </pc:sldChg>
      <pc:sldChg chg="del">
        <pc:chgData name="Weisstanner David" userId="266fc2ed-3807-4c7d-8f60-d5f3ae3c0b34" providerId="ADAL" clId="{55B42AAE-C8B6-4A79-989A-EB9D9D13F826}" dt="2025-09-11T04:05:30.942" v="1" actId="47"/>
        <pc:sldMkLst>
          <pc:docMk/>
          <pc:sldMk cId="771370534" sldId="280"/>
        </pc:sldMkLst>
      </pc:sldChg>
      <pc:sldChg chg="del">
        <pc:chgData name="Weisstanner David" userId="266fc2ed-3807-4c7d-8f60-d5f3ae3c0b34" providerId="ADAL" clId="{55B42AAE-C8B6-4A79-989A-EB9D9D13F826}" dt="2025-09-11T04:05:30.942" v="1" actId="47"/>
        <pc:sldMkLst>
          <pc:docMk/>
          <pc:sldMk cId="137775816" sldId="281"/>
        </pc:sldMkLst>
      </pc:sldChg>
      <pc:sldChg chg="del">
        <pc:chgData name="Weisstanner David" userId="266fc2ed-3807-4c7d-8f60-d5f3ae3c0b34" providerId="ADAL" clId="{55B42AAE-C8B6-4A79-989A-EB9D9D13F826}" dt="2025-09-11T04:05:30.942" v="1" actId="47"/>
        <pc:sldMkLst>
          <pc:docMk/>
          <pc:sldMk cId="1191379129" sldId="282"/>
        </pc:sldMkLst>
      </pc:sldChg>
      <pc:sldChg chg="del">
        <pc:chgData name="Weisstanner David" userId="266fc2ed-3807-4c7d-8f60-d5f3ae3c0b34" providerId="ADAL" clId="{55B42AAE-C8B6-4A79-989A-EB9D9D13F826}" dt="2025-09-11T04:05:30.942" v="1" actId="47"/>
        <pc:sldMkLst>
          <pc:docMk/>
          <pc:sldMk cId="2092543893" sldId="283"/>
        </pc:sldMkLst>
      </pc:sldChg>
      <pc:sldChg chg="del">
        <pc:chgData name="Weisstanner David" userId="266fc2ed-3807-4c7d-8f60-d5f3ae3c0b34" providerId="ADAL" clId="{55B42AAE-C8B6-4A79-989A-EB9D9D13F826}" dt="2025-09-11T04:05:30.942" v="1" actId="47"/>
        <pc:sldMkLst>
          <pc:docMk/>
          <pc:sldMk cId="3297458260" sldId="284"/>
        </pc:sldMkLst>
      </pc:sldChg>
      <pc:sldChg chg="del">
        <pc:chgData name="Weisstanner David" userId="266fc2ed-3807-4c7d-8f60-d5f3ae3c0b34" providerId="ADAL" clId="{55B42AAE-C8B6-4A79-989A-EB9D9D13F826}" dt="2025-09-11T04:05:30.942" v="1" actId="47"/>
        <pc:sldMkLst>
          <pc:docMk/>
          <pc:sldMk cId="281563074" sldId="285"/>
        </pc:sldMkLst>
      </pc:sldChg>
      <pc:sldChg chg="del">
        <pc:chgData name="Weisstanner David" userId="266fc2ed-3807-4c7d-8f60-d5f3ae3c0b34" providerId="ADAL" clId="{55B42AAE-C8B6-4A79-989A-EB9D9D13F826}" dt="2025-09-11T04:05:30.942" v="1" actId="47"/>
        <pc:sldMkLst>
          <pc:docMk/>
          <pc:sldMk cId="1484139678" sldId="286"/>
        </pc:sldMkLst>
      </pc:sldChg>
      <pc:sldChg chg="del">
        <pc:chgData name="Weisstanner David" userId="266fc2ed-3807-4c7d-8f60-d5f3ae3c0b34" providerId="ADAL" clId="{55B42AAE-C8B6-4A79-989A-EB9D9D13F826}" dt="2025-09-11T04:05:30.942" v="1" actId="47"/>
        <pc:sldMkLst>
          <pc:docMk/>
          <pc:sldMk cId="2111209255" sldId="287"/>
        </pc:sldMkLst>
      </pc:sldChg>
      <pc:sldChg chg="del">
        <pc:chgData name="Weisstanner David" userId="266fc2ed-3807-4c7d-8f60-d5f3ae3c0b34" providerId="ADAL" clId="{55B42AAE-C8B6-4A79-989A-EB9D9D13F826}" dt="2025-09-11T04:05:30.942" v="1" actId="47"/>
        <pc:sldMkLst>
          <pc:docMk/>
          <pc:sldMk cId="1616733149" sldId="288"/>
        </pc:sldMkLst>
      </pc:sldChg>
      <pc:sldChg chg="del">
        <pc:chgData name="Weisstanner David" userId="266fc2ed-3807-4c7d-8f60-d5f3ae3c0b34" providerId="ADAL" clId="{55B42AAE-C8B6-4A79-989A-EB9D9D13F826}" dt="2025-09-11T04:05:30.942" v="1" actId="47"/>
        <pc:sldMkLst>
          <pc:docMk/>
          <pc:sldMk cId="2120278309" sldId="290"/>
        </pc:sldMkLst>
      </pc:sldChg>
      <pc:sldChg chg="del">
        <pc:chgData name="Weisstanner David" userId="266fc2ed-3807-4c7d-8f60-d5f3ae3c0b34" providerId="ADAL" clId="{55B42AAE-C8B6-4A79-989A-EB9D9D13F826}" dt="2025-09-11T04:05:30.942" v="1" actId="47"/>
        <pc:sldMkLst>
          <pc:docMk/>
          <pc:sldMk cId="3189470991" sldId="291"/>
        </pc:sldMkLst>
      </pc:sldChg>
      <pc:sldChg chg="del">
        <pc:chgData name="Weisstanner David" userId="266fc2ed-3807-4c7d-8f60-d5f3ae3c0b34" providerId="ADAL" clId="{55B42AAE-C8B6-4A79-989A-EB9D9D13F826}" dt="2025-09-11T04:05:30.942" v="1" actId="47"/>
        <pc:sldMkLst>
          <pc:docMk/>
          <pc:sldMk cId="255795362" sldId="292"/>
        </pc:sldMkLst>
      </pc:sldChg>
      <pc:sldChg chg="del">
        <pc:chgData name="Weisstanner David" userId="266fc2ed-3807-4c7d-8f60-d5f3ae3c0b34" providerId="ADAL" clId="{55B42AAE-C8B6-4A79-989A-EB9D9D13F826}" dt="2025-09-11T04:05:30.942" v="1" actId="47"/>
        <pc:sldMkLst>
          <pc:docMk/>
          <pc:sldMk cId="2233372364" sldId="293"/>
        </pc:sldMkLst>
      </pc:sldChg>
      <pc:sldChg chg="del">
        <pc:chgData name="Weisstanner David" userId="266fc2ed-3807-4c7d-8f60-d5f3ae3c0b34" providerId="ADAL" clId="{55B42AAE-C8B6-4A79-989A-EB9D9D13F826}" dt="2025-09-11T04:05:30.942" v="1" actId="47"/>
        <pc:sldMkLst>
          <pc:docMk/>
          <pc:sldMk cId="431868970" sldId="295"/>
        </pc:sldMkLst>
      </pc:sldChg>
      <pc:sldChg chg="del">
        <pc:chgData name="Weisstanner David" userId="266fc2ed-3807-4c7d-8f60-d5f3ae3c0b34" providerId="ADAL" clId="{55B42AAE-C8B6-4A79-989A-EB9D9D13F826}" dt="2025-09-11T04:05:30.942" v="1" actId="47"/>
        <pc:sldMkLst>
          <pc:docMk/>
          <pc:sldMk cId="2544064566" sldId="296"/>
        </pc:sldMkLst>
      </pc:sldChg>
      <pc:sldChg chg="del">
        <pc:chgData name="Weisstanner David" userId="266fc2ed-3807-4c7d-8f60-d5f3ae3c0b34" providerId="ADAL" clId="{55B42AAE-C8B6-4A79-989A-EB9D9D13F826}" dt="2025-09-11T04:05:30.942" v="1" actId="47"/>
        <pc:sldMkLst>
          <pc:docMk/>
          <pc:sldMk cId="2004691297" sldId="297"/>
        </pc:sldMkLst>
      </pc:sldChg>
      <pc:sldChg chg="del">
        <pc:chgData name="Weisstanner David" userId="266fc2ed-3807-4c7d-8f60-d5f3ae3c0b34" providerId="ADAL" clId="{55B42AAE-C8B6-4A79-989A-EB9D9D13F826}" dt="2025-09-11T04:05:30.942" v="1" actId="47"/>
        <pc:sldMkLst>
          <pc:docMk/>
          <pc:sldMk cId="1768639292" sldId="298"/>
        </pc:sldMkLst>
      </pc:sldChg>
      <pc:sldChg chg="del">
        <pc:chgData name="Weisstanner David" userId="266fc2ed-3807-4c7d-8f60-d5f3ae3c0b34" providerId="ADAL" clId="{55B42AAE-C8B6-4A79-989A-EB9D9D13F826}" dt="2025-09-11T04:05:30.942" v="1" actId="47"/>
        <pc:sldMkLst>
          <pc:docMk/>
          <pc:sldMk cId="2107376754" sldId="299"/>
        </pc:sldMkLst>
      </pc:sldChg>
      <pc:sldChg chg="del">
        <pc:chgData name="Weisstanner David" userId="266fc2ed-3807-4c7d-8f60-d5f3ae3c0b34" providerId="ADAL" clId="{55B42AAE-C8B6-4A79-989A-EB9D9D13F826}" dt="2025-09-11T04:05:30.942" v="1" actId="47"/>
        <pc:sldMkLst>
          <pc:docMk/>
          <pc:sldMk cId="4109195929" sldId="300"/>
        </pc:sldMkLst>
      </pc:sldChg>
      <pc:sldChg chg="del">
        <pc:chgData name="Weisstanner David" userId="266fc2ed-3807-4c7d-8f60-d5f3ae3c0b34" providerId="ADAL" clId="{55B42AAE-C8B6-4A79-989A-EB9D9D13F826}" dt="2025-09-11T04:05:30.942" v="1" actId="47"/>
        <pc:sldMkLst>
          <pc:docMk/>
          <pc:sldMk cId="1955338161" sldId="301"/>
        </pc:sldMkLst>
      </pc:sldChg>
      <pc:sldChg chg="del">
        <pc:chgData name="Weisstanner David" userId="266fc2ed-3807-4c7d-8f60-d5f3ae3c0b34" providerId="ADAL" clId="{55B42AAE-C8B6-4A79-989A-EB9D9D13F826}" dt="2025-09-11T04:05:30.942" v="1" actId="47"/>
        <pc:sldMkLst>
          <pc:docMk/>
          <pc:sldMk cId="534002985" sldId="302"/>
        </pc:sldMkLst>
      </pc:sldChg>
      <pc:sldChg chg="del">
        <pc:chgData name="Weisstanner David" userId="266fc2ed-3807-4c7d-8f60-d5f3ae3c0b34" providerId="ADAL" clId="{55B42AAE-C8B6-4A79-989A-EB9D9D13F826}" dt="2025-09-11T04:05:30.942" v="1" actId="47"/>
        <pc:sldMkLst>
          <pc:docMk/>
          <pc:sldMk cId="2882454271" sldId="303"/>
        </pc:sldMkLst>
      </pc:sldChg>
      <pc:sldChg chg="del">
        <pc:chgData name="Weisstanner David" userId="266fc2ed-3807-4c7d-8f60-d5f3ae3c0b34" providerId="ADAL" clId="{55B42AAE-C8B6-4A79-989A-EB9D9D13F826}" dt="2025-09-11T04:05:30.942" v="1" actId="47"/>
        <pc:sldMkLst>
          <pc:docMk/>
          <pc:sldMk cId="235504260" sldId="304"/>
        </pc:sldMkLst>
      </pc:sldChg>
      <pc:sldChg chg="del">
        <pc:chgData name="Weisstanner David" userId="266fc2ed-3807-4c7d-8f60-d5f3ae3c0b34" providerId="ADAL" clId="{55B42AAE-C8B6-4A79-989A-EB9D9D13F826}" dt="2025-09-11T04:05:30.942" v="1" actId="47"/>
        <pc:sldMkLst>
          <pc:docMk/>
          <pc:sldMk cId="628930172" sldId="305"/>
        </pc:sldMkLst>
      </pc:sldChg>
      <pc:sldChg chg="del">
        <pc:chgData name="Weisstanner David" userId="266fc2ed-3807-4c7d-8f60-d5f3ae3c0b34" providerId="ADAL" clId="{55B42AAE-C8B6-4A79-989A-EB9D9D13F826}" dt="2025-09-11T04:05:30.942" v="1" actId="47"/>
        <pc:sldMkLst>
          <pc:docMk/>
          <pc:sldMk cId="3612937724" sldId="306"/>
        </pc:sldMkLst>
      </pc:sldChg>
      <pc:sldChg chg="del">
        <pc:chgData name="Weisstanner David" userId="266fc2ed-3807-4c7d-8f60-d5f3ae3c0b34" providerId="ADAL" clId="{55B42AAE-C8B6-4A79-989A-EB9D9D13F826}" dt="2025-09-11T04:05:30.942" v="1" actId="47"/>
        <pc:sldMkLst>
          <pc:docMk/>
          <pc:sldMk cId="155848622" sldId="307"/>
        </pc:sldMkLst>
      </pc:sldChg>
      <pc:sldChg chg="del">
        <pc:chgData name="Weisstanner David" userId="266fc2ed-3807-4c7d-8f60-d5f3ae3c0b34" providerId="ADAL" clId="{55B42AAE-C8B6-4A79-989A-EB9D9D13F826}" dt="2025-09-11T04:05:30.942" v="1" actId="47"/>
        <pc:sldMkLst>
          <pc:docMk/>
          <pc:sldMk cId="2508263709" sldId="308"/>
        </pc:sldMkLst>
      </pc:sldChg>
      <pc:sldChg chg="del">
        <pc:chgData name="Weisstanner David" userId="266fc2ed-3807-4c7d-8f60-d5f3ae3c0b34" providerId="ADAL" clId="{55B42AAE-C8B6-4A79-989A-EB9D9D13F826}" dt="2025-09-11T04:05:30.942" v="1" actId="47"/>
        <pc:sldMkLst>
          <pc:docMk/>
          <pc:sldMk cId="1638726337" sldId="309"/>
        </pc:sldMkLst>
      </pc:sldChg>
      <pc:sldChg chg="del">
        <pc:chgData name="Weisstanner David" userId="266fc2ed-3807-4c7d-8f60-d5f3ae3c0b34" providerId="ADAL" clId="{55B42AAE-C8B6-4A79-989A-EB9D9D13F826}" dt="2025-09-11T04:05:30.942" v="1" actId="47"/>
        <pc:sldMkLst>
          <pc:docMk/>
          <pc:sldMk cId="85345668" sldId="310"/>
        </pc:sldMkLst>
      </pc:sldChg>
      <pc:sldChg chg="del">
        <pc:chgData name="Weisstanner David" userId="266fc2ed-3807-4c7d-8f60-d5f3ae3c0b34" providerId="ADAL" clId="{55B42AAE-C8B6-4A79-989A-EB9D9D13F826}" dt="2025-09-11T04:05:30.942" v="1" actId="47"/>
        <pc:sldMkLst>
          <pc:docMk/>
          <pc:sldMk cId="3161375816" sldId="311"/>
        </pc:sldMkLst>
      </pc:sldChg>
      <pc:sldChg chg="del">
        <pc:chgData name="Weisstanner David" userId="266fc2ed-3807-4c7d-8f60-d5f3ae3c0b34" providerId="ADAL" clId="{55B42AAE-C8B6-4A79-989A-EB9D9D13F826}" dt="2025-09-11T04:05:30.942" v="1" actId="47"/>
        <pc:sldMkLst>
          <pc:docMk/>
          <pc:sldMk cId="1815294425" sldId="312"/>
        </pc:sldMkLst>
      </pc:sldChg>
      <pc:sldChg chg="del">
        <pc:chgData name="Weisstanner David" userId="266fc2ed-3807-4c7d-8f60-d5f3ae3c0b34" providerId="ADAL" clId="{55B42AAE-C8B6-4A79-989A-EB9D9D13F826}" dt="2025-09-11T04:05:30.942" v="1" actId="47"/>
        <pc:sldMkLst>
          <pc:docMk/>
          <pc:sldMk cId="3623348691" sldId="313"/>
        </pc:sldMkLst>
      </pc:sldChg>
      <pc:sldChg chg="del">
        <pc:chgData name="Weisstanner David" userId="266fc2ed-3807-4c7d-8f60-d5f3ae3c0b34" providerId="ADAL" clId="{55B42AAE-C8B6-4A79-989A-EB9D9D13F826}" dt="2025-09-11T04:05:30.942" v="1" actId="47"/>
        <pc:sldMkLst>
          <pc:docMk/>
          <pc:sldMk cId="4094364938" sldId="314"/>
        </pc:sldMkLst>
      </pc:sldChg>
      <pc:sldChg chg="del">
        <pc:chgData name="Weisstanner David" userId="266fc2ed-3807-4c7d-8f60-d5f3ae3c0b34" providerId="ADAL" clId="{55B42AAE-C8B6-4A79-989A-EB9D9D13F826}" dt="2025-09-11T04:05:30.942" v="1" actId="47"/>
        <pc:sldMkLst>
          <pc:docMk/>
          <pc:sldMk cId="3741385223" sldId="315"/>
        </pc:sldMkLst>
      </pc:sldChg>
      <pc:sldChg chg="del">
        <pc:chgData name="Weisstanner David" userId="266fc2ed-3807-4c7d-8f60-d5f3ae3c0b34" providerId="ADAL" clId="{55B42AAE-C8B6-4A79-989A-EB9D9D13F826}" dt="2025-09-11T04:05:30.942" v="1" actId="47"/>
        <pc:sldMkLst>
          <pc:docMk/>
          <pc:sldMk cId="1139664347" sldId="316"/>
        </pc:sldMkLst>
      </pc:sldChg>
    </pc:docChg>
  </pc:docChgLst>
  <pc:docChgLst>
    <pc:chgData name="Weisstanner David" userId="266fc2ed-3807-4c7d-8f60-d5f3ae3c0b34" providerId="ADAL" clId="{64F69AAD-44D0-4DF1-828A-5A5FBCA8C691}"/>
    <pc:docChg chg="undo custSel addSld delSld modSld sldOrd addMainMaster delMainMaster modMainMaster">
      <pc:chgData name="Weisstanner David" userId="266fc2ed-3807-4c7d-8f60-d5f3ae3c0b34" providerId="ADAL" clId="{64F69AAD-44D0-4DF1-828A-5A5FBCA8C691}" dt="2025-09-22T05:48:44.122" v="4365" actId="478"/>
      <pc:docMkLst>
        <pc:docMk/>
      </pc:docMkLst>
      <pc:sldChg chg="addSp delSp modSp mod">
        <pc:chgData name="Weisstanner David" userId="266fc2ed-3807-4c7d-8f60-d5f3ae3c0b34" providerId="ADAL" clId="{64F69AAD-44D0-4DF1-828A-5A5FBCA8C691}" dt="2025-09-19T20:01:13.692" v="1081" actId="21"/>
        <pc:sldMkLst>
          <pc:docMk/>
          <pc:sldMk cId="880537261" sldId="256"/>
        </pc:sldMkLst>
        <pc:spChg chg="mod">
          <ac:chgData name="Weisstanner David" userId="266fc2ed-3807-4c7d-8f60-d5f3ae3c0b34" providerId="ADAL" clId="{64F69AAD-44D0-4DF1-828A-5A5FBCA8C691}" dt="2025-09-18T19:46:06.665" v="26" actId="20577"/>
          <ac:spMkLst>
            <pc:docMk/>
            <pc:sldMk cId="880537261" sldId="256"/>
            <ac:spMk id="3" creationId="{1C813FDB-2757-6E2D-8B33-097B6E97B20B}"/>
          </ac:spMkLst>
        </pc:spChg>
      </pc:sldChg>
      <pc:sldChg chg="del">
        <pc:chgData name="Weisstanner David" userId="266fc2ed-3807-4c7d-8f60-d5f3ae3c0b34" providerId="ADAL" clId="{64F69AAD-44D0-4DF1-828A-5A5FBCA8C691}" dt="2025-09-18T19:44:50.568" v="1" actId="47"/>
        <pc:sldMkLst>
          <pc:docMk/>
          <pc:sldMk cId="1794439520" sldId="276"/>
        </pc:sldMkLst>
      </pc:sldChg>
      <pc:sldChg chg="del">
        <pc:chgData name="Weisstanner David" userId="266fc2ed-3807-4c7d-8f60-d5f3ae3c0b34" providerId="ADAL" clId="{64F69AAD-44D0-4DF1-828A-5A5FBCA8C691}" dt="2025-09-18T19:45:03.973" v="19" actId="47"/>
        <pc:sldMkLst>
          <pc:docMk/>
          <pc:sldMk cId="1424290438" sldId="277"/>
        </pc:sldMkLst>
      </pc:sldChg>
      <pc:sldChg chg="del">
        <pc:chgData name="Weisstanner David" userId="266fc2ed-3807-4c7d-8f60-d5f3ae3c0b34" providerId="ADAL" clId="{64F69AAD-44D0-4DF1-828A-5A5FBCA8C691}" dt="2025-09-18T19:44:43.483" v="0" actId="47"/>
        <pc:sldMkLst>
          <pc:docMk/>
          <pc:sldMk cId="187082231" sldId="278"/>
        </pc:sldMkLst>
      </pc:sldChg>
      <pc:sldChg chg="del">
        <pc:chgData name="Weisstanner David" userId="266fc2ed-3807-4c7d-8f60-d5f3ae3c0b34" providerId="ADAL" clId="{64F69AAD-44D0-4DF1-828A-5A5FBCA8C691}" dt="2025-09-18T19:44:43.483" v="0" actId="47"/>
        <pc:sldMkLst>
          <pc:docMk/>
          <pc:sldMk cId="112081383" sldId="279"/>
        </pc:sldMkLst>
      </pc:sldChg>
      <pc:sldChg chg="del">
        <pc:chgData name="Weisstanner David" userId="266fc2ed-3807-4c7d-8f60-d5f3ae3c0b34" providerId="ADAL" clId="{64F69AAD-44D0-4DF1-828A-5A5FBCA8C691}" dt="2025-09-18T19:44:43.483" v="0" actId="47"/>
        <pc:sldMkLst>
          <pc:docMk/>
          <pc:sldMk cId="3589010241" sldId="280"/>
        </pc:sldMkLst>
      </pc:sldChg>
      <pc:sldChg chg="del">
        <pc:chgData name="Weisstanner David" userId="266fc2ed-3807-4c7d-8f60-d5f3ae3c0b34" providerId="ADAL" clId="{64F69AAD-44D0-4DF1-828A-5A5FBCA8C691}" dt="2025-09-18T19:44:43.483" v="0" actId="47"/>
        <pc:sldMkLst>
          <pc:docMk/>
          <pc:sldMk cId="3684295204" sldId="295"/>
        </pc:sldMkLst>
      </pc:sldChg>
      <pc:sldChg chg="del">
        <pc:chgData name="Weisstanner David" userId="266fc2ed-3807-4c7d-8f60-d5f3ae3c0b34" providerId="ADAL" clId="{64F69AAD-44D0-4DF1-828A-5A5FBCA8C691}" dt="2025-09-18T19:44:43.483" v="0" actId="47"/>
        <pc:sldMkLst>
          <pc:docMk/>
          <pc:sldMk cId="3102147979" sldId="296"/>
        </pc:sldMkLst>
      </pc:sldChg>
      <pc:sldChg chg="del">
        <pc:chgData name="Weisstanner David" userId="266fc2ed-3807-4c7d-8f60-d5f3ae3c0b34" providerId="ADAL" clId="{64F69AAD-44D0-4DF1-828A-5A5FBCA8C691}" dt="2025-09-18T19:44:43.483" v="0" actId="47"/>
        <pc:sldMkLst>
          <pc:docMk/>
          <pc:sldMk cId="2156680626" sldId="297"/>
        </pc:sldMkLst>
      </pc:sldChg>
      <pc:sldChg chg="del">
        <pc:chgData name="Weisstanner David" userId="266fc2ed-3807-4c7d-8f60-d5f3ae3c0b34" providerId="ADAL" clId="{64F69AAD-44D0-4DF1-828A-5A5FBCA8C691}" dt="2025-09-18T19:44:43.483" v="0" actId="47"/>
        <pc:sldMkLst>
          <pc:docMk/>
          <pc:sldMk cId="3452388766" sldId="298"/>
        </pc:sldMkLst>
      </pc:sldChg>
      <pc:sldChg chg="del">
        <pc:chgData name="Weisstanner David" userId="266fc2ed-3807-4c7d-8f60-d5f3ae3c0b34" providerId="ADAL" clId="{64F69AAD-44D0-4DF1-828A-5A5FBCA8C691}" dt="2025-09-18T19:44:43.483" v="0" actId="47"/>
        <pc:sldMkLst>
          <pc:docMk/>
          <pc:sldMk cId="98097835" sldId="299"/>
        </pc:sldMkLst>
      </pc:sldChg>
      <pc:sldChg chg="del">
        <pc:chgData name="Weisstanner David" userId="266fc2ed-3807-4c7d-8f60-d5f3ae3c0b34" providerId="ADAL" clId="{64F69AAD-44D0-4DF1-828A-5A5FBCA8C691}" dt="2025-09-18T19:44:43.483" v="0" actId="47"/>
        <pc:sldMkLst>
          <pc:docMk/>
          <pc:sldMk cId="2241017088" sldId="300"/>
        </pc:sldMkLst>
      </pc:sldChg>
      <pc:sldChg chg="del">
        <pc:chgData name="Weisstanner David" userId="266fc2ed-3807-4c7d-8f60-d5f3ae3c0b34" providerId="ADAL" clId="{64F69AAD-44D0-4DF1-828A-5A5FBCA8C691}" dt="2025-09-18T19:44:43.483" v="0" actId="47"/>
        <pc:sldMkLst>
          <pc:docMk/>
          <pc:sldMk cId="2804984741" sldId="301"/>
        </pc:sldMkLst>
      </pc:sldChg>
      <pc:sldChg chg="del">
        <pc:chgData name="Weisstanner David" userId="266fc2ed-3807-4c7d-8f60-d5f3ae3c0b34" providerId="ADAL" clId="{64F69AAD-44D0-4DF1-828A-5A5FBCA8C691}" dt="2025-09-18T19:44:43.483" v="0" actId="47"/>
        <pc:sldMkLst>
          <pc:docMk/>
          <pc:sldMk cId="188353939" sldId="303"/>
        </pc:sldMkLst>
      </pc:sldChg>
      <pc:sldChg chg="del">
        <pc:chgData name="Weisstanner David" userId="266fc2ed-3807-4c7d-8f60-d5f3ae3c0b34" providerId="ADAL" clId="{64F69AAD-44D0-4DF1-828A-5A5FBCA8C691}" dt="2025-09-18T19:44:43.483" v="0" actId="47"/>
        <pc:sldMkLst>
          <pc:docMk/>
          <pc:sldMk cId="3616214729" sldId="304"/>
        </pc:sldMkLst>
      </pc:sldChg>
      <pc:sldChg chg="del">
        <pc:chgData name="Weisstanner David" userId="266fc2ed-3807-4c7d-8f60-d5f3ae3c0b34" providerId="ADAL" clId="{64F69AAD-44D0-4DF1-828A-5A5FBCA8C691}" dt="2025-09-18T19:44:43.483" v="0" actId="47"/>
        <pc:sldMkLst>
          <pc:docMk/>
          <pc:sldMk cId="1790976906" sldId="305"/>
        </pc:sldMkLst>
      </pc:sldChg>
      <pc:sldChg chg="modSp mod">
        <pc:chgData name="Weisstanner David" userId="266fc2ed-3807-4c7d-8f60-d5f3ae3c0b34" providerId="ADAL" clId="{64F69AAD-44D0-4DF1-828A-5A5FBCA8C691}" dt="2025-09-21T18:13:02.441" v="2845" actId="20577"/>
        <pc:sldMkLst>
          <pc:docMk/>
          <pc:sldMk cId="3507746981" sldId="306"/>
        </pc:sldMkLst>
        <pc:spChg chg="mod">
          <ac:chgData name="Weisstanner David" userId="266fc2ed-3807-4c7d-8f60-d5f3ae3c0b34" providerId="ADAL" clId="{64F69AAD-44D0-4DF1-828A-5A5FBCA8C691}" dt="2025-09-21T18:13:02.441" v="2845" actId="20577"/>
          <ac:spMkLst>
            <pc:docMk/>
            <pc:sldMk cId="3507746981" sldId="306"/>
            <ac:spMk id="4" creationId="{E46C947E-F350-568D-D0AA-539392C2712E}"/>
          </ac:spMkLst>
        </pc:spChg>
      </pc:sldChg>
      <pc:sldChg chg="del">
        <pc:chgData name="Weisstanner David" userId="266fc2ed-3807-4c7d-8f60-d5f3ae3c0b34" providerId="ADAL" clId="{64F69AAD-44D0-4DF1-828A-5A5FBCA8C691}" dt="2025-09-18T19:44:43.483" v="0" actId="47"/>
        <pc:sldMkLst>
          <pc:docMk/>
          <pc:sldMk cId="3075362978" sldId="307"/>
        </pc:sldMkLst>
      </pc:sldChg>
      <pc:sldChg chg="addSp delSp modSp new mod">
        <pc:chgData name="Weisstanner David" userId="266fc2ed-3807-4c7d-8f60-d5f3ae3c0b34" providerId="ADAL" clId="{64F69AAD-44D0-4DF1-828A-5A5FBCA8C691}" dt="2025-09-22T05:48:44.122" v="4365" actId="478"/>
        <pc:sldMkLst>
          <pc:docMk/>
          <pc:sldMk cId="3111741107" sldId="307"/>
        </pc:sldMkLst>
        <pc:spChg chg="mod">
          <ac:chgData name="Weisstanner David" userId="266fc2ed-3807-4c7d-8f60-d5f3ae3c0b34" providerId="ADAL" clId="{64F69AAD-44D0-4DF1-828A-5A5FBCA8C691}" dt="2025-09-18T19:45:00.081" v="18" actId="20577"/>
          <ac:spMkLst>
            <pc:docMk/>
            <pc:sldMk cId="3111741107" sldId="307"/>
            <ac:spMk id="2" creationId="{C3DD29B7-B65B-DED0-D6C8-C8C8DF4EF175}"/>
          </ac:spMkLst>
        </pc:spChg>
        <pc:spChg chg="mod">
          <ac:chgData name="Weisstanner David" userId="266fc2ed-3807-4c7d-8f60-d5f3ae3c0b34" providerId="ADAL" clId="{64F69AAD-44D0-4DF1-828A-5A5FBCA8C691}" dt="2025-09-21T18:32:09.429" v="3316" actId="20577"/>
          <ac:spMkLst>
            <pc:docMk/>
            <pc:sldMk cId="3111741107" sldId="307"/>
            <ac:spMk id="4" creationId="{C3C40011-4FED-A2D5-39BC-2B1AC94B5720}"/>
          </ac:spMkLst>
        </pc:spChg>
        <pc:picChg chg="add del">
          <ac:chgData name="Weisstanner David" userId="266fc2ed-3807-4c7d-8f60-d5f3ae3c0b34" providerId="ADAL" clId="{64F69AAD-44D0-4DF1-828A-5A5FBCA8C691}" dt="2025-09-22T05:48:44.122" v="4365" actId="478"/>
          <ac:picMkLst>
            <pc:docMk/>
            <pc:sldMk cId="3111741107" sldId="307"/>
            <ac:picMk id="6" creationId="{870A4134-3601-E0C9-3B4A-3AB28747C10F}"/>
          </ac:picMkLst>
        </pc:picChg>
      </pc:sldChg>
      <pc:sldChg chg="modSp new del mod modNotesTx">
        <pc:chgData name="Weisstanner David" userId="266fc2ed-3807-4c7d-8f60-d5f3ae3c0b34" providerId="ADAL" clId="{64F69AAD-44D0-4DF1-828A-5A5FBCA8C691}" dt="2025-09-18T20:15:17.793" v="316" actId="2696"/>
        <pc:sldMkLst>
          <pc:docMk/>
          <pc:sldMk cId="1602402640" sldId="308"/>
        </pc:sldMkLst>
      </pc:sldChg>
      <pc:sldChg chg="del">
        <pc:chgData name="Weisstanner David" userId="266fc2ed-3807-4c7d-8f60-d5f3ae3c0b34" providerId="ADAL" clId="{64F69AAD-44D0-4DF1-828A-5A5FBCA8C691}" dt="2025-09-18T19:44:43.483" v="0" actId="47"/>
        <pc:sldMkLst>
          <pc:docMk/>
          <pc:sldMk cId="2694168819" sldId="308"/>
        </pc:sldMkLst>
      </pc:sldChg>
      <pc:sldChg chg="del">
        <pc:chgData name="Weisstanner David" userId="266fc2ed-3807-4c7d-8f60-d5f3ae3c0b34" providerId="ADAL" clId="{64F69AAD-44D0-4DF1-828A-5A5FBCA8C691}" dt="2025-09-18T19:44:43.483" v="0" actId="47"/>
        <pc:sldMkLst>
          <pc:docMk/>
          <pc:sldMk cId="2223797282" sldId="309"/>
        </pc:sldMkLst>
      </pc:sldChg>
      <pc:sldChg chg="addSp modSp new mod modAnim modNotesTx">
        <pc:chgData name="Weisstanner David" userId="266fc2ed-3807-4c7d-8f60-d5f3ae3c0b34" providerId="ADAL" clId="{64F69AAD-44D0-4DF1-828A-5A5FBCA8C691}" dt="2025-09-22T05:02:37.706" v="4235" actId="20577"/>
        <pc:sldMkLst>
          <pc:docMk/>
          <pc:sldMk cId="3040494923" sldId="309"/>
        </pc:sldMkLst>
        <pc:spChg chg="mod">
          <ac:chgData name="Weisstanner David" userId="266fc2ed-3807-4c7d-8f60-d5f3ae3c0b34" providerId="ADAL" clId="{64F69AAD-44D0-4DF1-828A-5A5FBCA8C691}" dt="2025-09-18T20:22:25.643" v="390" actId="20577"/>
          <ac:spMkLst>
            <pc:docMk/>
            <pc:sldMk cId="3040494923" sldId="309"/>
            <ac:spMk id="2" creationId="{849E5122-7EFC-B513-5B05-32863ACB2C5F}"/>
          </ac:spMkLst>
        </pc:spChg>
        <pc:spChg chg="mod">
          <ac:chgData name="Weisstanner David" userId="266fc2ed-3807-4c7d-8f60-d5f3ae3c0b34" providerId="ADAL" clId="{64F69AAD-44D0-4DF1-828A-5A5FBCA8C691}" dt="2025-09-18T20:28:15.285" v="645" actId="20577"/>
          <ac:spMkLst>
            <pc:docMk/>
            <pc:sldMk cId="3040494923" sldId="309"/>
            <ac:spMk id="4" creationId="{13E5CD80-1CF8-A1D8-E0C6-43665A906CAC}"/>
          </ac:spMkLst>
        </pc:spChg>
        <pc:spChg chg="mod">
          <ac:chgData name="Weisstanner David" userId="266fc2ed-3807-4c7d-8f60-d5f3ae3c0b34" providerId="ADAL" clId="{64F69AAD-44D0-4DF1-828A-5A5FBCA8C691}" dt="2025-09-18T20:24:22.036" v="397" actId="20577"/>
          <ac:spMkLst>
            <pc:docMk/>
            <pc:sldMk cId="3040494923" sldId="309"/>
            <ac:spMk id="5" creationId="{B42FCB4A-A8AC-A026-6002-C79824BDA28B}"/>
          </ac:spMkLst>
        </pc:spChg>
        <pc:spChg chg="add mod">
          <ac:chgData name="Weisstanner David" userId="266fc2ed-3807-4c7d-8f60-d5f3ae3c0b34" providerId="ADAL" clId="{64F69AAD-44D0-4DF1-828A-5A5FBCA8C691}" dt="2025-09-18T20:28:01.245" v="643" actId="1076"/>
          <ac:spMkLst>
            <pc:docMk/>
            <pc:sldMk cId="3040494923" sldId="309"/>
            <ac:spMk id="6" creationId="{30A82D1E-0F79-DB08-1CD6-FDA735C3B2C6}"/>
          </ac:spMkLst>
        </pc:spChg>
      </pc:sldChg>
      <pc:sldChg chg="addSp delSp modSp new del mod">
        <pc:chgData name="Weisstanner David" userId="266fc2ed-3807-4c7d-8f60-d5f3ae3c0b34" providerId="ADAL" clId="{64F69AAD-44D0-4DF1-828A-5A5FBCA8C691}" dt="2025-09-18T20:08:39.168" v="217" actId="47"/>
        <pc:sldMkLst>
          <pc:docMk/>
          <pc:sldMk cId="4206635849" sldId="310"/>
        </pc:sldMkLst>
      </pc:sldChg>
      <pc:sldChg chg="modSp add mod ord">
        <pc:chgData name="Weisstanner David" userId="266fc2ed-3807-4c7d-8f60-d5f3ae3c0b34" providerId="ADAL" clId="{64F69AAD-44D0-4DF1-828A-5A5FBCA8C691}" dt="2025-09-21T18:34:13.492" v="3343" actId="404"/>
        <pc:sldMkLst>
          <pc:docMk/>
          <pc:sldMk cId="721960462" sldId="311"/>
        </pc:sldMkLst>
        <pc:spChg chg="mod">
          <ac:chgData name="Weisstanner David" userId="266fc2ed-3807-4c7d-8f60-d5f3ae3c0b34" providerId="ADAL" clId="{64F69AAD-44D0-4DF1-828A-5A5FBCA8C691}" dt="2025-09-18T20:22:09.049" v="345" actId="20577"/>
          <ac:spMkLst>
            <pc:docMk/>
            <pc:sldMk cId="721960462" sldId="311"/>
            <ac:spMk id="2" creationId="{C593FA0F-19E3-C4A3-BFFD-D231AD2D81B1}"/>
          </ac:spMkLst>
        </pc:spChg>
        <pc:spChg chg="mod">
          <ac:chgData name="Weisstanner David" userId="266fc2ed-3807-4c7d-8f60-d5f3ae3c0b34" providerId="ADAL" clId="{64F69AAD-44D0-4DF1-828A-5A5FBCA8C691}" dt="2025-09-21T18:31:42.901" v="3310" actId="20577"/>
          <ac:spMkLst>
            <pc:docMk/>
            <pc:sldMk cId="721960462" sldId="311"/>
            <ac:spMk id="5" creationId="{2732FECF-DEB1-D6B4-5B3D-655A74D1BC5F}"/>
          </ac:spMkLst>
        </pc:spChg>
        <pc:graphicFrameChg chg="mod modGraphic">
          <ac:chgData name="Weisstanner David" userId="266fc2ed-3807-4c7d-8f60-d5f3ae3c0b34" providerId="ADAL" clId="{64F69AAD-44D0-4DF1-828A-5A5FBCA8C691}" dt="2025-09-21T18:34:13.492" v="3343" actId="404"/>
          <ac:graphicFrameMkLst>
            <pc:docMk/>
            <pc:sldMk cId="721960462" sldId="311"/>
            <ac:graphicFrameMk id="6" creationId="{79789A3D-A6B2-58DC-836D-87F9BAF8D0B3}"/>
          </ac:graphicFrameMkLst>
        </pc:graphicFrameChg>
      </pc:sldChg>
      <pc:sldChg chg="addSp delSp modSp add mod delAnim modAnim modNotesTx">
        <pc:chgData name="Weisstanner David" userId="266fc2ed-3807-4c7d-8f60-d5f3ae3c0b34" providerId="ADAL" clId="{64F69AAD-44D0-4DF1-828A-5A5FBCA8C691}" dt="2025-09-21T18:34:35.646" v="3354" actId="404"/>
        <pc:sldMkLst>
          <pc:docMk/>
          <pc:sldMk cId="1040129045" sldId="312"/>
        </pc:sldMkLst>
        <pc:spChg chg="mod">
          <ac:chgData name="Weisstanner David" userId="266fc2ed-3807-4c7d-8f60-d5f3ae3c0b34" providerId="ADAL" clId="{64F69AAD-44D0-4DF1-828A-5A5FBCA8C691}" dt="2025-09-18T20:22:14.369" v="347"/>
          <ac:spMkLst>
            <pc:docMk/>
            <pc:sldMk cId="1040129045" sldId="312"/>
            <ac:spMk id="2" creationId="{A0E3EF0D-5912-7B03-C942-005E495650D4}"/>
          </ac:spMkLst>
        </pc:spChg>
        <pc:spChg chg="add mod">
          <ac:chgData name="Weisstanner David" userId="266fc2ed-3807-4c7d-8f60-d5f3ae3c0b34" providerId="ADAL" clId="{64F69AAD-44D0-4DF1-828A-5A5FBCA8C691}" dt="2025-09-18T20:14:43.592" v="314" actId="1076"/>
          <ac:spMkLst>
            <pc:docMk/>
            <pc:sldMk cId="1040129045" sldId="312"/>
            <ac:spMk id="4" creationId="{EEEFA7EE-F18F-53C8-BDA1-3F2F591ED5BE}"/>
          </ac:spMkLst>
        </pc:spChg>
        <pc:spChg chg="mod">
          <ac:chgData name="Weisstanner David" userId="266fc2ed-3807-4c7d-8f60-d5f3ae3c0b34" providerId="ADAL" clId="{64F69AAD-44D0-4DF1-828A-5A5FBCA8C691}" dt="2025-09-21T18:31:50.495" v="3312"/>
          <ac:spMkLst>
            <pc:docMk/>
            <pc:sldMk cId="1040129045" sldId="312"/>
            <ac:spMk id="5" creationId="{209921EA-F471-01A4-7E3C-D3F23DC95C33}"/>
          </ac:spMkLst>
        </pc:spChg>
        <pc:spChg chg="add mod">
          <ac:chgData name="Weisstanner David" userId="266fc2ed-3807-4c7d-8f60-d5f3ae3c0b34" providerId="ADAL" clId="{64F69AAD-44D0-4DF1-828A-5A5FBCA8C691}" dt="2025-09-18T20:16:51.296" v="340" actId="1076"/>
          <ac:spMkLst>
            <pc:docMk/>
            <pc:sldMk cId="1040129045" sldId="312"/>
            <ac:spMk id="10" creationId="{B351F5D8-98BD-8D09-D6B5-BF8DE617B01A}"/>
          </ac:spMkLst>
        </pc:spChg>
        <pc:graphicFrameChg chg="mod modGraphic">
          <ac:chgData name="Weisstanner David" userId="266fc2ed-3807-4c7d-8f60-d5f3ae3c0b34" providerId="ADAL" clId="{64F69AAD-44D0-4DF1-828A-5A5FBCA8C691}" dt="2025-09-21T18:34:35.646" v="3354" actId="404"/>
          <ac:graphicFrameMkLst>
            <pc:docMk/>
            <pc:sldMk cId="1040129045" sldId="312"/>
            <ac:graphicFrameMk id="6" creationId="{A2003D30-2ECF-4889-A644-8B5FDFB95BCC}"/>
          </ac:graphicFrameMkLst>
        </pc:graphicFrameChg>
        <pc:picChg chg="add mod">
          <ac:chgData name="Weisstanner David" userId="266fc2ed-3807-4c7d-8f60-d5f3ae3c0b34" providerId="ADAL" clId="{64F69AAD-44D0-4DF1-828A-5A5FBCA8C691}" dt="2025-09-18T20:16:34.010" v="326" actId="14100"/>
          <ac:picMkLst>
            <pc:docMk/>
            <pc:sldMk cId="1040129045" sldId="312"/>
            <ac:picMk id="8" creationId="{465915EE-F25C-169C-A2E6-F705D7475BD2}"/>
          </ac:picMkLst>
        </pc:picChg>
      </pc:sldChg>
      <pc:sldChg chg="modSp add mod">
        <pc:chgData name="Weisstanner David" userId="266fc2ed-3807-4c7d-8f60-d5f3ae3c0b34" providerId="ADAL" clId="{64F69AAD-44D0-4DF1-828A-5A5FBCA8C691}" dt="2025-09-21T18:34:25.766" v="3349" actId="404"/>
        <pc:sldMkLst>
          <pc:docMk/>
          <pc:sldMk cId="1340528064" sldId="313"/>
        </pc:sldMkLst>
        <pc:spChg chg="mod">
          <ac:chgData name="Weisstanner David" userId="266fc2ed-3807-4c7d-8f60-d5f3ae3c0b34" providerId="ADAL" clId="{64F69AAD-44D0-4DF1-828A-5A5FBCA8C691}" dt="2025-09-18T20:22:12.382" v="346"/>
          <ac:spMkLst>
            <pc:docMk/>
            <pc:sldMk cId="1340528064" sldId="313"/>
            <ac:spMk id="2" creationId="{D981F5B3-5E85-6D78-438F-F5ED160CF19A}"/>
          </ac:spMkLst>
        </pc:spChg>
        <pc:spChg chg="mod">
          <ac:chgData name="Weisstanner David" userId="266fc2ed-3807-4c7d-8f60-d5f3ae3c0b34" providerId="ADAL" clId="{64F69AAD-44D0-4DF1-828A-5A5FBCA8C691}" dt="2025-09-21T18:31:47.800" v="3311"/>
          <ac:spMkLst>
            <pc:docMk/>
            <pc:sldMk cId="1340528064" sldId="313"/>
            <ac:spMk id="5" creationId="{1F3A3E25-9BFC-0C9A-6BBE-E7F103A1EF2C}"/>
          </ac:spMkLst>
        </pc:spChg>
        <pc:graphicFrameChg chg="mod modGraphic">
          <ac:chgData name="Weisstanner David" userId="266fc2ed-3807-4c7d-8f60-d5f3ae3c0b34" providerId="ADAL" clId="{64F69AAD-44D0-4DF1-828A-5A5FBCA8C691}" dt="2025-09-21T18:34:25.766" v="3349" actId="404"/>
          <ac:graphicFrameMkLst>
            <pc:docMk/>
            <pc:sldMk cId="1340528064" sldId="313"/>
            <ac:graphicFrameMk id="6" creationId="{4EC17D3E-394F-9723-1959-C44C4BF56AD1}"/>
          </ac:graphicFrameMkLst>
        </pc:graphicFrameChg>
      </pc:sldChg>
      <pc:sldChg chg="addSp delSp modSp new mod modNotesTx">
        <pc:chgData name="Weisstanner David" userId="266fc2ed-3807-4c7d-8f60-d5f3ae3c0b34" providerId="ADAL" clId="{64F69AAD-44D0-4DF1-828A-5A5FBCA8C691}" dt="2025-09-21T18:35:32.795" v="3374" actId="20577"/>
        <pc:sldMkLst>
          <pc:docMk/>
          <pc:sldMk cId="2983629808" sldId="314"/>
        </pc:sldMkLst>
        <pc:spChg chg="mod">
          <ac:chgData name="Weisstanner David" userId="266fc2ed-3807-4c7d-8f60-d5f3ae3c0b34" providerId="ADAL" clId="{64F69AAD-44D0-4DF1-828A-5A5FBCA8C691}" dt="2025-09-21T18:35:32.795" v="3374" actId="20577"/>
          <ac:spMkLst>
            <pc:docMk/>
            <pc:sldMk cId="2983629808" sldId="314"/>
            <ac:spMk id="2" creationId="{E1FF787B-DB21-6308-01D8-997A717F60BB}"/>
          </ac:spMkLst>
        </pc:spChg>
        <pc:spChg chg="add mod">
          <ac:chgData name="Weisstanner David" userId="266fc2ed-3807-4c7d-8f60-d5f3ae3c0b34" providerId="ADAL" clId="{64F69AAD-44D0-4DF1-828A-5A5FBCA8C691}" dt="2025-09-18T20:51:39.126" v="997" actId="114"/>
          <ac:spMkLst>
            <pc:docMk/>
            <pc:sldMk cId="2983629808" sldId="314"/>
            <ac:spMk id="8" creationId="{135A0499-102A-17E4-0CCA-91215F1BCB84}"/>
          </ac:spMkLst>
        </pc:spChg>
        <pc:picChg chg="add mod">
          <ac:chgData name="Weisstanner David" userId="266fc2ed-3807-4c7d-8f60-d5f3ae3c0b34" providerId="ADAL" clId="{64F69AAD-44D0-4DF1-828A-5A5FBCA8C691}" dt="2025-09-18T20:45:42.551" v="704" actId="1076"/>
          <ac:picMkLst>
            <pc:docMk/>
            <pc:sldMk cId="2983629808" sldId="314"/>
            <ac:picMk id="6" creationId="{6B401512-E030-7E85-32AA-3FAC0914ADA7}"/>
          </ac:picMkLst>
        </pc:picChg>
      </pc:sldChg>
      <pc:sldChg chg="addSp delSp modSp new del mod ord">
        <pc:chgData name="Weisstanner David" userId="266fc2ed-3807-4c7d-8f60-d5f3ae3c0b34" providerId="ADAL" clId="{64F69AAD-44D0-4DF1-828A-5A5FBCA8C691}" dt="2025-09-19T20:24:59.745" v="1338" actId="47"/>
        <pc:sldMkLst>
          <pc:docMk/>
          <pc:sldMk cId="3632892882" sldId="315"/>
        </pc:sldMkLst>
      </pc:sldChg>
      <pc:sldChg chg="addSp delSp modSp new mod">
        <pc:chgData name="Weisstanner David" userId="266fc2ed-3807-4c7d-8f60-d5f3ae3c0b34" providerId="ADAL" clId="{64F69AAD-44D0-4DF1-828A-5A5FBCA8C691}" dt="2025-09-19T20:24:42.541" v="1337" actId="6549"/>
        <pc:sldMkLst>
          <pc:docMk/>
          <pc:sldMk cId="3532065009" sldId="316"/>
        </pc:sldMkLst>
        <pc:spChg chg="mod">
          <ac:chgData name="Weisstanner David" userId="266fc2ed-3807-4c7d-8f60-d5f3ae3c0b34" providerId="ADAL" clId="{64F69AAD-44D0-4DF1-828A-5A5FBCA8C691}" dt="2025-09-19T20:21:12.058" v="1282" actId="20577"/>
          <ac:spMkLst>
            <pc:docMk/>
            <pc:sldMk cId="3532065009" sldId="316"/>
            <ac:spMk id="2" creationId="{12CEB29A-0D75-26F3-8FD2-704230C8D372}"/>
          </ac:spMkLst>
        </pc:spChg>
        <pc:spChg chg="add mod">
          <ac:chgData name="Weisstanner David" userId="266fc2ed-3807-4c7d-8f60-d5f3ae3c0b34" providerId="ADAL" clId="{64F69AAD-44D0-4DF1-828A-5A5FBCA8C691}" dt="2025-09-19T20:24:42.541" v="1337" actId="6549"/>
          <ac:spMkLst>
            <pc:docMk/>
            <pc:sldMk cId="3532065009" sldId="316"/>
            <ac:spMk id="22" creationId="{E164A096-3E7F-06A7-8AF2-A64C5A882B4D}"/>
          </ac:spMkLst>
        </pc:spChg>
        <pc:grpChg chg="add mod">
          <ac:chgData name="Weisstanner David" userId="266fc2ed-3807-4c7d-8f60-d5f3ae3c0b34" providerId="ADAL" clId="{64F69AAD-44D0-4DF1-828A-5A5FBCA8C691}" dt="2025-09-19T20:23:33.682" v="1309" actId="1076"/>
          <ac:grpSpMkLst>
            <pc:docMk/>
            <pc:sldMk cId="3532065009" sldId="316"/>
            <ac:grpSpMk id="20" creationId="{31A40CE7-D298-444C-B7C5-9964902ACCC9}"/>
          </ac:grpSpMkLst>
        </pc:grpChg>
        <pc:picChg chg="add mod">
          <ac:chgData name="Weisstanner David" userId="266fc2ed-3807-4c7d-8f60-d5f3ae3c0b34" providerId="ADAL" clId="{64F69AAD-44D0-4DF1-828A-5A5FBCA8C691}" dt="2025-09-19T20:23:40.989" v="1311" actId="1076"/>
          <ac:picMkLst>
            <pc:docMk/>
            <pc:sldMk cId="3532065009" sldId="316"/>
            <ac:picMk id="13" creationId="{7C17806C-8F40-7031-DFD0-53F9B46BD8FE}"/>
          </ac:picMkLst>
        </pc:picChg>
        <pc:picChg chg="add mod">
          <ac:chgData name="Weisstanner David" userId="266fc2ed-3807-4c7d-8f60-d5f3ae3c0b34" providerId="ADAL" clId="{64F69AAD-44D0-4DF1-828A-5A5FBCA8C691}" dt="2025-09-19T20:23:38.284" v="1310" actId="1076"/>
          <ac:picMkLst>
            <pc:docMk/>
            <pc:sldMk cId="3532065009" sldId="316"/>
            <ac:picMk id="15" creationId="{DABB2971-2B08-771D-A50C-5B4DF6484B1A}"/>
          </ac:picMkLst>
        </pc:picChg>
        <pc:picChg chg="add mod">
          <ac:chgData name="Weisstanner David" userId="266fc2ed-3807-4c7d-8f60-d5f3ae3c0b34" providerId="ADAL" clId="{64F69AAD-44D0-4DF1-828A-5A5FBCA8C691}" dt="2025-09-19T20:23:19.788" v="1303" actId="164"/>
          <ac:picMkLst>
            <pc:docMk/>
            <pc:sldMk cId="3532065009" sldId="316"/>
            <ac:picMk id="17" creationId="{7D2F5E8B-8B8F-FA13-E69C-9AC8DA51E290}"/>
          </ac:picMkLst>
        </pc:picChg>
        <pc:picChg chg="add mod">
          <ac:chgData name="Weisstanner David" userId="266fc2ed-3807-4c7d-8f60-d5f3ae3c0b34" providerId="ADAL" clId="{64F69AAD-44D0-4DF1-828A-5A5FBCA8C691}" dt="2025-09-19T20:23:19.788" v="1303" actId="164"/>
          <ac:picMkLst>
            <pc:docMk/>
            <pc:sldMk cId="3532065009" sldId="316"/>
            <ac:picMk id="19" creationId="{451FE62E-48F4-BBAB-EAC7-65A1C836929A}"/>
          </ac:picMkLst>
        </pc:picChg>
      </pc:sldChg>
      <pc:sldChg chg="modSp new mod">
        <pc:chgData name="Weisstanner David" userId="266fc2ed-3807-4c7d-8f60-d5f3ae3c0b34" providerId="ADAL" clId="{64F69AAD-44D0-4DF1-828A-5A5FBCA8C691}" dt="2025-09-19T20:03:00.345" v="1116" actId="113"/>
        <pc:sldMkLst>
          <pc:docMk/>
          <pc:sldMk cId="1938711572" sldId="317"/>
        </pc:sldMkLst>
        <pc:spChg chg="mod">
          <ac:chgData name="Weisstanner David" userId="266fc2ed-3807-4c7d-8f60-d5f3ae3c0b34" providerId="ADAL" clId="{64F69AAD-44D0-4DF1-828A-5A5FBCA8C691}" dt="2025-09-18T20:52:58.051" v="1001" actId="313"/>
          <ac:spMkLst>
            <pc:docMk/>
            <pc:sldMk cId="1938711572" sldId="317"/>
            <ac:spMk id="2" creationId="{8515355B-D72B-11C4-69A2-479E470C741A}"/>
          </ac:spMkLst>
        </pc:spChg>
        <pc:spChg chg="mod">
          <ac:chgData name="Weisstanner David" userId="266fc2ed-3807-4c7d-8f60-d5f3ae3c0b34" providerId="ADAL" clId="{64F69AAD-44D0-4DF1-828A-5A5FBCA8C691}" dt="2025-09-19T20:03:00.345" v="1116" actId="113"/>
          <ac:spMkLst>
            <pc:docMk/>
            <pc:sldMk cId="1938711572" sldId="317"/>
            <ac:spMk id="4" creationId="{E84E55DF-203E-DE8D-2CA8-DBBA892AD1D4}"/>
          </ac:spMkLst>
        </pc:spChg>
      </pc:sldChg>
      <pc:sldChg chg="addSp delSp new del mod">
        <pc:chgData name="Weisstanner David" userId="266fc2ed-3807-4c7d-8f60-d5f3ae3c0b34" providerId="ADAL" clId="{64F69AAD-44D0-4DF1-828A-5A5FBCA8C691}" dt="2025-09-19T20:25:01.002" v="1339" actId="47"/>
        <pc:sldMkLst>
          <pc:docMk/>
          <pc:sldMk cId="1673265468" sldId="318"/>
        </pc:sldMkLst>
      </pc:sldChg>
      <pc:sldChg chg="add del ord">
        <pc:chgData name="Weisstanner David" userId="266fc2ed-3807-4c7d-8f60-d5f3ae3c0b34" providerId="ADAL" clId="{64F69AAD-44D0-4DF1-828A-5A5FBCA8C691}" dt="2025-09-18T20:58:42.894" v="1067" actId="2696"/>
        <pc:sldMkLst>
          <pc:docMk/>
          <pc:sldMk cId="2012001101" sldId="319"/>
        </pc:sldMkLst>
      </pc:sldChg>
      <pc:sldChg chg="addSp delSp modSp new mod modAnim">
        <pc:chgData name="Weisstanner David" userId="266fc2ed-3807-4c7d-8f60-d5f3ae3c0b34" providerId="ADAL" clId="{64F69AAD-44D0-4DF1-828A-5A5FBCA8C691}" dt="2025-09-21T18:52:28.852" v="4184" actId="20577"/>
        <pc:sldMkLst>
          <pc:docMk/>
          <pc:sldMk cId="3458947387" sldId="320"/>
        </pc:sldMkLst>
        <pc:spChg chg="mod">
          <ac:chgData name="Weisstanner David" userId="266fc2ed-3807-4c7d-8f60-d5f3ae3c0b34" providerId="ADAL" clId="{64F69AAD-44D0-4DF1-828A-5A5FBCA8C691}" dt="2025-09-18T20:58:01.715" v="1064"/>
          <ac:spMkLst>
            <pc:docMk/>
            <pc:sldMk cId="3458947387" sldId="320"/>
            <ac:spMk id="2" creationId="{F27BE09A-39D0-D4BA-12B9-59DA41000AF0}"/>
          </ac:spMkLst>
        </pc:spChg>
        <pc:spChg chg="add mod">
          <ac:chgData name="Weisstanner David" userId="266fc2ed-3807-4c7d-8f60-d5f3ae3c0b34" providerId="ADAL" clId="{64F69AAD-44D0-4DF1-828A-5A5FBCA8C691}" dt="2025-09-18T20:57:03.161" v="1051"/>
          <ac:spMkLst>
            <pc:docMk/>
            <pc:sldMk cId="3458947387" sldId="320"/>
            <ac:spMk id="5" creationId="{540A5E86-BBF8-3746-415F-F6B7CFCCC3F8}"/>
          </ac:spMkLst>
        </pc:spChg>
        <pc:spChg chg="add mod">
          <ac:chgData name="Weisstanner David" userId="266fc2ed-3807-4c7d-8f60-d5f3ae3c0b34" providerId="ADAL" clId="{64F69AAD-44D0-4DF1-828A-5A5FBCA8C691}" dt="2025-09-18T20:57:03.161" v="1051"/>
          <ac:spMkLst>
            <pc:docMk/>
            <pc:sldMk cId="3458947387" sldId="320"/>
            <ac:spMk id="6" creationId="{2319021D-2357-0D87-62A4-0AC6277CF8E8}"/>
          </ac:spMkLst>
        </pc:spChg>
        <pc:spChg chg="add mod">
          <ac:chgData name="Weisstanner David" userId="266fc2ed-3807-4c7d-8f60-d5f3ae3c0b34" providerId="ADAL" clId="{64F69AAD-44D0-4DF1-828A-5A5FBCA8C691}" dt="2025-09-18T20:57:03.161" v="1051"/>
          <ac:spMkLst>
            <pc:docMk/>
            <pc:sldMk cId="3458947387" sldId="320"/>
            <ac:spMk id="7" creationId="{F2B11A95-1EFC-86F1-BCFD-1298D8752CC4}"/>
          </ac:spMkLst>
        </pc:spChg>
        <pc:spChg chg="add mod">
          <ac:chgData name="Weisstanner David" userId="266fc2ed-3807-4c7d-8f60-d5f3ae3c0b34" providerId="ADAL" clId="{64F69AAD-44D0-4DF1-828A-5A5FBCA8C691}" dt="2025-09-18T20:57:03.161" v="1051"/>
          <ac:spMkLst>
            <pc:docMk/>
            <pc:sldMk cId="3458947387" sldId="320"/>
            <ac:spMk id="8" creationId="{1ECA3278-7034-7F44-31C8-8FBB3E307F03}"/>
          </ac:spMkLst>
        </pc:spChg>
        <pc:spChg chg="mod">
          <ac:chgData name="Weisstanner David" userId="266fc2ed-3807-4c7d-8f60-d5f3ae3c0b34" providerId="ADAL" clId="{64F69AAD-44D0-4DF1-828A-5A5FBCA8C691}" dt="2025-09-18T20:57:07.809" v="1052"/>
          <ac:spMkLst>
            <pc:docMk/>
            <pc:sldMk cId="3458947387" sldId="320"/>
            <ac:spMk id="11" creationId="{3D7C4FF2-6B62-46F7-103F-A6627555ED11}"/>
          </ac:spMkLst>
        </pc:spChg>
        <pc:spChg chg="mod">
          <ac:chgData name="Weisstanner David" userId="266fc2ed-3807-4c7d-8f60-d5f3ae3c0b34" providerId="ADAL" clId="{64F69AAD-44D0-4DF1-828A-5A5FBCA8C691}" dt="2025-09-18T20:57:07.809" v="1052"/>
          <ac:spMkLst>
            <pc:docMk/>
            <pc:sldMk cId="3458947387" sldId="320"/>
            <ac:spMk id="12" creationId="{4A67D941-F4B5-37D5-092F-3A62A69A0E22}"/>
          </ac:spMkLst>
        </pc:spChg>
        <pc:spChg chg="mod">
          <ac:chgData name="Weisstanner David" userId="266fc2ed-3807-4c7d-8f60-d5f3ae3c0b34" providerId="ADAL" clId="{64F69AAD-44D0-4DF1-828A-5A5FBCA8C691}" dt="2025-09-18T20:57:07.809" v="1052"/>
          <ac:spMkLst>
            <pc:docMk/>
            <pc:sldMk cId="3458947387" sldId="320"/>
            <ac:spMk id="13" creationId="{B30F238C-CE6C-57DA-24FC-3CBAFA37FB5D}"/>
          </ac:spMkLst>
        </pc:spChg>
        <pc:spChg chg="mod">
          <ac:chgData name="Weisstanner David" userId="266fc2ed-3807-4c7d-8f60-d5f3ae3c0b34" providerId="ADAL" clId="{64F69AAD-44D0-4DF1-828A-5A5FBCA8C691}" dt="2025-09-18T20:57:07.809" v="1052"/>
          <ac:spMkLst>
            <pc:docMk/>
            <pc:sldMk cId="3458947387" sldId="320"/>
            <ac:spMk id="14" creationId="{F76A8F58-DF00-B243-C195-97EC36198E3A}"/>
          </ac:spMkLst>
        </pc:spChg>
        <pc:spChg chg="add mod">
          <ac:chgData name="Weisstanner David" userId="266fc2ed-3807-4c7d-8f60-d5f3ae3c0b34" providerId="ADAL" clId="{64F69AAD-44D0-4DF1-828A-5A5FBCA8C691}" dt="2025-09-21T18:52:28.852" v="4184" actId="20577"/>
          <ac:spMkLst>
            <pc:docMk/>
            <pc:sldMk cId="3458947387" sldId="320"/>
            <ac:spMk id="15" creationId="{0354BB3D-B74A-0B8A-FB92-508B9D699D04}"/>
          </ac:spMkLst>
        </pc:spChg>
        <pc:spChg chg="add mod">
          <ac:chgData name="Weisstanner David" userId="266fc2ed-3807-4c7d-8f60-d5f3ae3c0b34" providerId="ADAL" clId="{64F69AAD-44D0-4DF1-828A-5A5FBCA8C691}" dt="2025-09-18T20:57:57.920" v="1063" actId="1076"/>
          <ac:spMkLst>
            <pc:docMk/>
            <pc:sldMk cId="3458947387" sldId="320"/>
            <ac:spMk id="16" creationId="{6D241B85-68E3-845C-93E3-376B6966F213}"/>
          </ac:spMkLst>
        </pc:spChg>
        <pc:spChg chg="add mod">
          <ac:chgData name="Weisstanner David" userId="266fc2ed-3807-4c7d-8f60-d5f3ae3c0b34" providerId="ADAL" clId="{64F69AAD-44D0-4DF1-828A-5A5FBCA8C691}" dt="2025-09-18T20:57:57.920" v="1063" actId="1076"/>
          <ac:spMkLst>
            <pc:docMk/>
            <pc:sldMk cId="3458947387" sldId="320"/>
            <ac:spMk id="17" creationId="{A7EB0AB0-9D77-067B-3ADD-FF3BC6D03FDB}"/>
          </ac:spMkLst>
        </pc:spChg>
        <pc:grpChg chg="add mod">
          <ac:chgData name="Weisstanner David" userId="266fc2ed-3807-4c7d-8f60-d5f3ae3c0b34" providerId="ADAL" clId="{64F69AAD-44D0-4DF1-828A-5A5FBCA8C691}" dt="2025-09-18T20:57:07.809" v="1052"/>
          <ac:grpSpMkLst>
            <pc:docMk/>
            <pc:sldMk cId="3458947387" sldId="320"/>
            <ac:grpSpMk id="9" creationId="{BD0513F3-07AD-079D-4644-16517D1A98F2}"/>
          </ac:grpSpMkLst>
        </pc:grpChg>
        <pc:picChg chg="mod">
          <ac:chgData name="Weisstanner David" userId="266fc2ed-3807-4c7d-8f60-d5f3ae3c0b34" providerId="ADAL" clId="{64F69AAD-44D0-4DF1-828A-5A5FBCA8C691}" dt="2025-09-18T20:57:07.809" v="1052"/>
          <ac:picMkLst>
            <pc:docMk/>
            <pc:sldMk cId="3458947387" sldId="320"/>
            <ac:picMk id="10" creationId="{EE77836F-36DB-DEFB-DF5A-337EB7BABFE8}"/>
          </ac:picMkLst>
        </pc:picChg>
      </pc:sldChg>
      <pc:sldChg chg="addSp delSp modSp new mod modNotesTx">
        <pc:chgData name="Weisstanner David" userId="266fc2ed-3807-4c7d-8f60-d5f3ae3c0b34" providerId="ADAL" clId="{64F69AAD-44D0-4DF1-828A-5A5FBCA8C691}" dt="2025-09-22T05:07:10.758" v="4309" actId="20577"/>
        <pc:sldMkLst>
          <pc:docMk/>
          <pc:sldMk cId="707244258" sldId="321"/>
        </pc:sldMkLst>
        <pc:spChg chg="mod">
          <ac:chgData name="Weisstanner David" userId="266fc2ed-3807-4c7d-8f60-d5f3ae3c0b34" providerId="ADAL" clId="{64F69AAD-44D0-4DF1-828A-5A5FBCA8C691}" dt="2025-09-19T20:32:45.032" v="1662" actId="20577"/>
          <ac:spMkLst>
            <pc:docMk/>
            <pc:sldMk cId="707244258" sldId="321"/>
            <ac:spMk id="2" creationId="{01BAB381-E654-7B20-6BE0-B5090A15BBE5}"/>
          </ac:spMkLst>
        </pc:spChg>
        <pc:spChg chg="add mod">
          <ac:chgData name="Weisstanner David" userId="266fc2ed-3807-4c7d-8f60-d5f3ae3c0b34" providerId="ADAL" clId="{64F69AAD-44D0-4DF1-828A-5A5FBCA8C691}" dt="2025-09-19T20:28:50.478" v="1351" actId="2711"/>
          <ac:spMkLst>
            <pc:docMk/>
            <pc:sldMk cId="707244258" sldId="321"/>
            <ac:spMk id="14" creationId="{F862A0C6-3443-1296-9017-9A9F193C084C}"/>
          </ac:spMkLst>
        </pc:spChg>
        <pc:picChg chg="add mod">
          <ac:chgData name="Weisstanner David" userId="266fc2ed-3807-4c7d-8f60-d5f3ae3c0b34" providerId="ADAL" clId="{64F69AAD-44D0-4DF1-828A-5A5FBCA8C691}" dt="2025-09-19T20:28:17.178" v="1346" actId="1076"/>
          <ac:picMkLst>
            <pc:docMk/>
            <pc:sldMk cId="707244258" sldId="321"/>
            <ac:picMk id="16" creationId="{7C57A3B3-6168-9B36-D87E-851D2F8F73D3}"/>
          </ac:picMkLst>
        </pc:picChg>
        <pc:picChg chg="add mod">
          <ac:chgData name="Weisstanner David" userId="266fc2ed-3807-4c7d-8f60-d5f3ae3c0b34" providerId="ADAL" clId="{64F69AAD-44D0-4DF1-828A-5A5FBCA8C691}" dt="2025-09-19T20:28:37.874" v="1349" actId="1076"/>
          <ac:picMkLst>
            <pc:docMk/>
            <pc:sldMk cId="707244258" sldId="321"/>
            <ac:picMk id="18" creationId="{AF005610-CEBC-E12D-0036-BEA28A235D59}"/>
          </ac:picMkLst>
        </pc:picChg>
      </pc:sldChg>
      <pc:sldChg chg="new del">
        <pc:chgData name="Weisstanner David" userId="266fc2ed-3807-4c7d-8f60-d5f3ae3c0b34" providerId="ADAL" clId="{64F69AAD-44D0-4DF1-828A-5A5FBCA8C691}" dt="2025-09-18T21:00:12.693" v="1069" actId="47"/>
        <pc:sldMkLst>
          <pc:docMk/>
          <pc:sldMk cId="3052964203" sldId="321"/>
        </pc:sldMkLst>
      </pc:sldChg>
      <pc:sldChg chg="add del">
        <pc:chgData name="Weisstanner David" userId="266fc2ed-3807-4c7d-8f60-d5f3ae3c0b34" providerId="ADAL" clId="{64F69AAD-44D0-4DF1-828A-5A5FBCA8C691}" dt="2025-09-19T20:01:02.099" v="1078"/>
        <pc:sldMkLst>
          <pc:docMk/>
          <pc:sldMk cId="0" sldId="322"/>
        </pc:sldMkLst>
      </pc:sldChg>
      <pc:sldChg chg="addSp delSp modSp new mod">
        <pc:chgData name="Weisstanner David" userId="266fc2ed-3807-4c7d-8f60-d5f3ae3c0b34" providerId="ADAL" clId="{64F69AAD-44D0-4DF1-828A-5A5FBCA8C691}" dt="2025-09-19T20:02:33.738" v="1112" actId="2085"/>
        <pc:sldMkLst>
          <pc:docMk/>
          <pc:sldMk cId="2457242238" sldId="322"/>
        </pc:sldMkLst>
        <pc:spChg chg="add mod">
          <ac:chgData name="Weisstanner David" userId="266fc2ed-3807-4c7d-8f60-d5f3ae3c0b34" providerId="ADAL" clId="{64F69AAD-44D0-4DF1-828A-5A5FBCA8C691}" dt="2025-09-19T20:02:09.317" v="1109" actId="1076"/>
          <ac:spMkLst>
            <pc:docMk/>
            <pc:sldMk cId="2457242238" sldId="322"/>
            <ac:spMk id="7" creationId="{C642A37A-A3B8-BE20-8F34-4DF26A4FA008}"/>
          </ac:spMkLst>
        </pc:spChg>
        <pc:picChg chg="add mod">
          <ac:chgData name="Weisstanner David" userId="266fc2ed-3807-4c7d-8f60-d5f3ae3c0b34" providerId="ADAL" clId="{64F69AAD-44D0-4DF1-828A-5A5FBCA8C691}" dt="2025-09-19T20:02:33.738" v="1112" actId="2085"/>
          <ac:picMkLst>
            <pc:docMk/>
            <pc:sldMk cId="2457242238" sldId="322"/>
            <ac:picMk id="5" creationId="{F035336F-EF9F-EE22-3F34-8E68788C5874}"/>
          </ac:picMkLst>
        </pc:picChg>
      </pc:sldChg>
      <pc:sldChg chg="modSp add mod">
        <pc:chgData name="Weisstanner David" userId="266fc2ed-3807-4c7d-8f60-d5f3ae3c0b34" providerId="ADAL" clId="{64F69AAD-44D0-4DF1-828A-5A5FBCA8C691}" dt="2025-09-19T20:21:14.925" v="1283" actId="20577"/>
        <pc:sldMkLst>
          <pc:docMk/>
          <pc:sldMk cId="3718674560" sldId="323"/>
        </pc:sldMkLst>
        <pc:spChg chg="mod">
          <ac:chgData name="Weisstanner David" userId="266fc2ed-3807-4c7d-8f60-d5f3ae3c0b34" providerId="ADAL" clId="{64F69AAD-44D0-4DF1-828A-5A5FBCA8C691}" dt="2025-09-19T20:21:14.925" v="1283" actId="20577"/>
          <ac:spMkLst>
            <pc:docMk/>
            <pc:sldMk cId="3718674560" sldId="323"/>
            <ac:spMk id="2" creationId="{02B765EE-4FC0-29A7-9578-8122BB38122F}"/>
          </ac:spMkLst>
        </pc:spChg>
      </pc:sldChg>
      <pc:sldChg chg="modSp new mod">
        <pc:chgData name="Weisstanner David" userId="266fc2ed-3807-4c7d-8f60-d5f3ae3c0b34" providerId="ADAL" clId="{64F69AAD-44D0-4DF1-828A-5A5FBCA8C691}" dt="2025-09-22T05:10:35.288" v="4363" actId="20578"/>
        <pc:sldMkLst>
          <pc:docMk/>
          <pc:sldMk cId="1857522467" sldId="324"/>
        </pc:sldMkLst>
        <pc:spChg chg="mod">
          <ac:chgData name="Weisstanner David" userId="266fc2ed-3807-4c7d-8f60-d5f3ae3c0b34" providerId="ADAL" clId="{64F69AAD-44D0-4DF1-828A-5A5FBCA8C691}" dt="2025-09-21T18:01:26.407" v="2340" actId="20577"/>
          <ac:spMkLst>
            <pc:docMk/>
            <pc:sldMk cId="1857522467" sldId="324"/>
            <ac:spMk id="2" creationId="{9703E751-4C88-B980-09D5-41724E6DCA46}"/>
          </ac:spMkLst>
        </pc:spChg>
        <pc:spChg chg="mod">
          <ac:chgData name="Weisstanner David" userId="266fc2ed-3807-4c7d-8f60-d5f3ae3c0b34" providerId="ADAL" clId="{64F69AAD-44D0-4DF1-828A-5A5FBCA8C691}" dt="2025-09-22T05:10:35.288" v="4363" actId="20578"/>
          <ac:spMkLst>
            <pc:docMk/>
            <pc:sldMk cId="1857522467" sldId="324"/>
            <ac:spMk id="4" creationId="{36EC413B-8A4A-C677-4516-F387FA0D9668}"/>
          </ac:spMkLst>
        </pc:spChg>
      </pc:sldChg>
      <pc:sldChg chg="modSp add mod">
        <pc:chgData name="Weisstanner David" userId="266fc2ed-3807-4c7d-8f60-d5f3ae3c0b34" providerId="ADAL" clId="{64F69AAD-44D0-4DF1-828A-5A5FBCA8C691}" dt="2025-09-21T18:33:09.014" v="3319" actId="113"/>
        <pc:sldMkLst>
          <pc:docMk/>
          <pc:sldMk cId="2660734836" sldId="325"/>
        </pc:sldMkLst>
        <pc:spChg chg="mod">
          <ac:chgData name="Weisstanner David" userId="266fc2ed-3807-4c7d-8f60-d5f3ae3c0b34" providerId="ADAL" clId="{64F69AAD-44D0-4DF1-828A-5A5FBCA8C691}" dt="2025-09-21T18:04:27.302" v="2470" actId="20577"/>
          <ac:spMkLst>
            <pc:docMk/>
            <pc:sldMk cId="2660734836" sldId="325"/>
            <ac:spMk id="2" creationId="{593275B4-1D19-9DC5-BBE3-D6162BDBB630}"/>
          </ac:spMkLst>
        </pc:spChg>
        <pc:spChg chg="mod">
          <ac:chgData name="Weisstanner David" userId="266fc2ed-3807-4c7d-8f60-d5f3ae3c0b34" providerId="ADAL" clId="{64F69AAD-44D0-4DF1-828A-5A5FBCA8C691}" dt="2025-09-21T18:33:09.014" v="3319" actId="113"/>
          <ac:spMkLst>
            <pc:docMk/>
            <pc:sldMk cId="2660734836" sldId="325"/>
            <ac:spMk id="4" creationId="{FB7CAB00-FCD0-0A62-57CC-8F70AE8453F2}"/>
          </ac:spMkLst>
        </pc:spChg>
      </pc:sldChg>
      <pc:sldChg chg="addSp modSp new mod">
        <pc:chgData name="Weisstanner David" userId="266fc2ed-3807-4c7d-8f60-d5f3ae3c0b34" providerId="ADAL" clId="{64F69AAD-44D0-4DF1-828A-5A5FBCA8C691}" dt="2025-09-22T05:09:47.028" v="4362" actId="5793"/>
        <pc:sldMkLst>
          <pc:docMk/>
          <pc:sldMk cId="3598599061" sldId="326"/>
        </pc:sldMkLst>
        <pc:spChg chg="mod">
          <ac:chgData name="Weisstanner David" userId="266fc2ed-3807-4c7d-8f60-d5f3ae3c0b34" providerId="ADAL" clId="{64F69AAD-44D0-4DF1-828A-5A5FBCA8C691}" dt="2025-09-21T18:37:24.268" v="3442" actId="20577"/>
          <ac:spMkLst>
            <pc:docMk/>
            <pc:sldMk cId="3598599061" sldId="326"/>
            <ac:spMk id="2" creationId="{40210782-120E-51A8-5167-03C1D2A85F1A}"/>
          </ac:spMkLst>
        </pc:spChg>
        <pc:spChg chg="mod">
          <ac:chgData name="Weisstanner David" userId="266fc2ed-3807-4c7d-8f60-d5f3ae3c0b34" providerId="ADAL" clId="{64F69AAD-44D0-4DF1-828A-5A5FBCA8C691}" dt="2025-09-22T05:09:47.028" v="4362" actId="5793"/>
          <ac:spMkLst>
            <pc:docMk/>
            <pc:sldMk cId="3598599061" sldId="326"/>
            <ac:spMk id="4" creationId="{816DEAB5-8ACF-ABB5-F805-AA040045089D}"/>
          </ac:spMkLst>
        </pc:spChg>
        <pc:picChg chg="add mod">
          <ac:chgData name="Weisstanner David" userId="266fc2ed-3807-4c7d-8f60-d5f3ae3c0b34" providerId="ADAL" clId="{64F69AAD-44D0-4DF1-828A-5A5FBCA8C691}" dt="2025-09-22T05:09:05.533" v="4350" actId="1076"/>
          <ac:picMkLst>
            <pc:docMk/>
            <pc:sldMk cId="3598599061" sldId="326"/>
            <ac:picMk id="6" creationId="{E0F2C7F7-E292-E58A-2C9C-7D75B2E39D2F}"/>
          </ac:picMkLst>
        </pc:picChg>
      </pc:sldChg>
      <pc:sldMasterChg chg="add del addSldLayout delSldLayout">
        <pc:chgData name="Weisstanner David" userId="266fc2ed-3807-4c7d-8f60-d5f3ae3c0b34" providerId="ADAL" clId="{64F69AAD-44D0-4DF1-828A-5A5FBCA8C691}" dt="2025-09-18T20:58:42.894" v="1067" actId="2696"/>
        <pc:sldMasterMkLst>
          <pc:docMk/>
          <pc:sldMasterMk cId="3536210201" sldId="2147483648"/>
        </pc:sldMasterMkLst>
        <pc:sldLayoutChg chg="add del">
          <pc:chgData name="Weisstanner David" userId="266fc2ed-3807-4c7d-8f60-d5f3ae3c0b34" providerId="ADAL" clId="{64F69AAD-44D0-4DF1-828A-5A5FBCA8C691}" dt="2025-09-18T20:58:42.894" v="1067" actId="2696"/>
          <pc:sldLayoutMkLst>
            <pc:docMk/>
            <pc:sldMasterMk cId="3536210201" sldId="2147483648"/>
            <pc:sldLayoutMk cId="3433595593" sldId="2147483654"/>
          </pc:sldLayoutMkLst>
        </pc:sldLayoutChg>
      </pc:sldMasterChg>
      <pc:sldMasterChg chg="replId delSldLayout">
        <pc:chgData name="Weisstanner David" userId="266fc2ed-3807-4c7d-8f60-d5f3ae3c0b34" providerId="ADAL" clId="{64F69AAD-44D0-4DF1-828A-5A5FBCA8C691}" dt="2025-09-18T20:56:44.763" v="1044" actId="27028"/>
        <pc:sldMasterMkLst>
          <pc:docMk/>
          <pc:sldMasterMk cId="2261252635" sldId="2147483666"/>
        </pc:sldMasterMkLst>
        <pc:sldLayoutChg chg="del">
          <pc:chgData name="Weisstanner David" userId="266fc2ed-3807-4c7d-8f60-d5f3ae3c0b34" providerId="ADAL" clId="{64F69AAD-44D0-4DF1-828A-5A5FBCA8C691}" dt="2025-09-18T19:44:43.483" v="0" actId="47"/>
          <pc:sldLayoutMkLst>
            <pc:docMk/>
            <pc:sldMasterMk cId="2261252635" sldId="2147483666"/>
            <pc:sldLayoutMk cId="4096306030" sldId="214748366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07BF36-D2C5-4A10-A0AD-48416E0A8FAA}"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de-CH"/>
        </a:p>
      </dgm:t>
    </dgm:pt>
    <dgm:pt modelId="{7A1CC426-5187-4440-A4E4-80D77C18180B}">
      <dgm:prSet custT="1"/>
      <dgm:spPr/>
      <dgm:t>
        <a:bodyPr/>
        <a:lstStyle/>
        <a:p>
          <a:r>
            <a:rPr lang="en-US" sz="2400" b="1" kern="1200" dirty="0">
              <a:latin typeface="+mj-lt"/>
            </a:rPr>
            <a:t>Health inequities</a:t>
          </a:r>
        </a:p>
        <a:p>
          <a:br>
            <a:rPr lang="en-US" sz="2100" b="0" kern="1200" dirty="0"/>
          </a:br>
          <a:r>
            <a:rPr lang="en-US" sz="2100" b="0" kern="1200" dirty="0"/>
            <a:t>The unfair and avoidable or remediable systematic differences in health among </a:t>
          </a:r>
          <a:r>
            <a:rPr lang="en-US" sz="2100" b="0" kern="1200" dirty="0">
              <a:solidFill>
                <a:srgbClr val="FFFFFF"/>
              </a:solidFill>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gm:t>
    </dgm:pt>
    <dgm:pt modelId="{C40917E6-BA8A-4226-93CB-BC372102DF0F}" type="parTrans" cxnId="{7A491BD6-4157-4E03-898A-F97DA0EB72E8}">
      <dgm:prSet/>
      <dgm:spPr/>
      <dgm:t>
        <a:bodyPr/>
        <a:lstStyle/>
        <a:p>
          <a:endParaRPr lang="de-CH"/>
        </a:p>
      </dgm:t>
    </dgm:pt>
    <dgm:pt modelId="{D95E472B-B300-4574-83A6-71D18C9B8246}" type="sibTrans" cxnId="{7A491BD6-4157-4E03-898A-F97DA0EB72E8}">
      <dgm:prSet/>
      <dgm:spPr/>
      <dgm:t>
        <a:bodyPr/>
        <a:lstStyle/>
        <a:p>
          <a:endParaRPr lang="de-CH"/>
        </a:p>
      </dgm:t>
    </dgm:pt>
    <dgm:pt modelId="{954E61BD-D2EC-4373-B252-E740E198675E}">
      <dgm:prSet custT="1"/>
      <dgm:spPr/>
      <dgm:t>
        <a:bodyPr/>
        <a:lstStyle/>
        <a:p>
          <a:r>
            <a:rPr lang="en-US" sz="2400" b="1" kern="1200" dirty="0">
              <a:latin typeface="+mj-lt"/>
            </a:rPr>
            <a:t>Health inequalities </a:t>
          </a:r>
          <a:r>
            <a:rPr lang="en-US" sz="1600" b="1" kern="1200" dirty="0">
              <a:latin typeface="+mj-lt"/>
            </a:rPr>
            <a:t>(USA: disparities)</a:t>
          </a:r>
          <a:endParaRPr lang="en-US" sz="2000" b="1" kern="1200" dirty="0">
            <a:latin typeface="+mj-lt"/>
          </a:endParaRPr>
        </a:p>
        <a:p>
          <a:br>
            <a:rPr lang="en-US" sz="2200" b="0" kern="1200" dirty="0"/>
          </a:br>
          <a:r>
            <a:rPr lang="en-US" sz="2200" b="0" kern="1200" dirty="0"/>
            <a:t>The observable differences in health between </a:t>
          </a:r>
          <a:r>
            <a:rPr lang="en-US" sz="2100" b="0" kern="1200" dirty="0">
              <a:solidFill>
                <a:srgbClr val="FFFFFF"/>
              </a:solidFill>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gm:t>
    </dgm:pt>
    <dgm:pt modelId="{85F05429-BE69-49E3-A9BC-DA0AA06F7397}" type="parTrans" cxnId="{E3BC3115-442C-4AB6-9B2D-227F9BEEF36B}">
      <dgm:prSet/>
      <dgm:spPr/>
      <dgm:t>
        <a:bodyPr/>
        <a:lstStyle/>
        <a:p>
          <a:endParaRPr lang="de-CH"/>
        </a:p>
      </dgm:t>
    </dgm:pt>
    <dgm:pt modelId="{9186C99B-E54A-470E-B254-3888B6F66FF2}" type="sibTrans" cxnId="{E3BC3115-442C-4AB6-9B2D-227F9BEEF36B}">
      <dgm:prSet/>
      <dgm:spPr/>
      <dgm:t>
        <a:bodyPr/>
        <a:lstStyle/>
        <a:p>
          <a:endParaRPr lang="de-CH"/>
        </a:p>
      </dgm:t>
    </dgm:pt>
    <dgm:pt modelId="{281C8150-B6DF-498B-835F-DDFE603EF597}" type="pres">
      <dgm:prSet presAssocID="{1207BF36-D2C5-4A10-A0AD-48416E0A8FAA}" presName="linear" presStyleCnt="0">
        <dgm:presLayoutVars>
          <dgm:animLvl val="lvl"/>
          <dgm:resizeHandles val="exact"/>
        </dgm:presLayoutVars>
      </dgm:prSet>
      <dgm:spPr/>
    </dgm:pt>
    <dgm:pt modelId="{3A5EBEE5-F0D5-4E76-A879-D18772A354BE}" type="pres">
      <dgm:prSet presAssocID="{7A1CC426-5187-4440-A4E4-80D77C18180B}" presName="parentText" presStyleLbl="node1" presStyleIdx="0" presStyleCnt="2">
        <dgm:presLayoutVars>
          <dgm:chMax val="0"/>
          <dgm:bulletEnabled val="1"/>
        </dgm:presLayoutVars>
      </dgm:prSet>
      <dgm:spPr/>
    </dgm:pt>
    <dgm:pt modelId="{2A3773FC-543E-4708-A6DB-FA5859AE3B47}" type="pres">
      <dgm:prSet presAssocID="{D95E472B-B300-4574-83A6-71D18C9B8246}" presName="spacer" presStyleCnt="0"/>
      <dgm:spPr/>
    </dgm:pt>
    <dgm:pt modelId="{C7712730-92FB-4B6E-89D1-FA4A56E6F13C}" type="pres">
      <dgm:prSet presAssocID="{954E61BD-D2EC-4373-B252-E740E198675E}" presName="parentText" presStyleLbl="node1" presStyleIdx="1" presStyleCnt="2">
        <dgm:presLayoutVars>
          <dgm:chMax val="0"/>
          <dgm:bulletEnabled val="1"/>
        </dgm:presLayoutVars>
      </dgm:prSet>
      <dgm:spPr/>
    </dgm:pt>
  </dgm:ptLst>
  <dgm:cxnLst>
    <dgm:cxn modelId="{E3BC3115-442C-4AB6-9B2D-227F9BEEF36B}" srcId="{1207BF36-D2C5-4A10-A0AD-48416E0A8FAA}" destId="{954E61BD-D2EC-4373-B252-E740E198675E}" srcOrd="1" destOrd="0" parTransId="{85F05429-BE69-49E3-A9BC-DA0AA06F7397}" sibTransId="{9186C99B-E54A-470E-B254-3888B6F66FF2}"/>
    <dgm:cxn modelId="{08586964-366B-42D0-B719-B1EF0C5C219F}" type="presOf" srcId="{1207BF36-D2C5-4A10-A0AD-48416E0A8FAA}" destId="{281C8150-B6DF-498B-835F-DDFE603EF597}" srcOrd="0" destOrd="0" presId="urn:microsoft.com/office/officeart/2005/8/layout/vList2"/>
    <dgm:cxn modelId="{B754B194-9CAA-46A5-85DB-42844FC4AC62}" type="presOf" srcId="{7A1CC426-5187-4440-A4E4-80D77C18180B}" destId="{3A5EBEE5-F0D5-4E76-A879-D18772A354BE}" srcOrd="0" destOrd="0" presId="urn:microsoft.com/office/officeart/2005/8/layout/vList2"/>
    <dgm:cxn modelId="{7A491BD6-4157-4E03-898A-F97DA0EB72E8}" srcId="{1207BF36-D2C5-4A10-A0AD-48416E0A8FAA}" destId="{7A1CC426-5187-4440-A4E4-80D77C18180B}" srcOrd="0" destOrd="0" parTransId="{C40917E6-BA8A-4226-93CB-BC372102DF0F}" sibTransId="{D95E472B-B300-4574-83A6-71D18C9B8246}"/>
    <dgm:cxn modelId="{E6A458E5-7FD0-4C64-A02F-99C7342959E2}" type="presOf" srcId="{954E61BD-D2EC-4373-B252-E740E198675E}" destId="{C7712730-92FB-4B6E-89D1-FA4A56E6F13C}" srcOrd="0" destOrd="0" presId="urn:microsoft.com/office/officeart/2005/8/layout/vList2"/>
    <dgm:cxn modelId="{88FBD020-C254-4EF7-9A0F-4F00F3A024CC}" type="presParOf" srcId="{281C8150-B6DF-498B-835F-DDFE603EF597}" destId="{3A5EBEE5-F0D5-4E76-A879-D18772A354BE}" srcOrd="0" destOrd="0" presId="urn:microsoft.com/office/officeart/2005/8/layout/vList2"/>
    <dgm:cxn modelId="{C30629C6-7B33-45D6-AFAC-0B72731770D4}" type="presParOf" srcId="{281C8150-B6DF-498B-835F-DDFE603EF597}" destId="{2A3773FC-543E-4708-A6DB-FA5859AE3B47}" srcOrd="1" destOrd="0" presId="urn:microsoft.com/office/officeart/2005/8/layout/vList2"/>
    <dgm:cxn modelId="{7EF14DBD-BB05-411A-B14E-6D0439B55F03}" type="presParOf" srcId="{281C8150-B6DF-498B-835F-DDFE603EF597}" destId="{C7712730-92FB-4B6E-89D1-FA4A56E6F13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07BF36-D2C5-4A10-A0AD-48416E0A8FAA}"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de-CH"/>
        </a:p>
      </dgm:t>
    </dgm:pt>
    <dgm:pt modelId="{7A1CC426-5187-4440-A4E4-80D77C18180B}">
      <dgm:prSet custT="1"/>
      <dgm:spPr/>
      <dgm:t>
        <a:bodyPr/>
        <a:lstStyle/>
        <a:p>
          <a:r>
            <a:rPr lang="en-US" sz="2400" b="1" kern="1200" dirty="0">
              <a:latin typeface="+mj-lt"/>
            </a:rPr>
            <a:t>Health inequities</a:t>
          </a:r>
        </a:p>
        <a:p>
          <a:br>
            <a:rPr lang="en-US" sz="2100" b="0" kern="1200" dirty="0"/>
          </a:br>
          <a:r>
            <a:rPr lang="en-US" sz="2100" b="0" kern="1200" dirty="0"/>
            <a:t>The unfair and avoidable or remediable systematic </a:t>
          </a:r>
          <a:r>
            <a:rPr lang="en-US" sz="2100" b="0" kern="1200" dirty="0">
              <a:highlight>
                <a:srgbClr val="0068B4"/>
              </a:highlight>
            </a:rPr>
            <a:t>differences in health</a:t>
          </a:r>
          <a:r>
            <a:rPr lang="en-US" sz="2100" b="0" kern="1200" dirty="0"/>
            <a:t> among </a:t>
          </a:r>
          <a:r>
            <a:rPr lang="en-US" sz="2100" b="0" kern="1200" dirty="0">
              <a:solidFill>
                <a:srgbClr val="FFFFFF"/>
              </a:solidFill>
              <a:highlight>
                <a:srgbClr val="0068B4"/>
              </a:highlight>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gm:t>
    </dgm:pt>
    <dgm:pt modelId="{C40917E6-BA8A-4226-93CB-BC372102DF0F}" type="parTrans" cxnId="{7A491BD6-4157-4E03-898A-F97DA0EB72E8}">
      <dgm:prSet/>
      <dgm:spPr/>
      <dgm:t>
        <a:bodyPr/>
        <a:lstStyle/>
        <a:p>
          <a:endParaRPr lang="de-CH"/>
        </a:p>
      </dgm:t>
    </dgm:pt>
    <dgm:pt modelId="{D95E472B-B300-4574-83A6-71D18C9B8246}" type="sibTrans" cxnId="{7A491BD6-4157-4E03-898A-F97DA0EB72E8}">
      <dgm:prSet/>
      <dgm:spPr/>
      <dgm:t>
        <a:bodyPr/>
        <a:lstStyle/>
        <a:p>
          <a:endParaRPr lang="de-CH"/>
        </a:p>
      </dgm:t>
    </dgm:pt>
    <dgm:pt modelId="{954E61BD-D2EC-4373-B252-E740E198675E}">
      <dgm:prSet custT="1"/>
      <dgm:spPr/>
      <dgm:t>
        <a:bodyPr/>
        <a:lstStyle/>
        <a:p>
          <a:r>
            <a:rPr lang="en-US" sz="2400" b="1" kern="1200" dirty="0">
              <a:latin typeface="+mj-lt"/>
            </a:rPr>
            <a:t>Health inequalities </a:t>
          </a:r>
          <a:r>
            <a:rPr lang="en-US" sz="1600" b="1" kern="1200" dirty="0">
              <a:latin typeface="+mj-lt"/>
            </a:rPr>
            <a:t>(USA: disparities)</a:t>
          </a:r>
        </a:p>
        <a:p>
          <a:br>
            <a:rPr lang="en-US" sz="2200" b="0" kern="1200" dirty="0"/>
          </a:br>
          <a:r>
            <a:rPr lang="en-US" sz="2200" b="0" kern="1200" dirty="0"/>
            <a:t>The observable </a:t>
          </a:r>
          <a:r>
            <a:rPr lang="en-US" sz="2200" b="0" kern="1200" dirty="0">
              <a:highlight>
                <a:srgbClr val="0068B4"/>
              </a:highlight>
            </a:rPr>
            <a:t>differences in health</a:t>
          </a:r>
          <a:r>
            <a:rPr lang="en-US" sz="2200" b="0" kern="1200" dirty="0"/>
            <a:t> between </a:t>
          </a:r>
          <a:r>
            <a:rPr lang="en-US" sz="2100" b="0" kern="1200" dirty="0">
              <a:solidFill>
                <a:srgbClr val="FFFFFF"/>
              </a:solidFill>
              <a:highlight>
                <a:srgbClr val="0068B4"/>
              </a:highlight>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gm:t>
    </dgm:pt>
    <dgm:pt modelId="{85F05429-BE69-49E3-A9BC-DA0AA06F7397}" type="parTrans" cxnId="{E3BC3115-442C-4AB6-9B2D-227F9BEEF36B}">
      <dgm:prSet/>
      <dgm:spPr/>
      <dgm:t>
        <a:bodyPr/>
        <a:lstStyle/>
        <a:p>
          <a:endParaRPr lang="de-CH"/>
        </a:p>
      </dgm:t>
    </dgm:pt>
    <dgm:pt modelId="{9186C99B-E54A-470E-B254-3888B6F66FF2}" type="sibTrans" cxnId="{E3BC3115-442C-4AB6-9B2D-227F9BEEF36B}">
      <dgm:prSet/>
      <dgm:spPr/>
      <dgm:t>
        <a:bodyPr/>
        <a:lstStyle/>
        <a:p>
          <a:endParaRPr lang="de-CH"/>
        </a:p>
      </dgm:t>
    </dgm:pt>
    <dgm:pt modelId="{281C8150-B6DF-498B-835F-DDFE603EF597}" type="pres">
      <dgm:prSet presAssocID="{1207BF36-D2C5-4A10-A0AD-48416E0A8FAA}" presName="linear" presStyleCnt="0">
        <dgm:presLayoutVars>
          <dgm:animLvl val="lvl"/>
          <dgm:resizeHandles val="exact"/>
        </dgm:presLayoutVars>
      </dgm:prSet>
      <dgm:spPr/>
    </dgm:pt>
    <dgm:pt modelId="{3A5EBEE5-F0D5-4E76-A879-D18772A354BE}" type="pres">
      <dgm:prSet presAssocID="{7A1CC426-5187-4440-A4E4-80D77C18180B}" presName="parentText" presStyleLbl="node1" presStyleIdx="0" presStyleCnt="2">
        <dgm:presLayoutVars>
          <dgm:chMax val="0"/>
          <dgm:bulletEnabled val="1"/>
        </dgm:presLayoutVars>
      </dgm:prSet>
      <dgm:spPr/>
    </dgm:pt>
    <dgm:pt modelId="{2A3773FC-543E-4708-A6DB-FA5859AE3B47}" type="pres">
      <dgm:prSet presAssocID="{D95E472B-B300-4574-83A6-71D18C9B8246}" presName="spacer" presStyleCnt="0"/>
      <dgm:spPr/>
    </dgm:pt>
    <dgm:pt modelId="{C7712730-92FB-4B6E-89D1-FA4A56E6F13C}" type="pres">
      <dgm:prSet presAssocID="{954E61BD-D2EC-4373-B252-E740E198675E}" presName="parentText" presStyleLbl="node1" presStyleIdx="1" presStyleCnt="2">
        <dgm:presLayoutVars>
          <dgm:chMax val="0"/>
          <dgm:bulletEnabled val="1"/>
        </dgm:presLayoutVars>
      </dgm:prSet>
      <dgm:spPr/>
    </dgm:pt>
  </dgm:ptLst>
  <dgm:cxnLst>
    <dgm:cxn modelId="{E3BC3115-442C-4AB6-9B2D-227F9BEEF36B}" srcId="{1207BF36-D2C5-4A10-A0AD-48416E0A8FAA}" destId="{954E61BD-D2EC-4373-B252-E740E198675E}" srcOrd="1" destOrd="0" parTransId="{85F05429-BE69-49E3-A9BC-DA0AA06F7397}" sibTransId="{9186C99B-E54A-470E-B254-3888B6F66FF2}"/>
    <dgm:cxn modelId="{08586964-366B-42D0-B719-B1EF0C5C219F}" type="presOf" srcId="{1207BF36-D2C5-4A10-A0AD-48416E0A8FAA}" destId="{281C8150-B6DF-498B-835F-DDFE603EF597}" srcOrd="0" destOrd="0" presId="urn:microsoft.com/office/officeart/2005/8/layout/vList2"/>
    <dgm:cxn modelId="{B754B194-9CAA-46A5-85DB-42844FC4AC62}" type="presOf" srcId="{7A1CC426-5187-4440-A4E4-80D77C18180B}" destId="{3A5EBEE5-F0D5-4E76-A879-D18772A354BE}" srcOrd="0" destOrd="0" presId="urn:microsoft.com/office/officeart/2005/8/layout/vList2"/>
    <dgm:cxn modelId="{7A491BD6-4157-4E03-898A-F97DA0EB72E8}" srcId="{1207BF36-D2C5-4A10-A0AD-48416E0A8FAA}" destId="{7A1CC426-5187-4440-A4E4-80D77C18180B}" srcOrd="0" destOrd="0" parTransId="{C40917E6-BA8A-4226-93CB-BC372102DF0F}" sibTransId="{D95E472B-B300-4574-83A6-71D18C9B8246}"/>
    <dgm:cxn modelId="{E6A458E5-7FD0-4C64-A02F-99C7342959E2}" type="presOf" srcId="{954E61BD-D2EC-4373-B252-E740E198675E}" destId="{C7712730-92FB-4B6E-89D1-FA4A56E6F13C}" srcOrd="0" destOrd="0" presId="urn:microsoft.com/office/officeart/2005/8/layout/vList2"/>
    <dgm:cxn modelId="{88FBD020-C254-4EF7-9A0F-4F00F3A024CC}" type="presParOf" srcId="{281C8150-B6DF-498B-835F-DDFE603EF597}" destId="{3A5EBEE5-F0D5-4E76-A879-D18772A354BE}" srcOrd="0" destOrd="0" presId="urn:microsoft.com/office/officeart/2005/8/layout/vList2"/>
    <dgm:cxn modelId="{C30629C6-7B33-45D6-AFAC-0B72731770D4}" type="presParOf" srcId="{281C8150-B6DF-498B-835F-DDFE603EF597}" destId="{2A3773FC-543E-4708-A6DB-FA5859AE3B47}" srcOrd="1" destOrd="0" presId="urn:microsoft.com/office/officeart/2005/8/layout/vList2"/>
    <dgm:cxn modelId="{7EF14DBD-BB05-411A-B14E-6D0439B55F03}" type="presParOf" srcId="{281C8150-B6DF-498B-835F-DDFE603EF597}" destId="{C7712730-92FB-4B6E-89D1-FA4A56E6F13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07BF36-D2C5-4A10-A0AD-48416E0A8FAA}"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de-CH"/>
        </a:p>
      </dgm:t>
    </dgm:pt>
    <dgm:pt modelId="{7A1CC426-5187-4440-A4E4-80D77C18180B}">
      <dgm:prSet custT="1"/>
      <dgm:spPr/>
      <dgm:t>
        <a:bodyPr/>
        <a:lstStyle/>
        <a:p>
          <a:r>
            <a:rPr lang="en-US" sz="2400" b="1" kern="1200" dirty="0">
              <a:latin typeface="+mj-lt"/>
            </a:rPr>
            <a:t>Health inequities</a:t>
          </a:r>
        </a:p>
        <a:p>
          <a:br>
            <a:rPr lang="en-US" sz="2100" b="0" kern="1200" dirty="0"/>
          </a:br>
          <a:r>
            <a:rPr lang="en-US" sz="2100" b="0" kern="1200" dirty="0"/>
            <a:t>The </a:t>
          </a:r>
          <a:r>
            <a:rPr lang="en-US" sz="2100" b="0" kern="1200" dirty="0">
              <a:highlight>
                <a:srgbClr val="800000"/>
              </a:highlight>
            </a:rPr>
            <a:t>unfair and avoidable</a:t>
          </a:r>
          <a:r>
            <a:rPr lang="en-US" sz="2100" b="0" kern="1200" dirty="0"/>
            <a:t> or remediable systematic </a:t>
          </a:r>
          <a:r>
            <a:rPr lang="en-US" sz="2100" b="0" kern="1200" dirty="0">
              <a:highlight>
                <a:srgbClr val="0068B4"/>
              </a:highlight>
            </a:rPr>
            <a:t>differences in health</a:t>
          </a:r>
          <a:r>
            <a:rPr lang="en-US" sz="2100" b="0" kern="1200" dirty="0"/>
            <a:t> among </a:t>
          </a:r>
          <a:r>
            <a:rPr lang="en-US" sz="2100" b="0" kern="1200" dirty="0">
              <a:solidFill>
                <a:srgbClr val="FFFFFF"/>
              </a:solidFill>
              <a:highlight>
                <a:srgbClr val="0068B4"/>
              </a:highlight>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gm:t>
    </dgm:pt>
    <dgm:pt modelId="{C40917E6-BA8A-4226-93CB-BC372102DF0F}" type="parTrans" cxnId="{7A491BD6-4157-4E03-898A-F97DA0EB72E8}">
      <dgm:prSet/>
      <dgm:spPr/>
      <dgm:t>
        <a:bodyPr/>
        <a:lstStyle/>
        <a:p>
          <a:endParaRPr lang="de-CH"/>
        </a:p>
      </dgm:t>
    </dgm:pt>
    <dgm:pt modelId="{D95E472B-B300-4574-83A6-71D18C9B8246}" type="sibTrans" cxnId="{7A491BD6-4157-4E03-898A-F97DA0EB72E8}">
      <dgm:prSet/>
      <dgm:spPr/>
      <dgm:t>
        <a:bodyPr/>
        <a:lstStyle/>
        <a:p>
          <a:endParaRPr lang="de-CH"/>
        </a:p>
      </dgm:t>
    </dgm:pt>
    <dgm:pt modelId="{954E61BD-D2EC-4373-B252-E740E198675E}">
      <dgm:prSet custT="1"/>
      <dgm:spPr/>
      <dgm:t>
        <a:bodyPr/>
        <a:lstStyle/>
        <a:p>
          <a:r>
            <a:rPr lang="en-US" sz="2400" b="1" kern="1200" dirty="0">
              <a:latin typeface="+mj-lt"/>
            </a:rPr>
            <a:t>Health inequalities </a:t>
          </a:r>
          <a:r>
            <a:rPr lang="en-US" sz="1600" b="1" kern="1200" dirty="0">
              <a:latin typeface="+mj-lt"/>
            </a:rPr>
            <a:t>(USA: disparities)</a:t>
          </a:r>
        </a:p>
        <a:p>
          <a:br>
            <a:rPr lang="en-US" sz="2200" b="0" kern="1200" dirty="0"/>
          </a:br>
          <a:r>
            <a:rPr lang="en-US" sz="2200" b="0" kern="1200" dirty="0"/>
            <a:t>The </a:t>
          </a:r>
          <a:r>
            <a:rPr lang="en-US" sz="2200" b="0" kern="1200" dirty="0">
              <a:highlight>
                <a:srgbClr val="008000"/>
              </a:highlight>
            </a:rPr>
            <a:t>observable</a:t>
          </a:r>
          <a:r>
            <a:rPr lang="en-US" sz="2200" b="0" kern="1200" dirty="0"/>
            <a:t> </a:t>
          </a:r>
          <a:r>
            <a:rPr lang="en-US" sz="2200" b="0" kern="1200" dirty="0">
              <a:highlight>
                <a:srgbClr val="0068B4"/>
              </a:highlight>
            </a:rPr>
            <a:t>differences in health</a:t>
          </a:r>
          <a:r>
            <a:rPr lang="en-US" sz="2200" b="0" kern="1200" dirty="0"/>
            <a:t> between </a:t>
          </a:r>
          <a:r>
            <a:rPr lang="en-US" sz="2100" b="0" kern="1200" dirty="0">
              <a:solidFill>
                <a:srgbClr val="FFFFFF"/>
              </a:solidFill>
              <a:highlight>
                <a:srgbClr val="0068B4"/>
              </a:highlight>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gm:t>
    </dgm:pt>
    <dgm:pt modelId="{85F05429-BE69-49E3-A9BC-DA0AA06F7397}" type="parTrans" cxnId="{E3BC3115-442C-4AB6-9B2D-227F9BEEF36B}">
      <dgm:prSet/>
      <dgm:spPr/>
      <dgm:t>
        <a:bodyPr/>
        <a:lstStyle/>
        <a:p>
          <a:endParaRPr lang="de-CH"/>
        </a:p>
      </dgm:t>
    </dgm:pt>
    <dgm:pt modelId="{9186C99B-E54A-470E-B254-3888B6F66FF2}" type="sibTrans" cxnId="{E3BC3115-442C-4AB6-9B2D-227F9BEEF36B}">
      <dgm:prSet/>
      <dgm:spPr/>
      <dgm:t>
        <a:bodyPr/>
        <a:lstStyle/>
        <a:p>
          <a:endParaRPr lang="de-CH"/>
        </a:p>
      </dgm:t>
    </dgm:pt>
    <dgm:pt modelId="{281C8150-B6DF-498B-835F-DDFE603EF597}" type="pres">
      <dgm:prSet presAssocID="{1207BF36-D2C5-4A10-A0AD-48416E0A8FAA}" presName="linear" presStyleCnt="0">
        <dgm:presLayoutVars>
          <dgm:animLvl val="lvl"/>
          <dgm:resizeHandles val="exact"/>
        </dgm:presLayoutVars>
      </dgm:prSet>
      <dgm:spPr/>
    </dgm:pt>
    <dgm:pt modelId="{3A5EBEE5-F0D5-4E76-A879-D18772A354BE}" type="pres">
      <dgm:prSet presAssocID="{7A1CC426-5187-4440-A4E4-80D77C18180B}" presName="parentText" presStyleLbl="node1" presStyleIdx="0" presStyleCnt="2">
        <dgm:presLayoutVars>
          <dgm:chMax val="0"/>
          <dgm:bulletEnabled val="1"/>
        </dgm:presLayoutVars>
      </dgm:prSet>
      <dgm:spPr/>
    </dgm:pt>
    <dgm:pt modelId="{2A3773FC-543E-4708-A6DB-FA5859AE3B47}" type="pres">
      <dgm:prSet presAssocID="{D95E472B-B300-4574-83A6-71D18C9B8246}" presName="spacer" presStyleCnt="0"/>
      <dgm:spPr/>
    </dgm:pt>
    <dgm:pt modelId="{C7712730-92FB-4B6E-89D1-FA4A56E6F13C}" type="pres">
      <dgm:prSet presAssocID="{954E61BD-D2EC-4373-B252-E740E198675E}" presName="parentText" presStyleLbl="node1" presStyleIdx="1" presStyleCnt="2">
        <dgm:presLayoutVars>
          <dgm:chMax val="0"/>
          <dgm:bulletEnabled val="1"/>
        </dgm:presLayoutVars>
      </dgm:prSet>
      <dgm:spPr/>
    </dgm:pt>
  </dgm:ptLst>
  <dgm:cxnLst>
    <dgm:cxn modelId="{E3BC3115-442C-4AB6-9B2D-227F9BEEF36B}" srcId="{1207BF36-D2C5-4A10-A0AD-48416E0A8FAA}" destId="{954E61BD-D2EC-4373-B252-E740E198675E}" srcOrd="1" destOrd="0" parTransId="{85F05429-BE69-49E3-A9BC-DA0AA06F7397}" sibTransId="{9186C99B-E54A-470E-B254-3888B6F66FF2}"/>
    <dgm:cxn modelId="{08586964-366B-42D0-B719-B1EF0C5C219F}" type="presOf" srcId="{1207BF36-D2C5-4A10-A0AD-48416E0A8FAA}" destId="{281C8150-B6DF-498B-835F-DDFE603EF597}" srcOrd="0" destOrd="0" presId="urn:microsoft.com/office/officeart/2005/8/layout/vList2"/>
    <dgm:cxn modelId="{B754B194-9CAA-46A5-85DB-42844FC4AC62}" type="presOf" srcId="{7A1CC426-5187-4440-A4E4-80D77C18180B}" destId="{3A5EBEE5-F0D5-4E76-A879-D18772A354BE}" srcOrd="0" destOrd="0" presId="urn:microsoft.com/office/officeart/2005/8/layout/vList2"/>
    <dgm:cxn modelId="{7A491BD6-4157-4E03-898A-F97DA0EB72E8}" srcId="{1207BF36-D2C5-4A10-A0AD-48416E0A8FAA}" destId="{7A1CC426-5187-4440-A4E4-80D77C18180B}" srcOrd="0" destOrd="0" parTransId="{C40917E6-BA8A-4226-93CB-BC372102DF0F}" sibTransId="{D95E472B-B300-4574-83A6-71D18C9B8246}"/>
    <dgm:cxn modelId="{E6A458E5-7FD0-4C64-A02F-99C7342959E2}" type="presOf" srcId="{954E61BD-D2EC-4373-B252-E740E198675E}" destId="{C7712730-92FB-4B6E-89D1-FA4A56E6F13C}" srcOrd="0" destOrd="0" presId="urn:microsoft.com/office/officeart/2005/8/layout/vList2"/>
    <dgm:cxn modelId="{88FBD020-C254-4EF7-9A0F-4F00F3A024CC}" type="presParOf" srcId="{281C8150-B6DF-498B-835F-DDFE603EF597}" destId="{3A5EBEE5-F0D5-4E76-A879-D18772A354BE}" srcOrd="0" destOrd="0" presId="urn:microsoft.com/office/officeart/2005/8/layout/vList2"/>
    <dgm:cxn modelId="{C30629C6-7B33-45D6-AFAC-0B72731770D4}" type="presParOf" srcId="{281C8150-B6DF-498B-835F-DDFE603EF597}" destId="{2A3773FC-543E-4708-A6DB-FA5859AE3B47}" srcOrd="1" destOrd="0" presId="urn:microsoft.com/office/officeart/2005/8/layout/vList2"/>
    <dgm:cxn modelId="{7EF14DBD-BB05-411A-B14E-6D0439B55F03}" type="presParOf" srcId="{281C8150-B6DF-498B-835F-DDFE603EF597}" destId="{C7712730-92FB-4B6E-89D1-FA4A56E6F13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EBEE5-F0D5-4E76-A879-D18772A354BE}">
      <dsp:nvSpPr>
        <dsp:cNvPr id="0" name=""/>
        <dsp:cNvSpPr/>
      </dsp:nvSpPr>
      <dsp:spPr>
        <a:xfrm>
          <a:off x="0" y="19372"/>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inequities</a:t>
          </a:r>
        </a:p>
        <a:p>
          <a:pPr marL="0" lvl="0" indent="0" algn="l" defTabSz="1066800">
            <a:lnSpc>
              <a:spcPct val="90000"/>
            </a:lnSpc>
            <a:spcBef>
              <a:spcPct val="0"/>
            </a:spcBef>
            <a:spcAft>
              <a:spcPct val="35000"/>
            </a:spcAft>
            <a:buNone/>
          </a:pPr>
          <a:br>
            <a:rPr lang="en-US" sz="2100" b="0" kern="1200" dirty="0"/>
          </a:br>
          <a:r>
            <a:rPr lang="en-US" sz="2100" b="0" kern="1200" dirty="0"/>
            <a:t>The unfair and avoidable or remediable systematic differences in health among </a:t>
          </a:r>
          <a:r>
            <a:rPr lang="en-US" sz="2100" b="0" kern="1200" dirty="0">
              <a:solidFill>
                <a:srgbClr val="FFFFFF"/>
              </a:solidFill>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sp:txBody>
      <dsp:txXfrm>
        <a:off x="111084" y="130456"/>
        <a:ext cx="9861318" cy="2053408"/>
      </dsp:txXfrm>
    </dsp:sp>
    <dsp:sp modelId="{C7712730-92FB-4B6E-89D1-FA4A56E6F13C}">
      <dsp:nvSpPr>
        <dsp:cNvPr id="0" name=""/>
        <dsp:cNvSpPr/>
      </dsp:nvSpPr>
      <dsp:spPr>
        <a:xfrm>
          <a:off x="0" y="2361189"/>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inequalities </a:t>
          </a:r>
          <a:r>
            <a:rPr lang="en-US" sz="1600" b="1" kern="1200" dirty="0">
              <a:latin typeface="+mj-lt"/>
            </a:rPr>
            <a:t>(USA: disparities)</a:t>
          </a:r>
          <a:endParaRPr lang="en-US" sz="2000" b="1" kern="1200" dirty="0">
            <a:latin typeface="+mj-lt"/>
          </a:endParaRPr>
        </a:p>
        <a:p>
          <a:pPr marL="0" lvl="0" indent="0" algn="l" defTabSz="1066800">
            <a:lnSpc>
              <a:spcPct val="90000"/>
            </a:lnSpc>
            <a:spcBef>
              <a:spcPct val="0"/>
            </a:spcBef>
            <a:spcAft>
              <a:spcPct val="35000"/>
            </a:spcAft>
            <a:buNone/>
          </a:pPr>
          <a:br>
            <a:rPr lang="en-US" sz="2200" b="0" kern="1200" dirty="0"/>
          </a:br>
          <a:r>
            <a:rPr lang="en-US" sz="2200" b="0" kern="1200" dirty="0"/>
            <a:t>The observable differences in health between </a:t>
          </a:r>
          <a:r>
            <a:rPr lang="en-US" sz="2100" b="0" kern="1200" dirty="0">
              <a:solidFill>
                <a:srgbClr val="FFFFFF"/>
              </a:solidFill>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sp:txBody>
      <dsp:txXfrm>
        <a:off x="111084" y="2472273"/>
        <a:ext cx="9861318" cy="20534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EBEE5-F0D5-4E76-A879-D18772A354BE}">
      <dsp:nvSpPr>
        <dsp:cNvPr id="0" name=""/>
        <dsp:cNvSpPr/>
      </dsp:nvSpPr>
      <dsp:spPr>
        <a:xfrm>
          <a:off x="0" y="19372"/>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inequities</a:t>
          </a:r>
        </a:p>
        <a:p>
          <a:pPr marL="0" lvl="0" indent="0" algn="l" defTabSz="1066800">
            <a:lnSpc>
              <a:spcPct val="90000"/>
            </a:lnSpc>
            <a:spcBef>
              <a:spcPct val="0"/>
            </a:spcBef>
            <a:spcAft>
              <a:spcPct val="35000"/>
            </a:spcAft>
            <a:buNone/>
          </a:pPr>
          <a:br>
            <a:rPr lang="en-US" sz="2100" b="0" kern="1200" dirty="0"/>
          </a:br>
          <a:r>
            <a:rPr lang="en-US" sz="2100" b="0" kern="1200" dirty="0"/>
            <a:t>The unfair and avoidable or remediable systematic </a:t>
          </a:r>
          <a:r>
            <a:rPr lang="en-US" sz="2100" b="0" kern="1200" dirty="0">
              <a:highlight>
                <a:srgbClr val="0068B4"/>
              </a:highlight>
            </a:rPr>
            <a:t>differences in health</a:t>
          </a:r>
          <a:r>
            <a:rPr lang="en-US" sz="2100" b="0" kern="1200" dirty="0"/>
            <a:t> among </a:t>
          </a:r>
          <a:r>
            <a:rPr lang="en-US" sz="2100" b="0" kern="1200" dirty="0">
              <a:solidFill>
                <a:srgbClr val="FFFFFF"/>
              </a:solidFill>
              <a:highlight>
                <a:srgbClr val="0068B4"/>
              </a:highlight>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sp:txBody>
      <dsp:txXfrm>
        <a:off x="111084" y="130456"/>
        <a:ext cx="9861318" cy="2053408"/>
      </dsp:txXfrm>
    </dsp:sp>
    <dsp:sp modelId="{C7712730-92FB-4B6E-89D1-FA4A56E6F13C}">
      <dsp:nvSpPr>
        <dsp:cNvPr id="0" name=""/>
        <dsp:cNvSpPr/>
      </dsp:nvSpPr>
      <dsp:spPr>
        <a:xfrm>
          <a:off x="0" y="2361189"/>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inequalities </a:t>
          </a:r>
          <a:r>
            <a:rPr lang="en-US" sz="1600" b="1" kern="1200" dirty="0">
              <a:latin typeface="+mj-lt"/>
            </a:rPr>
            <a:t>(USA: disparities)</a:t>
          </a:r>
        </a:p>
        <a:p>
          <a:pPr marL="0" lvl="0" indent="0" algn="l" defTabSz="1066800">
            <a:lnSpc>
              <a:spcPct val="90000"/>
            </a:lnSpc>
            <a:spcBef>
              <a:spcPct val="0"/>
            </a:spcBef>
            <a:spcAft>
              <a:spcPct val="35000"/>
            </a:spcAft>
            <a:buNone/>
          </a:pPr>
          <a:br>
            <a:rPr lang="en-US" sz="2200" b="0" kern="1200" dirty="0"/>
          </a:br>
          <a:r>
            <a:rPr lang="en-US" sz="2200" b="0" kern="1200" dirty="0"/>
            <a:t>The observable </a:t>
          </a:r>
          <a:r>
            <a:rPr lang="en-US" sz="2200" b="0" kern="1200" dirty="0">
              <a:highlight>
                <a:srgbClr val="0068B4"/>
              </a:highlight>
            </a:rPr>
            <a:t>differences in health</a:t>
          </a:r>
          <a:r>
            <a:rPr lang="en-US" sz="2200" b="0" kern="1200" dirty="0"/>
            <a:t> between </a:t>
          </a:r>
          <a:r>
            <a:rPr lang="en-US" sz="2100" b="0" kern="1200" dirty="0">
              <a:solidFill>
                <a:srgbClr val="FFFFFF"/>
              </a:solidFill>
              <a:highlight>
                <a:srgbClr val="0068B4"/>
              </a:highlight>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sp:txBody>
      <dsp:txXfrm>
        <a:off x="111084" y="2472273"/>
        <a:ext cx="9861318" cy="20534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EBEE5-F0D5-4E76-A879-D18772A354BE}">
      <dsp:nvSpPr>
        <dsp:cNvPr id="0" name=""/>
        <dsp:cNvSpPr/>
      </dsp:nvSpPr>
      <dsp:spPr>
        <a:xfrm>
          <a:off x="0" y="19372"/>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inequities</a:t>
          </a:r>
        </a:p>
        <a:p>
          <a:pPr marL="0" lvl="0" indent="0" algn="l" defTabSz="1066800">
            <a:lnSpc>
              <a:spcPct val="90000"/>
            </a:lnSpc>
            <a:spcBef>
              <a:spcPct val="0"/>
            </a:spcBef>
            <a:spcAft>
              <a:spcPct val="35000"/>
            </a:spcAft>
            <a:buNone/>
          </a:pPr>
          <a:br>
            <a:rPr lang="en-US" sz="2100" b="0" kern="1200" dirty="0"/>
          </a:br>
          <a:r>
            <a:rPr lang="en-US" sz="2100" b="0" kern="1200" dirty="0"/>
            <a:t>The </a:t>
          </a:r>
          <a:r>
            <a:rPr lang="en-US" sz="2100" b="0" kern="1200" dirty="0">
              <a:highlight>
                <a:srgbClr val="800000"/>
              </a:highlight>
            </a:rPr>
            <a:t>unfair and avoidable</a:t>
          </a:r>
          <a:r>
            <a:rPr lang="en-US" sz="2100" b="0" kern="1200" dirty="0"/>
            <a:t> or remediable systematic </a:t>
          </a:r>
          <a:r>
            <a:rPr lang="en-US" sz="2100" b="0" kern="1200" dirty="0">
              <a:highlight>
                <a:srgbClr val="0068B4"/>
              </a:highlight>
            </a:rPr>
            <a:t>differences in health</a:t>
          </a:r>
          <a:r>
            <a:rPr lang="en-US" sz="2100" b="0" kern="1200" dirty="0"/>
            <a:t> among </a:t>
          </a:r>
          <a:r>
            <a:rPr lang="en-US" sz="2100" b="0" kern="1200" dirty="0">
              <a:solidFill>
                <a:srgbClr val="FFFFFF"/>
              </a:solidFill>
              <a:highlight>
                <a:srgbClr val="0068B4"/>
              </a:highlight>
              <a:latin typeface="Franklin Gothic Book" panose="020B0503020102020204"/>
              <a:ea typeface="+mn-ea"/>
              <a:cs typeface="+mn-cs"/>
            </a:rPr>
            <a:t>population groups </a:t>
          </a:r>
          <a:r>
            <a:rPr lang="en-US" sz="2100" b="0" kern="1200" dirty="0"/>
            <a:t>defined socially, economically, demographically or geographically. Health inequities arise fundamentally from the unequal allocation of power, money and resources, which manifest in the unequal distribution of social determinants.</a:t>
          </a:r>
          <a:endParaRPr lang="de-CH" sz="2100" b="0" kern="1200" dirty="0"/>
        </a:p>
      </dsp:txBody>
      <dsp:txXfrm>
        <a:off x="111084" y="130456"/>
        <a:ext cx="9861318" cy="2053408"/>
      </dsp:txXfrm>
    </dsp:sp>
    <dsp:sp modelId="{C7712730-92FB-4B6E-89D1-FA4A56E6F13C}">
      <dsp:nvSpPr>
        <dsp:cNvPr id="0" name=""/>
        <dsp:cNvSpPr/>
      </dsp:nvSpPr>
      <dsp:spPr>
        <a:xfrm>
          <a:off x="0" y="2361189"/>
          <a:ext cx="10083486" cy="227557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mj-lt"/>
            </a:rPr>
            <a:t>Health inequalities </a:t>
          </a:r>
          <a:r>
            <a:rPr lang="en-US" sz="1600" b="1" kern="1200" dirty="0">
              <a:latin typeface="+mj-lt"/>
            </a:rPr>
            <a:t>(USA: disparities)</a:t>
          </a:r>
        </a:p>
        <a:p>
          <a:pPr marL="0" lvl="0" indent="0" algn="l" defTabSz="1066800">
            <a:lnSpc>
              <a:spcPct val="90000"/>
            </a:lnSpc>
            <a:spcBef>
              <a:spcPct val="0"/>
            </a:spcBef>
            <a:spcAft>
              <a:spcPct val="35000"/>
            </a:spcAft>
            <a:buNone/>
          </a:pPr>
          <a:br>
            <a:rPr lang="en-US" sz="2200" b="0" kern="1200" dirty="0"/>
          </a:br>
          <a:r>
            <a:rPr lang="en-US" sz="2200" b="0" kern="1200" dirty="0"/>
            <a:t>The </a:t>
          </a:r>
          <a:r>
            <a:rPr lang="en-US" sz="2200" b="0" kern="1200" dirty="0">
              <a:highlight>
                <a:srgbClr val="008000"/>
              </a:highlight>
            </a:rPr>
            <a:t>observable</a:t>
          </a:r>
          <a:r>
            <a:rPr lang="en-US" sz="2200" b="0" kern="1200" dirty="0"/>
            <a:t> </a:t>
          </a:r>
          <a:r>
            <a:rPr lang="en-US" sz="2200" b="0" kern="1200" dirty="0">
              <a:highlight>
                <a:srgbClr val="0068B4"/>
              </a:highlight>
            </a:rPr>
            <a:t>differences in health</a:t>
          </a:r>
          <a:r>
            <a:rPr lang="en-US" sz="2200" b="0" kern="1200" dirty="0"/>
            <a:t> between </a:t>
          </a:r>
          <a:r>
            <a:rPr lang="en-US" sz="2100" b="0" kern="1200" dirty="0">
              <a:solidFill>
                <a:srgbClr val="FFFFFF"/>
              </a:solidFill>
              <a:highlight>
                <a:srgbClr val="0068B4"/>
              </a:highlight>
              <a:latin typeface="Franklin Gothic Book" panose="020B0503020102020204"/>
              <a:ea typeface="+mn-ea"/>
              <a:cs typeface="+mn-cs"/>
            </a:rPr>
            <a:t>population groups</a:t>
          </a:r>
          <a:r>
            <a:rPr lang="en-US" sz="2200" b="0" kern="1200" dirty="0"/>
            <a:t>. Health inequality is the metric by which health inequity can be assessed, meaning characteristics that stratify people’s power and access to opportunities should most closely reflect likely areas of unfair health differences.</a:t>
          </a:r>
          <a:endParaRPr lang="de-CH" sz="2200" b="0" kern="1200" dirty="0"/>
        </a:p>
      </dsp:txBody>
      <dsp:txXfrm>
        <a:off x="111084" y="2472273"/>
        <a:ext cx="9861318" cy="20534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3D75AFC-8523-4A8C-B7F9-14975E0641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010C5F37-9EAE-42C6-8B79-796F88FC18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23CB64-7ED2-413E-92E5-9E5ECDDC5653}" type="datetimeFigureOut">
              <a:rPr lang="de-CH"/>
              <a:t>18.09.2025</a:t>
            </a:fld>
            <a:endParaRPr lang="de-CH"/>
          </a:p>
        </p:txBody>
      </p:sp>
      <p:sp>
        <p:nvSpPr>
          <p:cNvPr id="4" name="Fußzeilenplatzhalter 3">
            <a:extLst>
              <a:ext uri="{FF2B5EF4-FFF2-40B4-BE49-F238E27FC236}">
                <a16:creationId xmlns:a16="http://schemas.microsoft.com/office/drawing/2014/main" id="{E3DF79E1-529E-4946-A158-7767C24D0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13D8A2B9-091D-462C-86C8-F4BBAA3646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7E85DD-9B08-498C-ABCE-CE60654D0F7C}" type="slidenum">
              <a:rPr lang="de-CH"/>
              <a:t>‹Nr.›</a:t>
            </a:fld>
            <a:endParaRPr lang="de-CH"/>
          </a:p>
        </p:txBody>
      </p:sp>
    </p:spTree>
    <p:extLst>
      <p:ext uri="{BB962C8B-B14F-4D97-AF65-F5344CB8AC3E}">
        <p14:creationId xmlns:p14="http://schemas.microsoft.com/office/powerpoint/2010/main" val="3313306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A5ABEF-1649-414E-9F1A-4DEFB4FDA52D}" type="datetimeFigureOut">
              <a:rPr lang="de-CH"/>
              <a:t>18.09.2025</a:t>
            </a:fld>
            <a:endParaRPr lang="de-CH"/>
          </a:p>
        </p:txBody>
      </p:sp>
      <p:sp>
        <p:nvSpPr>
          <p:cNvPr id="4" name="Folienbildplatzhalter 3"/>
          <p:cNvSpPr>
            <a:spLocks noGrp="1" noRot="1" noChangeAspect="1"/>
          </p:cNvSpPr>
          <p:nvPr>
            <p:ph type="sldImg" idx="2"/>
          </p:nvPr>
        </p:nvSpPr>
        <p:spPr>
          <a:xfrm>
            <a:off x="966788" y="1143000"/>
            <a:ext cx="4924425"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DBF93-C8C6-4EB3-9999-BD39A0010D16}" type="slidenum">
              <a:rPr lang="de-CH"/>
              <a:t>‹Nr.›</a:t>
            </a:fld>
            <a:endParaRPr lang="de-CH"/>
          </a:p>
        </p:txBody>
      </p:sp>
    </p:spTree>
    <p:extLst>
      <p:ext uri="{BB962C8B-B14F-4D97-AF65-F5344CB8AC3E}">
        <p14:creationId xmlns:p14="http://schemas.microsoft.com/office/powerpoint/2010/main" val="2959057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1</a:t>
            </a:fld>
            <a:endParaRPr lang="de-CH"/>
          </a:p>
        </p:txBody>
      </p:sp>
    </p:spTree>
    <p:extLst>
      <p:ext uri="{BB962C8B-B14F-4D97-AF65-F5344CB8AC3E}">
        <p14:creationId xmlns:p14="http://schemas.microsoft.com/office/powerpoint/2010/main" val="3078993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2 </a:t>
            </a:r>
            <a:r>
              <a:rPr lang="de-CH" dirty="0" err="1"/>
              <a:t>additions</a:t>
            </a:r>
            <a:r>
              <a:rPr lang="de-CH" dirty="0"/>
              <a:t> (</a:t>
            </a:r>
            <a:r>
              <a:rPr lang="de-CH" dirty="0" err="1"/>
              <a:t>Braveman</a:t>
            </a:r>
            <a:r>
              <a:rPr lang="de-CH" dirty="0"/>
              <a:t> 2025):</a:t>
            </a:r>
          </a:p>
          <a:p>
            <a:pPr marL="228600" indent="-228600">
              <a:buAutoNum type="arabicPeriod"/>
            </a:pPr>
            <a:r>
              <a:rPr lang="de-CH" dirty="0"/>
              <a:t>In </a:t>
            </a:r>
            <a:r>
              <a:rPr lang="de-CH" dirty="0" err="1"/>
              <a:t>the</a:t>
            </a:r>
            <a:r>
              <a:rPr lang="de-CH" dirty="0"/>
              <a:t> US, «</a:t>
            </a:r>
            <a:r>
              <a:rPr lang="de-CH" dirty="0" err="1"/>
              <a:t>health</a:t>
            </a:r>
            <a:r>
              <a:rPr lang="de-CH" dirty="0"/>
              <a:t> </a:t>
            </a:r>
            <a:r>
              <a:rPr lang="de-CH" dirty="0" err="1"/>
              <a:t>disparities</a:t>
            </a:r>
            <a:r>
              <a:rPr lang="de-CH" dirty="0"/>
              <a:t>» </a:t>
            </a:r>
            <a:r>
              <a:rPr lang="de-CH" dirty="0" err="1"/>
              <a:t>is</a:t>
            </a:r>
            <a:r>
              <a:rPr lang="de-CH" dirty="0"/>
              <a:t> </a:t>
            </a:r>
            <a:r>
              <a:rPr lang="de-CH" dirty="0" err="1"/>
              <a:t>much</a:t>
            </a:r>
            <a:r>
              <a:rPr lang="de-CH" dirty="0"/>
              <a:t> </a:t>
            </a:r>
            <a:r>
              <a:rPr lang="de-CH" dirty="0" err="1"/>
              <a:t>more</a:t>
            </a:r>
            <a:r>
              <a:rPr lang="de-CH" dirty="0"/>
              <a:t> </a:t>
            </a:r>
            <a:r>
              <a:rPr lang="de-CH" dirty="0" err="1"/>
              <a:t>common</a:t>
            </a:r>
            <a:r>
              <a:rPr lang="de-CH" dirty="0"/>
              <a:t> </a:t>
            </a:r>
            <a:r>
              <a:rPr lang="de-CH" dirty="0" err="1"/>
              <a:t>than</a:t>
            </a:r>
            <a:r>
              <a:rPr lang="de-CH" dirty="0"/>
              <a:t> «</a:t>
            </a:r>
            <a:r>
              <a:rPr lang="de-CH" dirty="0" err="1"/>
              <a:t>health</a:t>
            </a:r>
            <a:r>
              <a:rPr lang="de-CH" dirty="0"/>
              <a:t> </a:t>
            </a:r>
            <a:r>
              <a:rPr lang="de-CH" dirty="0" err="1"/>
              <a:t>inequality</a:t>
            </a:r>
            <a:r>
              <a:rPr lang="de-CH" dirty="0"/>
              <a:t>» </a:t>
            </a:r>
            <a:r>
              <a:rPr lang="de-CH" dirty="0" err="1"/>
              <a:t>which</a:t>
            </a:r>
            <a:r>
              <a:rPr lang="de-CH" dirty="0"/>
              <a:t> </a:t>
            </a:r>
            <a:r>
              <a:rPr lang="de-CH" dirty="0" err="1"/>
              <a:t>is</a:t>
            </a:r>
            <a:r>
              <a:rPr lang="de-CH" dirty="0"/>
              <a:t> </a:t>
            </a:r>
            <a:r>
              <a:rPr lang="de-CH" dirty="0" err="1"/>
              <a:t>more</a:t>
            </a:r>
            <a:r>
              <a:rPr lang="de-CH" dirty="0"/>
              <a:t> </a:t>
            </a:r>
            <a:r>
              <a:rPr lang="de-CH" dirty="0" err="1"/>
              <a:t>common</a:t>
            </a:r>
            <a:r>
              <a:rPr lang="de-CH" dirty="0"/>
              <a:t> </a:t>
            </a:r>
            <a:r>
              <a:rPr lang="de-CH" dirty="0" err="1"/>
              <a:t>elsewhere</a:t>
            </a:r>
            <a:r>
              <a:rPr lang="de-CH" dirty="0"/>
              <a:t>.</a:t>
            </a:r>
          </a:p>
          <a:p>
            <a:pPr marL="228600" indent="-228600">
              <a:buAutoNum type="arabicPeriod"/>
            </a:pPr>
            <a:r>
              <a:rPr lang="de-CH" dirty="0"/>
              <a:t>«Health </a:t>
            </a:r>
            <a:r>
              <a:rPr lang="de-CH" dirty="0" err="1"/>
              <a:t>inequalities</a:t>
            </a:r>
            <a:r>
              <a:rPr lang="de-CH" dirty="0"/>
              <a:t>» </a:t>
            </a:r>
            <a:r>
              <a:rPr lang="de-CH" dirty="0" err="1"/>
              <a:t>does</a:t>
            </a:r>
            <a:r>
              <a:rPr lang="de-CH" dirty="0"/>
              <a:t> not </a:t>
            </a:r>
            <a:r>
              <a:rPr lang="de-CH" dirty="0" err="1"/>
              <a:t>mean</a:t>
            </a:r>
            <a:r>
              <a:rPr lang="de-CH" dirty="0"/>
              <a:t> </a:t>
            </a:r>
            <a:r>
              <a:rPr lang="de-CH" dirty="0" err="1"/>
              <a:t>absence</a:t>
            </a:r>
            <a:r>
              <a:rPr lang="de-CH" dirty="0"/>
              <a:t> of normative </a:t>
            </a:r>
            <a:r>
              <a:rPr lang="de-CH" dirty="0" err="1"/>
              <a:t>concern</a:t>
            </a:r>
            <a:endParaRPr lang="de-CH" dirty="0"/>
          </a:p>
          <a:p>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5</a:t>
            </a:fld>
            <a:endParaRPr lang="de-CH"/>
          </a:p>
        </p:txBody>
      </p:sp>
    </p:spTree>
    <p:extLst>
      <p:ext uri="{BB962C8B-B14F-4D97-AF65-F5344CB8AC3E}">
        <p14:creationId xmlns:p14="http://schemas.microsoft.com/office/powerpoint/2010/main" val="321260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More </a:t>
            </a:r>
            <a:r>
              <a:rPr lang="de-CH" dirty="0" err="1"/>
              <a:t>accurate</a:t>
            </a:r>
            <a:r>
              <a:rPr lang="de-CH" dirty="0"/>
              <a:t> </a:t>
            </a:r>
            <a:r>
              <a:rPr lang="de-CH" dirty="0" err="1"/>
              <a:t>term</a:t>
            </a:r>
            <a:r>
              <a:rPr lang="de-CH" dirty="0"/>
              <a:t>: </a:t>
            </a:r>
            <a:r>
              <a:rPr lang="de-CH" dirty="0" err="1"/>
              <a:t>health</a:t>
            </a:r>
            <a:r>
              <a:rPr lang="de-CH" dirty="0"/>
              <a:t> </a:t>
            </a:r>
            <a:r>
              <a:rPr lang="de-CH" dirty="0" err="1"/>
              <a:t>equality</a:t>
            </a:r>
            <a:r>
              <a:rPr lang="de-CH" dirty="0"/>
              <a:t> of </a:t>
            </a:r>
            <a:r>
              <a:rPr lang="de-CH" dirty="0" err="1"/>
              <a:t>opportunity</a:t>
            </a:r>
            <a:endParaRPr lang="de-CH" dirty="0"/>
          </a:p>
          <a:p>
            <a:r>
              <a:rPr lang="de-CH" dirty="0" err="1"/>
              <a:t>Braveman</a:t>
            </a:r>
            <a:r>
              <a:rPr lang="de-CH" dirty="0"/>
              <a:t> 2025: «Equity </a:t>
            </a:r>
            <a:r>
              <a:rPr lang="de-CH" dirty="0" err="1"/>
              <a:t>means</a:t>
            </a:r>
            <a:r>
              <a:rPr lang="de-CH" dirty="0"/>
              <a:t> </a:t>
            </a:r>
            <a:r>
              <a:rPr lang="de-CH" dirty="0" err="1"/>
              <a:t>justice</a:t>
            </a:r>
            <a:r>
              <a:rPr lang="de-CH" dirty="0"/>
              <a:t>». This FOPH </a:t>
            </a:r>
            <a:r>
              <a:rPr lang="de-CH" dirty="0" err="1"/>
              <a:t>definition</a:t>
            </a:r>
            <a:r>
              <a:rPr lang="de-CH" dirty="0"/>
              <a:t> </a:t>
            </a:r>
            <a:r>
              <a:rPr lang="de-CH" dirty="0" err="1"/>
              <a:t>does</a:t>
            </a:r>
            <a:r>
              <a:rPr lang="de-CH" dirty="0"/>
              <a:t> not </a:t>
            </a:r>
            <a:r>
              <a:rPr lang="de-CH" dirty="0" err="1"/>
              <a:t>fulfil</a:t>
            </a:r>
            <a:r>
              <a:rPr lang="de-CH" dirty="0"/>
              <a:t> </a:t>
            </a:r>
            <a:r>
              <a:rPr lang="de-CH" dirty="0" err="1"/>
              <a:t>this</a:t>
            </a:r>
            <a:r>
              <a:rPr lang="de-CH" dirty="0"/>
              <a:t> </a:t>
            </a:r>
            <a:r>
              <a:rPr lang="de-CH" dirty="0" err="1"/>
              <a:t>criterion</a:t>
            </a:r>
            <a:r>
              <a:rPr lang="de-CH" dirty="0"/>
              <a:t>.</a:t>
            </a:r>
          </a:p>
        </p:txBody>
      </p:sp>
      <p:sp>
        <p:nvSpPr>
          <p:cNvPr id="4" name="Foliennummernplatzhalter 3"/>
          <p:cNvSpPr>
            <a:spLocks noGrp="1"/>
          </p:cNvSpPr>
          <p:nvPr>
            <p:ph type="sldNum" sz="quarter" idx="5"/>
          </p:nvPr>
        </p:nvSpPr>
        <p:spPr/>
        <p:txBody>
          <a:bodyPr/>
          <a:lstStyle/>
          <a:p>
            <a:fld id="{A63DBF93-C8C6-4EB3-9999-BD39A0010D16}" type="slidenum">
              <a:rPr lang="de-CH" smtClean="0"/>
              <a:t>6</a:t>
            </a:fld>
            <a:endParaRPr lang="de-CH"/>
          </a:p>
        </p:txBody>
      </p:sp>
    </p:spTree>
    <p:extLst>
      <p:ext uri="{BB962C8B-B14F-4D97-AF65-F5344CB8AC3E}">
        <p14:creationId xmlns:p14="http://schemas.microsoft.com/office/powerpoint/2010/main" val="1138404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With the red pill the </a:t>
            </a:r>
            <a:r>
              <a:rPr lang="en-US" b="1" dirty="0"/>
              <a:t>absolute gap </a:t>
            </a:r>
            <a:r>
              <a:rPr lang="en-US" dirty="0"/>
              <a:t>stays 10 while the relative ratio gets smaller.</a:t>
            </a:r>
          </a:p>
          <a:p>
            <a:r>
              <a:rPr lang="en-US" dirty="0"/>
              <a:t>With the blue pill the relative ratio stays the same while the </a:t>
            </a:r>
            <a:r>
              <a:rPr lang="en-US" b="1" dirty="0"/>
              <a:t>absolute gap </a:t>
            </a:r>
            <a:r>
              <a:rPr lang="en-US" dirty="0"/>
              <a:t>gets bigger. </a:t>
            </a:r>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7</a:t>
            </a:fld>
            <a:endParaRPr lang="de-CH"/>
          </a:p>
        </p:txBody>
      </p:sp>
    </p:spTree>
    <p:extLst>
      <p:ext uri="{BB962C8B-B14F-4D97-AF65-F5344CB8AC3E}">
        <p14:creationId xmlns:p14="http://schemas.microsoft.com/office/powerpoint/2010/main" val="2568196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Not </a:t>
            </a:r>
            <a:r>
              <a:rPr lang="de-CH" dirty="0" err="1"/>
              <a:t>adjusted</a:t>
            </a:r>
            <a:r>
              <a:rPr lang="de-CH" dirty="0"/>
              <a:t> </a:t>
            </a:r>
            <a:r>
              <a:rPr lang="de-CH" dirty="0" err="1"/>
              <a:t>by</a:t>
            </a:r>
            <a:r>
              <a:rPr lang="de-CH" dirty="0"/>
              <a:t> </a:t>
            </a:r>
            <a:r>
              <a:rPr lang="de-CH" dirty="0" err="1"/>
              <a:t>age</a:t>
            </a:r>
            <a:r>
              <a:rPr lang="de-CH" dirty="0"/>
              <a:t>, </a:t>
            </a:r>
            <a:r>
              <a:rPr lang="de-CH" dirty="0" err="1"/>
              <a:t>gender</a:t>
            </a:r>
            <a:r>
              <a:rPr lang="de-CH" dirty="0"/>
              <a:t>, etc. – </a:t>
            </a:r>
            <a:r>
              <a:rPr lang="de-CH" dirty="0" err="1"/>
              <a:t>maybe</a:t>
            </a:r>
            <a:r>
              <a:rPr lang="de-CH" dirty="0"/>
              <a:t> </a:t>
            </a:r>
            <a:r>
              <a:rPr lang="de-CH" dirty="0" err="1"/>
              <a:t>then</a:t>
            </a:r>
            <a:r>
              <a:rPr lang="de-CH" dirty="0"/>
              <a:t> a </a:t>
            </a:r>
            <a:r>
              <a:rPr lang="de-CH" dirty="0" err="1"/>
              <a:t>bit</a:t>
            </a:r>
            <a:r>
              <a:rPr lang="de-CH" dirty="0"/>
              <a:t> </a:t>
            </a:r>
            <a:r>
              <a:rPr lang="de-CH" dirty="0" err="1"/>
              <a:t>smaller</a:t>
            </a:r>
            <a:r>
              <a:rPr lang="de-CH" dirty="0"/>
              <a:t> </a:t>
            </a:r>
            <a:r>
              <a:rPr lang="de-CH" dirty="0" err="1"/>
              <a:t>differences</a:t>
            </a:r>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10</a:t>
            </a:fld>
            <a:endParaRPr lang="de-CH"/>
          </a:p>
        </p:txBody>
      </p:sp>
    </p:spTree>
    <p:extLst>
      <p:ext uri="{BB962C8B-B14F-4D97-AF65-F5344CB8AC3E}">
        <p14:creationId xmlns:p14="http://schemas.microsoft.com/office/powerpoint/2010/main" val="1112060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A63DBF93-C8C6-4EB3-9999-BD39A0010D16}" type="slidenum">
              <a:rPr lang="de-CH" smtClean="0"/>
              <a:t>14</a:t>
            </a:fld>
            <a:endParaRPr lang="de-CH"/>
          </a:p>
        </p:txBody>
      </p:sp>
    </p:spTree>
    <p:extLst>
      <p:ext uri="{BB962C8B-B14F-4D97-AF65-F5344CB8AC3E}">
        <p14:creationId xmlns:p14="http://schemas.microsoft.com/office/powerpoint/2010/main" val="117276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EA308-D5E3-EABF-F672-24AD9CDBC91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D7367CB-B4B8-C9F4-44EF-2C5B519A3C7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A5E531A-7B3D-62D9-FA4F-82AACCE7BE14}"/>
              </a:ext>
            </a:extLst>
          </p:cNvPr>
          <p:cNvSpPr>
            <a:spLocks noGrp="1"/>
          </p:cNvSpPr>
          <p:nvPr>
            <p:ph type="body" idx="1"/>
          </p:nvPr>
        </p:nvSpPr>
        <p:spPr/>
        <p:txBody>
          <a:bodyPr/>
          <a:lstStyle/>
          <a:p>
            <a:endParaRPr lang="de-CH" dirty="0"/>
          </a:p>
        </p:txBody>
      </p:sp>
      <p:sp>
        <p:nvSpPr>
          <p:cNvPr id="4" name="Foliennummernplatzhalter 3">
            <a:extLst>
              <a:ext uri="{FF2B5EF4-FFF2-40B4-BE49-F238E27FC236}">
                <a16:creationId xmlns:a16="http://schemas.microsoft.com/office/drawing/2014/main" id="{6CF40442-7ECC-B7C1-D81A-EAA9993B4739}"/>
              </a:ext>
            </a:extLst>
          </p:cNvPr>
          <p:cNvSpPr>
            <a:spLocks noGrp="1"/>
          </p:cNvSpPr>
          <p:nvPr>
            <p:ph type="sldNum" sz="quarter" idx="5"/>
          </p:nvPr>
        </p:nvSpPr>
        <p:spPr/>
        <p:txBody>
          <a:bodyPr/>
          <a:lstStyle/>
          <a:p>
            <a:fld id="{A63DBF93-C8C6-4EB3-9999-BD39A0010D16}" type="slidenum">
              <a:rPr lang="de-CH" smtClean="0"/>
              <a:t>15</a:t>
            </a:fld>
            <a:endParaRPr lang="de-CH"/>
          </a:p>
        </p:txBody>
      </p:sp>
    </p:spTree>
    <p:extLst>
      <p:ext uri="{BB962C8B-B14F-4D97-AF65-F5344CB8AC3E}">
        <p14:creationId xmlns:p14="http://schemas.microsoft.com/office/powerpoint/2010/main" val="17435077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mailto:david.weisstanner@unilu.ch"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descr="&lt;Einzelfelder_Präsentationstitel&gt;">
            <a:extLst>
              <a:ext uri="{FF2B5EF4-FFF2-40B4-BE49-F238E27FC236}">
                <a16:creationId xmlns:a16="http://schemas.microsoft.com/office/drawing/2014/main" id="{21F5C175-5CDD-4119-8E88-D19A21B9E10B}"/>
              </a:ext>
            </a:extLst>
          </p:cNvPr>
          <p:cNvSpPr>
            <a:spLocks noGrp="1"/>
          </p:cNvSpPr>
          <p:nvPr>
            <p:ph type="ctrTitle"/>
          </p:nvPr>
        </p:nvSpPr>
        <p:spPr>
          <a:xfrm>
            <a:off x="5519002" y="1448313"/>
            <a:ext cx="5066448" cy="2713997"/>
          </a:xfrm>
        </p:spPr>
        <p:txBody>
          <a:bodyPr anchor="t" anchorCtr="0"/>
          <a:lstStyle>
            <a:lvl1pPr algn="l">
              <a:defRPr sz="3800" spc="50" baseline="0"/>
            </a:lvl1pPr>
          </a:lstStyle>
          <a:p>
            <a:r>
              <a:rPr lang="en-US" dirty="0"/>
              <a:t>Click to edit Master title style</a:t>
            </a:r>
            <a:endParaRPr lang="de-CH" dirty="0"/>
          </a:p>
        </p:txBody>
      </p:sp>
      <p:sp>
        <p:nvSpPr>
          <p:cNvPr id="3" name="Untertitel 2" descr="&lt;Mitarbeitende_Ersteller_Mitarbeitende_FakultaetE&gt;&#10;&#10;&lt;mitarbeitende_ersteller_mitarbeitende_institutE&gt;">
            <a:extLst>
              <a:ext uri="{FF2B5EF4-FFF2-40B4-BE49-F238E27FC236}">
                <a16:creationId xmlns:a16="http://schemas.microsoft.com/office/drawing/2014/main" id="{BBD95983-37AF-4025-91FE-CAC128DFA31F}"/>
              </a:ext>
            </a:extLst>
          </p:cNvPr>
          <p:cNvSpPr>
            <a:spLocks noGrp="1"/>
          </p:cNvSpPr>
          <p:nvPr>
            <p:ph type="subTitle" idx="1"/>
          </p:nvPr>
        </p:nvSpPr>
        <p:spPr>
          <a:xfrm>
            <a:off x="5543550" y="368299"/>
            <a:ext cx="5040000" cy="684213"/>
          </a:xfrm>
        </p:spPr>
        <p:txBody>
          <a:bodyPr tIns="18000"/>
          <a:lstStyle>
            <a:lvl1pPr marL="0" indent="0" algn="l">
              <a:buNone/>
              <a:defRPr sz="1000" b="1" cap="all" spc="50" baseline="0"/>
            </a:lvl1pPr>
            <a:lvl2pPr marL="410428" indent="0" algn="ctr">
              <a:buNone/>
              <a:defRPr sz="1795"/>
            </a:lvl2pPr>
            <a:lvl3pPr marL="820857" indent="0" algn="ctr">
              <a:buNone/>
              <a:defRPr sz="1616"/>
            </a:lvl3pPr>
            <a:lvl4pPr marL="1231285" indent="0" algn="ctr">
              <a:buNone/>
              <a:defRPr sz="1436"/>
            </a:lvl4pPr>
            <a:lvl5pPr marL="1641714" indent="0" algn="ctr">
              <a:buNone/>
              <a:defRPr sz="1436"/>
            </a:lvl5pPr>
            <a:lvl6pPr marL="2052142" indent="0" algn="ctr">
              <a:buNone/>
              <a:defRPr sz="1436"/>
            </a:lvl6pPr>
            <a:lvl7pPr marL="2462571" indent="0" algn="ctr">
              <a:buNone/>
              <a:defRPr sz="1436"/>
            </a:lvl7pPr>
            <a:lvl8pPr marL="2872999" indent="0" algn="ctr">
              <a:buNone/>
              <a:defRPr sz="1436"/>
            </a:lvl8pPr>
            <a:lvl9pPr marL="3283428" indent="0" algn="ctr">
              <a:buNone/>
              <a:defRPr sz="1436"/>
            </a:lvl9pPr>
          </a:lstStyle>
          <a:p>
            <a:r>
              <a:rPr lang="en-US"/>
              <a:t>Click to edit Master subtitle style</a:t>
            </a:r>
            <a:endParaRPr lang="de-CH" dirty="0"/>
          </a:p>
        </p:txBody>
      </p:sp>
      <p:sp>
        <p:nvSpPr>
          <p:cNvPr id="18" name="Datumsplatzhalter 17" descr="&lt;Einzelfelder_Präsentationstitel&gt;, &lt;Einzelfelder_Datum&gt;">
            <a:extLst>
              <a:ext uri="{FF2B5EF4-FFF2-40B4-BE49-F238E27FC236}">
                <a16:creationId xmlns:a16="http://schemas.microsoft.com/office/drawing/2014/main" id="{B1323FEA-EBF4-4D0D-903F-F7D9F322AF79}"/>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29" name="Bildplatzhalter 21">
            <a:extLst>
              <a:ext uri="{FF2B5EF4-FFF2-40B4-BE49-F238E27FC236}">
                <a16:creationId xmlns:a16="http://schemas.microsoft.com/office/drawing/2014/main" id="{6DAB252E-9367-4CCD-9C6E-4EF95D98F007}"/>
              </a:ext>
            </a:extLst>
          </p:cNvPr>
          <p:cNvSpPr>
            <a:spLocks noGrp="1"/>
          </p:cNvSpPr>
          <p:nvPr>
            <p:ph type="pic" sz="quarter" idx="16" hasCustomPrompt="1"/>
          </p:nvPr>
        </p:nvSpPr>
        <p:spPr>
          <a:xfrm>
            <a:off x="358775" y="1538287"/>
            <a:ext cx="4824000" cy="4824000"/>
          </a:xfrm>
          <a:solidFill>
            <a:schemeClr val="bg1">
              <a:lumMod val="95000"/>
            </a:schemeClr>
          </a:solidFill>
        </p:spPr>
        <p:txBody>
          <a:bodyPr/>
          <a:lstStyle>
            <a:lvl1pPr>
              <a:defRPr sz="800"/>
            </a:lvl1pPr>
          </a:lstStyle>
          <a:p>
            <a:r>
              <a:rPr lang="de-CH" dirty="0"/>
              <a:t>Titelbild</a:t>
            </a:r>
          </a:p>
        </p:txBody>
      </p:sp>
      <p:sp>
        <p:nvSpPr>
          <p:cNvPr id="9" name="Textplatzhalter 8">
            <a:extLst>
              <a:ext uri="{FF2B5EF4-FFF2-40B4-BE49-F238E27FC236}">
                <a16:creationId xmlns:a16="http://schemas.microsoft.com/office/drawing/2014/main" id="{BA336A55-AC84-EF04-526F-9ACC05F6C548}"/>
              </a:ext>
            </a:extLst>
          </p:cNvPr>
          <p:cNvSpPr>
            <a:spLocks noGrp="1"/>
          </p:cNvSpPr>
          <p:nvPr>
            <p:ph type="body" sz="quarter" idx="17" hasCustomPrompt="1"/>
          </p:nvPr>
        </p:nvSpPr>
        <p:spPr>
          <a:xfrm>
            <a:off x="5543550" y="4529138"/>
            <a:ext cx="5065713" cy="1533525"/>
          </a:xfrm>
        </p:spPr>
        <p:txBody>
          <a:bodyPr/>
          <a:lstStyle>
            <a:lvl1pPr marL="171450" marR="0" indent="-171450" algn="l" defTabSz="820857" rtl="0" eaLnBrk="1" fontAlgn="auto" latinLnBrk="0" hangingPunct="1">
              <a:lnSpc>
                <a:spcPct val="117000"/>
              </a:lnSpc>
              <a:spcBef>
                <a:spcPts val="200"/>
              </a:spcBef>
              <a:spcAft>
                <a:spcPts val="0"/>
              </a:spcAft>
              <a:buClrTx/>
              <a:buSzTx/>
              <a:buFont typeface="Wingdings" panose="05000000000000000000" pitchFamily="2" charset="2"/>
              <a:buChar char="*"/>
              <a:tabLst/>
              <a:defRPr sz="1200"/>
            </a:lvl1pPr>
          </a:lstStyle>
          <a:p>
            <a:pPr marL="0" marR="0" lvl="0" indent="0" algn="l" defTabSz="820857" rtl="0" eaLnBrk="1" fontAlgn="auto" latinLnBrk="0" hangingPunct="1">
              <a:lnSpc>
                <a:spcPct val="117000"/>
              </a:lnSpc>
              <a:spcBef>
                <a:spcPts val="0"/>
              </a:spcBef>
              <a:spcAft>
                <a:spcPts val="0"/>
              </a:spcAft>
              <a:buClrTx/>
              <a:buSzTx/>
              <a:buFontTx/>
              <a:buNone/>
              <a:tabLst/>
              <a:defRPr/>
            </a:pPr>
            <a:r>
              <a:rPr kumimoji="0" lang="de-CH" sz="1800" b="1" i="0" u="none" strike="noStrike" kern="1200" cap="all" spc="50" normalizeH="0" baseline="0" noProof="0" dirty="0">
                <a:ln>
                  <a:noFill/>
                </a:ln>
                <a:solidFill>
                  <a:srgbClr val="000000"/>
                </a:solidFill>
                <a:effectLst/>
                <a:uLnTx/>
                <a:uFillTx/>
                <a:latin typeface="Arial" panose="020B0604020202020204"/>
                <a:ea typeface="+mn-ea"/>
                <a:cs typeface="+mn-cs"/>
              </a:rPr>
              <a:t>Ass.-Prof. Dr. David Weisstanner</a:t>
            </a:r>
          </a:p>
          <a:p>
            <a:pPr marL="171450" marR="0" lvl="0" indent="-171450" algn="l" defTabSz="820857" rtl="0" eaLnBrk="1" fontAlgn="auto" latinLnBrk="0" hangingPunct="1">
              <a:lnSpc>
                <a:spcPct val="117000"/>
              </a:lnSpc>
              <a:spcBef>
                <a:spcPts val="200"/>
              </a:spcBef>
              <a:spcAft>
                <a:spcPts val="0"/>
              </a:spcAft>
              <a:buClrTx/>
              <a:buSzTx/>
              <a:buFont typeface="Wingdings" panose="05000000000000000000" pitchFamily="2" charset="2"/>
              <a:buChar char="*"/>
              <a:tabLst/>
              <a:defRPr/>
            </a:pPr>
            <a:r>
              <a:rPr kumimoji="0" lang="de-CH" sz="1800" b="0" i="0" u="none" strike="noStrike" kern="1200" cap="none" spc="50" normalizeH="0" baseline="0" noProof="0" dirty="0">
                <a:ln>
                  <a:noFill/>
                </a:ln>
                <a:solidFill>
                  <a:srgbClr val="000000"/>
                </a:solidFill>
                <a:effectLst/>
                <a:uLnTx/>
                <a:uFillTx/>
                <a:latin typeface="Arial" panose="020B0604020202020204"/>
                <a:ea typeface="+mn-ea"/>
                <a:cs typeface="+mn-cs"/>
                <a:hlinkClick r:id="rId2"/>
              </a:rPr>
              <a:t>david.weisstanner@unilu.ch</a:t>
            </a:r>
            <a:endParaRPr kumimoji="0" lang="de-CH" sz="1800" b="0" i="0" u="none" strike="noStrike" kern="1200" cap="none" spc="5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62498757"/>
      </p:ext>
    </p:extLst>
  </p:cSld>
  <p:clrMapOvr>
    <a:masterClrMapping/>
  </p:clrMapOvr>
  <p:extLst>
    <p:ext uri="{DCECCB84-F9BA-43D5-87BE-67443E8EF086}">
      <p15:sldGuideLst xmlns:p15="http://schemas.microsoft.com/office/powerpoint/2012/main">
        <p15:guide id="1" orient="horz" pos="2682"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Text, 1-spaltig">
    <p:spTree>
      <p:nvGrpSpPr>
        <p:cNvPr id="1" name=""/>
        <p:cNvGrpSpPr/>
        <p:nvPr/>
      </p:nvGrpSpPr>
      <p:grpSpPr>
        <a:xfrm>
          <a:off x="0" y="0"/>
          <a:ext cx="0" cy="0"/>
          <a:chOff x="0" y="0"/>
          <a:chExt cx="0" cy="0"/>
        </a:xfrm>
      </p:grpSpPr>
      <p:sp>
        <p:nvSpPr>
          <p:cNvPr id="2" name="Titel 1" descr="INHALT">
            <a:extLst>
              <a:ext uri="{FF2B5EF4-FFF2-40B4-BE49-F238E27FC236}">
                <a16:creationId xmlns:a16="http://schemas.microsoft.com/office/drawing/2014/main" id="{155DB9D7-2559-468D-A3AB-FDCFA00B7BA4}"/>
              </a:ext>
            </a:extLst>
          </p:cNvPr>
          <p:cNvSpPr>
            <a:spLocks noGrp="1"/>
          </p:cNvSpPr>
          <p:nvPr>
            <p:ph type="title"/>
          </p:nvPr>
        </p:nvSpPr>
        <p:spPr>
          <a:xfrm>
            <a:off x="500514" y="654261"/>
            <a:ext cx="9923646" cy="375642"/>
          </a:xfrm>
        </p:spPr>
        <p:txBody>
          <a:bodyPr/>
          <a:lstStyle>
            <a:lvl1pPr algn="ctr">
              <a:defRPr sz="2800" b="1">
                <a:solidFill>
                  <a:srgbClr val="0068B4"/>
                </a:solidFill>
                <a:latin typeface="+mj-lt"/>
                <a:cs typeface="Arial" panose="020B0604020202020204" pitchFamily="34" charset="0"/>
              </a:defRPr>
            </a:lvl1pPr>
          </a:lstStyle>
          <a:p>
            <a:r>
              <a:rPr lang="en-US" dirty="0"/>
              <a:t>Click to edit Master title style</a:t>
            </a:r>
            <a:endParaRPr lang="de-CH" dirty="0"/>
          </a:p>
        </p:txBody>
      </p:sp>
      <p:sp>
        <p:nvSpPr>
          <p:cNvPr id="6" name="Datumsplatzhalter 5" descr="&lt;Einzelfelder_Präsentationstitel&gt;, &lt;Einzelfelder_Datum&gt;">
            <a:extLst>
              <a:ext uri="{FF2B5EF4-FFF2-40B4-BE49-F238E27FC236}">
                <a16:creationId xmlns:a16="http://schemas.microsoft.com/office/drawing/2014/main" id="{2CF66EB9-A461-4BE9-A12B-60ABA80C6940}"/>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7" name="Fußzeilenplatzhalter 6" descr="&lt;Mitarbeitende_Ersteller_Mitarbeitende_Titelmitname&gt;">
            <a:extLst>
              <a:ext uri="{FF2B5EF4-FFF2-40B4-BE49-F238E27FC236}">
                <a16:creationId xmlns:a16="http://schemas.microsoft.com/office/drawing/2014/main" id="{5D0BA506-B2AF-4860-87C2-5838B2D526D3}"/>
              </a:ext>
            </a:extLst>
          </p:cNvPr>
          <p:cNvSpPr>
            <a:spLocks noGrp="1"/>
          </p:cNvSpPr>
          <p:nvPr>
            <p:ph type="ftr" sz="quarter" idx="11"/>
          </p:nvPr>
        </p:nvSpPr>
        <p:spPr/>
        <p:txBody>
          <a:bodyPr/>
          <a:lstStyle>
            <a:lvl1pPr>
              <a:defRPr sz="1000"/>
            </a:lvl1pPr>
          </a:lstStyle>
          <a:p>
            <a:endParaRPr lang="de-CH" dirty="0"/>
          </a:p>
        </p:txBody>
      </p:sp>
      <p:sp>
        <p:nvSpPr>
          <p:cNvPr id="8" name="Foliennummernplatzhalter 7">
            <a:extLst>
              <a:ext uri="{FF2B5EF4-FFF2-40B4-BE49-F238E27FC236}">
                <a16:creationId xmlns:a16="http://schemas.microsoft.com/office/drawing/2014/main" id="{3600938A-377D-46DC-9CEE-22805093B19D}"/>
              </a:ext>
            </a:extLst>
          </p:cNvPr>
          <p:cNvSpPr>
            <a:spLocks noGrp="1"/>
          </p:cNvSpPr>
          <p:nvPr>
            <p:ph type="sldNum" sz="quarter" idx="12"/>
          </p:nvPr>
        </p:nvSpPr>
        <p:spPr/>
        <p:txBody>
          <a:bodyPr/>
          <a:lstStyle/>
          <a:p>
            <a:fld id="{0A6ABA92-B65E-42F5-BB28-73DA50746AED}" type="slidenum">
              <a:rPr lang="de-CH"/>
              <a:t>‹Nr.›</a:t>
            </a:fld>
            <a:endParaRPr lang="de-CH" dirty="0"/>
          </a:p>
        </p:txBody>
      </p:sp>
      <p:sp>
        <p:nvSpPr>
          <p:cNvPr id="4" name="Textplatzhalter 3">
            <a:extLst>
              <a:ext uri="{FF2B5EF4-FFF2-40B4-BE49-F238E27FC236}">
                <a16:creationId xmlns:a16="http://schemas.microsoft.com/office/drawing/2014/main" id="{CA3DCDC9-8581-4933-B09A-8E31DBD4F626}"/>
              </a:ext>
            </a:extLst>
          </p:cNvPr>
          <p:cNvSpPr>
            <a:spLocks noGrp="1"/>
          </p:cNvSpPr>
          <p:nvPr>
            <p:ph type="body" sz="quarter" idx="13"/>
          </p:nvPr>
        </p:nvSpPr>
        <p:spPr>
          <a:xfrm>
            <a:off x="498789" y="1521881"/>
            <a:ext cx="10083486" cy="4656138"/>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Tree>
    <p:extLst>
      <p:ext uri="{BB962C8B-B14F-4D97-AF65-F5344CB8AC3E}">
        <p14:creationId xmlns:p14="http://schemas.microsoft.com/office/powerpoint/2010/main" val="743765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titel">
    <p:spTree>
      <p:nvGrpSpPr>
        <p:cNvPr id="1" name=""/>
        <p:cNvGrpSpPr/>
        <p:nvPr/>
      </p:nvGrpSpPr>
      <p:grpSpPr>
        <a:xfrm>
          <a:off x="0" y="0"/>
          <a:ext cx="0" cy="0"/>
          <a:chOff x="0" y="0"/>
          <a:chExt cx="0" cy="0"/>
        </a:xfrm>
      </p:grpSpPr>
      <p:sp>
        <p:nvSpPr>
          <p:cNvPr id="2" name="Titel 1" descr="INHALT">
            <a:extLst>
              <a:ext uri="{FF2B5EF4-FFF2-40B4-BE49-F238E27FC236}">
                <a16:creationId xmlns:a16="http://schemas.microsoft.com/office/drawing/2014/main" id="{155DB9D7-2559-468D-A3AB-FDCFA00B7BA4}"/>
              </a:ext>
            </a:extLst>
          </p:cNvPr>
          <p:cNvSpPr>
            <a:spLocks noGrp="1"/>
          </p:cNvSpPr>
          <p:nvPr>
            <p:ph type="title" hasCustomPrompt="1"/>
          </p:nvPr>
        </p:nvSpPr>
        <p:spPr>
          <a:xfrm>
            <a:off x="677334" y="4845272"/>
            <a:ext cx="9550400" cy="360000"/>
          </a:xfrm>
        </p:spPr>
        <p:txBody>
          <a:bodyPr/>
          <a:lstStyle>
            <a:lvl1pPr algn="ctr">
              <a:defRPr sz="4400" b="1">
                <a:solidFill>
                  <a:srgbClr val="0068B4"/>
                </a:solidFill>
                <a:latin typeface="+mj-lt"/>
                <a:cs typeface="Arial" panose="020B0604020202020204" pitchFamily="34" charset="0"/>
              </a:defRPr>
            </a:lvl1pPr>
          </a:lstStyle>
          <a:p>
            <a:r>
              <a:rPr lang="en-US" dirty="0"/>
              <a:t>Click to edit Master title style</a:t>
            </a:r>
            <a:endParaRPr lang="de-CH" dirty="0"/>
          </a:p>
        </p:txBody>
      </p:sp>
      <p:sp>
        <p:nvSpPr>
          <p:cNvPr id="6" name="Datumsplatzhalter 5" descr="&lt;Einzelfelder_Präsentationstitel&gt;, &lt;Einzelfelder_Datum&gt;">
            <a:extLst>
              <a:ext uri="{FF2B5EF4-FFF2-40B4-BE49-F238E27FC236}">
                <a16:creationId xmlns:a16="http://schemas.microsoft.com/office/drawing/2014/main" id="{2CF66EB9-A461-4BE9-A12B-60ABA80C6940}"/>
              </a:ext>
            </a:extLst>
          </p:cNvPr>
          <p:cNvSpPr>
            <a:spLocks noGrp="1"/>
          </p:cNvSpPr>
          <p:nvPr>
            <p:ph type="dt" sz="half" idx="10"/>
          </p:nvPr>
        </p:nvSpPr>
        <p:spPr>
          <a:xfrm>
            <a:off x="360001" y="6417721"/>
            <a:ext cx="5039088" cy="216000"/>
          </a:xfrm>
          <a:prstGeom prst="rect">
            <a:avLst/>
          </a:prstGeom>
        </p:spPr>
        <p:txBody>
          <a:bodyPr/>
          <a:lstStyle>
            <a:lvl1pPr>
              <a:defRPr sz="900"/>
            </a:lvl1pPr>
          </a:lstStyle>
          <a:p>
            <a:r>
              <a:rPr lang="de-DE"/>
              <a:t>Title of the presentation, 15 April 2025</a:t>
            </a:r>
            <a:endParaRPr lang="de-CH" dirty="0"/>
          </a:p>
        </p:txBody>
      </p:sp>
      <p:sp>
        <p:nvSpPr>
          <p:cNvPr id="7" name="Fußzeilenplatzhalter 6" descr="&lt;Mitarbeitende_Ersteller_Mitarbeitende_Titelmitname&gt;">
            <a:extLst>
              <a:ext uri="{FF2B5EF4-FFF2-40B4-BE49-F238E27FC236}">
                <a16:creationId xmlns:a16="http://schemas.microsoft.com/office/drawing/2014/main" id="{5D0BA506-B2AF-4860-87C2-5838B2D526D3}"/>
              </a:ext>
            </a:extLst>
          </p:cNvPr>
          <p:cNvSpPr>
            <a:spLocks noGrp="1"/>
          </p:cNvSpPr>
          <p:nvPr>
            <p:ph type="ftr" sz="quarter" idx="11"/>
          </p:nvPr>
        </p:nvSpPr>
        <p:spPr/>
        <p:txBody>
          <a:bodyPr/>
          <a:lstStyle>
            <a:lvl1pPr>
              <a:defRPr sz="900"/>
            </a:lvl1pPr>
          </a:lstStyle>
          <a:p>
            <a:endParaRPr lang="de-CH" dirty="0"/>
          </a:p>
        </p:txBody>
      </p:sp>
      <p:sp>
        <p:nvSpPr>
          <p:cNvPr id="8" name="Foliennummernplatzhalter 7">
            <a:extLst>
              <a:ext uri="{FF2B5EF4-FFF2-40B4-BE49-F238E27FC236}">
                <a16:creationId xmlns:a16="http://schemas.microsoft.com/office/drawing/2014/main" id="{3600938A-377D-46DC-9CEE-22805093B19D}"/>
              </a:ext>
            </a:extLst>
          </p:cNvPr>
          <p:cNvSpPr>
            <a:spLocks noGrp="1"/>
          </p:cNvSpPr>
          <p:nvPr>
            <p:ph type="sldNum" sz="quarter" idx="12"/>
          </p:nvPr>
        </p:nvSpPr>
        <p:spPr/>
        <p:txBody>
          <a:bodyPr/>
          <a:lstStyle/>
          <a:p>
            <a:fld id="{0A6ABA92-B65E-42F5-BB28-73DA50746AED}" type="slidenum">
              <a:rPr lang="de-CH"/>
              <a:t>‹Nr.›</a:t>
            </a:fld>
            <a:endParaRPr lang="de-CH" dirty="0"/>
          </a:p>
        </p:txBody>
      </p:sp>
    </p:spTree>
    <p:extLst>
      <p:ext uri="{BB962C8B-B14F-4D97-AF65-F5344CB8AC3E}">
        <p14:creationId xmlns:p14="http://schemas.microsoft.com/office/powerpoint/2010/main" val="26034926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BB907FC-8EEA-4706-98EB-1F20D0D83E28}"/>
              </a:ext>
            </a:extLst>
          </p:cNvPr>
          <p:cNvSpPr>
            <a:spLocks noGrp="1"/>
          </p:cNvSpPr>
          <p:nvPr>
            <p:ph type="title"/>
          </p:nvPr>
        </p:nvSpPr>
        <p:spPr>
          <a:xfrm>
            <a:off x="360000" y="1009863"/>
            <a:ext cx="10224000" cy="360000"/>
          </a:xfrm>
          <a:prstGeom prst="rect">
            <a:avLst/>
          </a:prstGeom>
        </p:spPr>
        <p:txBody>
          <a:bodyPr vert="horz" lIns="0" tIns="0" rIns="0" bIns="0" rtlCol="0" anchor="t" anchorCtr="0">
            <a:noAutofit/>
          </a:bodyPr>
          <a:lstStyle/>
          <a:p>
            <a:r>
              <a:rPr lang="de-CH" dirty="0"/>
              <a:t>Mastertitelformat bearbeiten</a:t>
            </a:r>
          </a:p>
        </p:txBody>
      </p:sp>
      <p:sp>
        <p:nvSpPr>
          <p:cNvPr id="3" name="Textplatzhalter 2">
            <a:extLst>
              <a:ext uri="{FF2B5EF4-FFF2-40B4-BE49-F238E27FC236}">
                <a16:creationId xmlns:a16="http://schemas.microsoft.com/office/drawing/2014/main" id="{CBCB51EB-182E-4020-8D86-3EF8848E6CB1}"/>
              </a:ext>
            </a:extLst>
          </p:cNvPr>
          <p:cNvSpPr>
            <a:spLocks noGrp="1"/>
          </p:cNvSpPr>
          <p:nvPr>
            <p:ph type="body" idx="1"/>
          </p:nvPr>
        </p:nvSpPr>
        <p:spPr>
          <a:xfrm>
            <a:off x="358775" y="1484314"/>
            <a:ext cx="10224000" cy="4752974"/>
          </a:xfrm>
          <a:prstGeom prst="rect">
            <a:avLst/>
          </a:prstGeom>
        </p:spPr>
        <p:txBody>
          <a:bodyPr vert="horz" lIns="0" tIns="0" rIns="0" bIns="0" rtlCol="0">
            <a:noAutofit/>
          </a:bodyPr>
          <a:lstStyle/>
          <a:p>
            <a:pPr lvl="0"/>
            <a:r>
              <a:rPr lang="de-CH" dirty="0"/>
              <a:t>Mastertextformat bearbeiten</a:t>
            </a:r>
          </a:p>
          <a:p>
            <a:pPr lvl="1"/>
            <a:r>
              <a:rPr lang="de-CH" dirty="0"/>
              <a:t>Zweite Ebene</a:t>
            </a:r>
          </a:p>
          <a:p>
            <a:pPr lvl="2"/>
            <a:r>
              <a:rPr lang="de-CH" dirty="0"/>
              <a:t>Dritte Ebene</a:t>
            </a:r>
          </a:p>
          <a:p>
            <a:pPr lvl="3"/>
            <a:r>
              <a:rPr lang="de-CH" dirty="0"/>
              <a:t>Vierte Ebene</a:t>
            </a:r>
          </a:p>
          <a:p>
            <a:pPr lvl="4"/>
            <a:r>
              <a:rPr lang="de-CH" dirty="0"/>
              <a:t>Fünfte Ebene</a:t>
            </a:r>
          </a:p>
          <a:p>
            <a:pPr lvl="5"/>
            <a:r>
              <a:rPr lang="de-CH" dirty="0"/>
              <a:t>Sechste Ebene</a:t>
            </a:r>
          </a:p>
        </p:txBody>
      </p:sp>
      <p:sp>
        <p:nvSpPr>
          <p:cNvPr id="5" name="Fußzeilenplatzhalter 4" descr="&lt;Mitarbeitende_Ersteller_Mitarbeitende_Titelmitname&gt;">
            <a:extLst>
              <a:ext uri="{FF2B5EF4-FFF2-40B4-BE49-F238E27FC236}">
                <a16:creationId xmlns:a16="http://schemas.microsoft.com/office/drawing/2014/main" id="{BA7469D3-D758-4D66-B52B-335D0B004E98}"/>
              </a:ext>
            </a:extLst>
          </p:cNvPr>
          <p:cNvSpPr>
            <a:spLocks noGrp="1"/>
          </p:cNvSpPr>
          <p:nvPr>
            <p:ph type="ftr" sz="quarter" idx="3"/>
          </p:nvPr>
        </p:nvSpPr>
        <p:spPr>
          <a:xfrm>
            <a:off x="5543550" y="6417721"/>
            <a:ext cx="4176713" cy="216000"/>
          </a:xfrm>
          <a:prstGeom prst="rect">
            <a:avLst/>
          </a:prstGeom>
        </p:spPr>
        <p:txBody>
          <a:bodyPr vert="horz" lIns="0" tIns="0" rIns="0" bIns="18000" rtlCol="0" anchor="b" anchorCtr="0"/>
          <a:lstStyle>
            <a:lvl1pPr algn="l">
              <a:defRPr sz="700">
                <a:solidFill>
                  <a:srgbClr val="000000"/>
                </a:solidFill>
              </a:defRPr>
            </a:lvl1pPr>
          </a:lstStyle>
          <a:p>
            <a:endParaRPr lang="de-CH" dirty="0"/>
          </a:p>
        </p:txBody>
      </p:sp>
      <p:sp>
        <p:nvSpPr>
          <p:cNvPr id="6" name="Foliennummernplatzhalter 5">
            <a:extLst>
              <a:ext uri="{FF2B5EF4-FFF2-40B4-BE49-F238E27FC236}">
                <a16:creationId xmlns:a16="http://schemas.microsoft.com/office/drawing/2014/main" id="{B6B6E1BC-0BF1-4586-8DE0-316908CCD9C2}"/>
              </a:ext>
            </a:extLst>
          </p:cNvPr>
          <p:cNvSpPr>
            <a:spLocks noGrp="1"/>
          </p:cNvSpPr>
          <p:nvPr>
            <p:ph type="sldNum" sz="quarter" idx="4"/>
          </p:nvPr>
        </p:nvSpPr>
        <p:spPr>
          <a:xfrm>
            <a:off x="10084859" y="6525721"/>
            <a:ext cx="718050" cy="216000"/>
          </a:xfrm>
          <a:prstGeom prst="rect">
            <a:avLst/>
          </a:prstGeom>
        </p:spPr>
        <p:txBody>
          <a:bodyPr vert="horz" lIns="0" tIns="0" rIns="0" bIns="0" rtlCol="0" anchor="b" anchorCtr="0"/>
          <a:lstStyle>
            <a:lvl1pPr algn="r">
              <a:defRPr sz="1000">
                <a:solidFill>
                  <a:srgbClr val="000000"/>
                </a:solidFill>
              </a:defRPr>
            </a:lvl1pPr>
          </a:lstStyle>
          <a:p>
            <a:fld id="{0A6ABA92-B65E-42F5-BB28-73DA50746AED}" type="slidenum">
              <a:rPr lang="de-CH" smtClean="0"/>
              <a:pPr/>
              <a:t>‹Nr.›</a:t>
            </a:fld>
            <a:endParaRPr lang="de-CH" dirty="0"/>
          </a:p>
        </p:txBody>
      </p:sp>
    </p:spTree>
    <p:extLst>
      <p:ext uri="{BB962C8B-B14F-4D97-AF65-F5344CB8AC3E}">
        <p14:creationId xmlns:p14="http://schemas.microsoft.com/office/powerpoint/2010/main" val="22612526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Lst>
  <p:hf hdr="0" ftr="0" dt="0"/>
  <p:txStyles>
    <p:titleStyle>
      <a:lvl1pPr algn="l" defTabSz="820857" rtl="0" eaLnBrk="1" latinLnBrk="0" hangingPunct="1">
        <a:lnSpc>
          <a:spcPct val="95000"/>
        </a:lnSpc>
        <a:spcBef>
          <a:spcPct val="0"/>
        </a:spcBef>
        <a:buNone/>
        <a:defRPr sz="2000" b="1" kern="1200" cap="all" spc="30" baseline="0">
          <a:solidFill>
            <a:srgbClr val="000000"/>
          </a:solidFill>
          <a:latin typeface="+mj-lt"/>
          <a:ea typeface="+mj-ea"/>
          <a:cs typeface="+mj-cs"/>
        </a:defRPr>
      </a:lvl1pPr>
    </p:titleStyle>
    <p:bodyStyle>
      <a:lvl1pPr marL="0" indent="0" algn="l" defTabSz="864000" rtl="0" eaLnBrk="1" latinLnBrk="0" hangingPunct="1">
        <a:lnSpc>
          <a:spcPct val="105000"/>
        </a:lnSpc>
        <a:spcBef>
          <a:spcPts val="200"/>
        </a:spcBef>
        <a:spcAft>
          <a:spcPts val="100"/>
        </a:spcAft>
        <a:buFont typeface="Arial" panose="020B0604020202020204" pitchFamily="34" charset="0"/>
        <a:buNone/>
        <a:defRPr sz="1800" kern="1200">
          <a:solidFill>
            <a:srgbClr val="000000"/>
          </a:solidFill>
          <a:latin typeface="+mn-lt"/>
          <a:ea typeface="+mn-ea"/>
          <a:cs typeface="+mn-cs"/>
        </a:defRPr>
      </a:lvl1pPr>
      <a:lvl2pPr marL="216000" indent="-216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2pPr>
      <a:lvl3pPr marL="198000" indent="-270000" algn="l" defTabSz="864000" rtl="0" eaLnBrk="1" latinLnBrk="0" hangingPunct="1">
        <a:lnSpc>
          <a:spcPct val="105000"/>
        </a:lnSpc>
        <a:spcBef>
          <a:spcPts val="600"/>
        </a:spcBef>
        <a:spcAft>
          <a:spcPts val="100"/>
        </a:spcAft>
        <a:buFont typeface="+mj-lt"/>
        <a:buAutoNum type="arabicPeriod"/>
        <a:defRPr sz="1800" kern="1200">
          <a:solidFill>
            <a:srgbClr val="000000"/>
          </a:solidFill>
          <a:latin typeface="+mn-lt"/>
          <a:ea typeface="+mn-ea"/>
          <a:cs typeface="+mn-cs"/>
        </a:defRPr>
      </a:lvl3pPr>
      <a:lvl4pPr marL="432000" indent="-180000" algn="l" defTabSz="864000" rtl="0" eaLnBrk="1" latinLnBrk="0" hangingPunct="1">
        <a:lnSpc>
          <a:spcPct val="105000"/>
        </a:lnSpc>
        <a:spcBef>
          <a:spcPts val="200"/>
        </a:spcBef>
        <a:spcAft>
          <a:spcPts val="100"/>
        </a:spcAft>
        <a:buFont typeface="Wingdings" panose="05000000000000000000" pitchFamily="2" charset="2"/>
        <a:buChar char="§"/>
        <a:defRPr sz="1800" kern="1200">
          <a:solidFill>
            <a:srgbClr val="000000"/>
          </a:solidFill>
          <a:latin typeface="+mn-lt"/>
          <a:ea typeface="+mn-ea"/>
          <a:cs typeface="+mn-cs"/>
        </a:defRPr>
      </a:lvl4pPr>
      <a:lvl5pPr marL="648000" indent="-180000" algn="l" defTabSz="864000" rtl="0" eaLnBrk="1" latinLnBrk="0" hangingPunct="1">
        <a:lnSpc>
          <a:spcPct val="105000"/>
        </a:lnSpc>
        <a:spcBef>
          <a:spcPts val="200"/>
        </a:spcBef>
        <a:spcAft>
          <a:spcPts val="100"/>
        </a:spcAft>
        <a:buFont typeface="Courier New" panose="02070309020205020404" pitchFamily="49" charset="0"/>
        <a:buChar char="o"/>
        <a:defRPr sz="1800" kern="1200">
          <a:solidFill>
            <a:srgbClr val="000000"/>
          </a:solidFill>
          <a:latin typeface="+mn-lt"/>
          <a:ea typeface="+mn-ea"/>
          <a:cs typeface="+mn-cs"/>
        </a:defRPr>
      </a:lvl5pPr>
      <a:lvl6pPr marL="864000" indent="-180000" algn="l" defTabSz="864000" rtl="0" eaLnBrk="1" latinLnBrk="0" hangingPunct="1">
        <a:lnSpc>
          <a:spcPct val="105000"/>
        </a:lnSpc>
        <a:spcBef>
          <a:spcPts val="200"/>
        </a:spcBef>
        <a:spcAft>
          <a:spcPts val="100"/>
        </a:spcAft>
        <a:buFont typeface="Arial" panose="020B0604020202020204" pitchFamily="34" charset="0"/>
        <a:buChar char="–"/>
        <a:defRPr sz="1800" kern="1200">
          <a:solidFill>
            <a:srgbClr val="000000"/>
          </a:solidFill>
          <a:latin typeface="+mn-lt"/>
          <a:ea typeface="+mn-ea"/>
          <a:cs typeface="+mn-cs"/>
        </a:defRPr>
      </a:lvl6pPr>
      <a:lvl7pPr marL="1080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7pPr>
      <a:lvl8pPr marL="1296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8pPr>
      <a:lvl9pPr marL="1512000" indent="-216000" algn="l" defTabSz="864000" rtl="0" eaLnBrk="1" latinLnBrk="0" hangingPunct="1">
        <a:lnSpc>
          <a:spcPct val="105000"/>
        </a:lnSpc>
        <a:spcBef>
          <a:spcPts val="200"/>
        </a:spcBef>
        <a:spcAft>
          <a:spcPts val="100"/>
        </a:spcAft>
        <a:buFont typeface="Arial" panose="020B0604020202020204" pitchFamily="34" charset="0"/>
        <a:buChar char="–"/>
        <a:defRPr sz="1400" kern="1200">
          <a:solidFill>
            <a:srgbClr val="000000"/>
          </a:solidFill>
          <a:latin typeface="+mn-lt"/>
          <a:ea typeface="+mn-ea"/>
          <a:cs typeface="+mn-cs"/>
        </a:defRPr>
      </a:lvl9pPr>
    </p:bodyStyle>
    <p:otherStyle>
      <a:defPPr>
        <a:defRPr lang="de-DE"/>
      </a:defPPr>
      <a:lvl1pPr marL="0" algn="l" defTabSz="820857" rtl="0" eaLnBrk="1" latinLnBrk="0" hangingPunct="1">
        <a:defRPr sz="1616" kern="1200">
          <a:solidFill>
            <a:schemeClr val="tx1"/>
          </a:solidFill>
          <a:latin typeface="+mn-lt"/>
          <a:ea typeface="+mn-ea"/>
          <a:cs typeface="+mn-cs"/>
        </a:defRPr>
      </a:lvl1pPr>
      <a:lvl2pPr marL="410428" algn="l" defTabSz="820857" rtl="0" eaLnBrk="1" latinLnBrk="0" hangingPunct="1">
        <a:defRPr sz="1616" kern="1200">
          <a:solidFill>
            <a:schemeClr val="tx1"/>
          </a:solidFill>
          <a:latin typeface="+mn-lt"/>
          <a:ea typeface="+mn-ea"/>
          <a:cs typeface="+mn-cs"/>
        </a:defRPr>
      </a:lvl2pPr>
      <a:lvl3pPr marL="820857" algn="l" defTabSz="820857" rtl="0" eaLnBrk="1" latinLnBrk="0" hangingPunct="1">
        <a:defRPr sz="1616" kern="1200">
          <a:solidFill>
            <a:schemeClr val="tx1"/>
          </a:solidFill>
          <a:latin typeface="+mn-lt"/>
          <a:ea typeface="+mn-ea"/>
          <a:cs typeface="+mn-cs"/>
        </a:defRPr>
      </a:lvl3pPr>
      <a:lvl4pPr marL="1231285" algn="l" defTabSz="820857" rtl="0" eaLnBrk="1" latinLnBrk="0" hangingPunct="1">
        <a:defRPr sz="1616" kern="1200">
          <a:solidFill>
            <a:schemeClr val="tx1"/>
          </a:solidFill>
          <a:latin typeface="+mn-lt"/>
          <a:ea typeface="+mn-ea"/>
          <a:cs typeface="+mn-cs"/>
        </a:defRPr>
      </a:lvl4pPr>
      <a:lvl5pPr marL="1641714" algn="l" defTabSz="820857" rtl="0" eaLnBrk="1" latinLnBrk="0" hangingPunct="1">
        <a:defRPr sz="1616" kern="1200">
          <a:solidFill>
            <a:schemeClr val="tx1"/>
          </a:solidFill>
          <a:latin typeface="+mn-lt"/>
          <a:ea typeface="+mn-ea"/>
          <a:cs typeface="+mn-cs"/>
        </a:defRPr>
      </a:lvl5pPr>
      <a:lvl6pPr marL="2052142" algn="l" defTabSz="820857" rtl="0" eaLnBrk="1" latinLnBrk="0" hangingPunct="1">
        <a:defRPr sz="1616" kern="1200">
          <a:solidFill>
            <a:schemeClr val="tx1"/>
          </a:solidFill>
          <a:latin typeface="+mn-lt"/>
          <a:ea typeface="+mn-ea"/>
          <a:cs typeface="+mn-cs"/>
        </a:defRPr>
      </a:lvl6pPr>
      <a:lvl7pPr marL="2462571" algn="l" defTabSz="820857" rtl="0" eaLnBrk="1" latinLnBrk="0" hangingPunct="1">
        <a:defRPr sz="1616" kern="1200">
          <a:solidFill>
            <a:schemeClr val="tx1"/>
          </a:solidFill>
          <a:latin typeface="+mn-lt"/>
          <a:ea typeface="+mn-ea"/>
          <a:cs typeface="+mn-cs"/>
        </a:defRPr>
      </a:lvl7pPr>
      <a:lvl8pPr marL="2872999" algn="l" defTabSz="820857" rtl="0" eaLnBrk="1" latinLnBrk="0" hangingPunct="1">
        <a:defRPr sz="1616" kern="1200">
          <a:solidFill>
            <a:schemeClr val="tx1"/>
          </a:solidFill>
          <a:latin typeface="+mn-lt"/>
          <a:ea typeface="+mn-ea"/>
          <a:cs typeface="+mn-cs"/>
        </a:defRPr>
      </a:lvl8pPr>
      <a:lvl9pPr marL="3283428" algn="l" defTabSz="820857" rtl="0" eaLnBrk="1" latinLnBrk="0" hangingPunct="1">
        <a:defRPr sz="16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userDrawn="1">
          <p15:clr>
            <a:srgbClr val="547EBF"/>
          </p15:clr>
        </p15:guide>
        <p15:guide id="2" pos="6668" userDrawn="1">
          <p15:clr>
            <a:srgbClr val="547EBF"/>
          </p15:clr>
        </p15:guide>
        <p15:guide id="5" orient="horz" pos="3929" userDrawn="1">
          <p15:clr>
            <a:srgbClr val="547EBF"/>
          </p15:clr>
        </p15:guide>
        <p15:guide id="6" orient="horz" pos="4178" userDrawn="1">
          <p15:clr>
            <a:srgbClr val="547EBF"/>
          </p15:clr>
        </p15:guide>
        <p15:guide id="8" pos="3492" userDrawn="1">
          <p15:clr>
            <a:srgbClr val="5ACBF0"/>
          </p15:clr>
        </p15:guide>
        <p15:guide id="9" pos="3402" userDrawn="1">
          <p15:clr>
            <a:srgbClr val="5ACBF0"/>
          </p15:clr>
        </p15:guide>
        <p15:guide id="10" pos="2948" userDrawn="1">
          <p15:clr>
            <a:srgbClr val="5ACBF0"/>
          </p15:clr>
        </p15:guide>
        <p15:guide id="11" pos="2857" userDrawn="1">
          <p15:clr>
            <a:srgbClr val="5ACBF0"/>
          </p15:clr>
        </p15:guide>
        <p15:guide id="12" pos="2404" userDrawn="1">
          <p15:clr>
            <a:srgbClr val="5ACBF0"/>
          </p15:clr>
        </p15:guide>
        <p15:guide id="13" pos="2313" userDrawn="1">
          <p15:clr>
            <a:srgbClr val="5ACBF0"/>
          </p15:clr>
        </p15:guide>
        <p15:guide id="14" pos="1859" userDrawn="1">
          <p15:clr>
            <a:srgbClr val="5ACBF0"/>
          </p15:clr>
        </p15:guide>
        <p15:guide id="15" pos="1769" userDrawn="1">
          <p15:clr>
            <a:srgbClr val="5ACBF0"/>
          </p15:clr>
        </p15:guide>
        <p15:guide id="16" pos="1315" userDrawn="1">
          <p15:clr>
            <a:srgbClr val="5ACBF0"/>
          </p15:clr>
        </p15:guide>
        <p15:guide id="17" pos="1224" userDrawn="1">
          <p15:clr>
            <a:srgbClr val="5ACBF0"/>
          </p15:clr>
        </p15:guide>
        <p15:guide id="18" pos="771" userDrawn="1">
          <p15:clr>
            <a:srgbClr val="5ACBF0"/>
          </p15:clr>
        </p15:guide>
        <p15:guide id="19" pos="680" userDrawn="1">
          <p15:clr>
            <a:srgbClr val="5ACBF0"/>
          </p15:clr>
        </p15:guide>
        <p15:guide id="20" pos="3946" userDrawn="1">
          <p15:clr>
            <a:srgbClr val="5ACBF0"/>
          </p15:clr>
        </p15:guide>
        <p15:guide id="21" pos="4037" userDrawn="1">
          <p15:clr>
            <a:srgbClr val="5ACBF0"/>
          </p15:clr>
        </p15:guide>
        <p15:guide id="22" pos="4581" userDrawn="1">
          <p15:clr>
            <a:srgbClr val="5ACBF0"/>
          </p15:clr>
        </p15:guide>
        <p15:guide id="23" pos="4490" userDrawn="1">
          <p15:clr>
            <a:srgbClr val="5ACBF0"/>
          </p15:clr>
        </p15:guide>
        <p15:guide id="24" pos="5035" userDrawn="1">
          <p15:clr>
            <a:srgbClr val="5ACBF0"/>
          </p15:clr>
        </p15:guide>
        <p15:guide id="25" pos="5125" userDrawn="1">
          <p15:clr>
            <a:srgbClr val="5ACBF0"/>
          </p15:clr>
        </p15:guide>
        <p15:guide id="26" pos="5579" userDrawn="1">
          <p15:clr>
            <a:srgbClr val="5ACBF0"/>
          </p15:clr>
        </p15:guide>
        <p15:guide id="27" pos="5670" userDrawn="1">
          <p15:clr>
            <a:srgbClr val="5ACBF0"/>
          </p15:clr>
        </p15:guide>
        <p15:guide id="28" pos="6123" userDrawn="1">
          <p15:clr>
            <a:srgbClr val="5ACBF0"/>
          </p15:clr>
        </p15:guide>
        <p15:guide id="29" pos="6214" userDrawn="1">
          <p15:clr>
            <a:srgbClr val="5ACBF0"/>
          </p15:clr>
        </p15:guide>
        <p15:guide id="32" orient="horz" pos="232" userDrawn="1">
          <p15:clr>
            <a:srgbClr val="547EBF"/>
          </p15:clr>
        </p15:guide>
        <p15:guide id="36" orient="horz" pos="969" userDrawn="1">
          <p15:clr>
            <a:srgbClr val="5ACBF0"/>
          </p15:clr>
        </p15:guide>
        <p15:guide id="37" orient="horz" pos="66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bin"/></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bag.admin.ch/en/activities-to-promote-health-equit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www.who.int/data/inequality-monitor/data" TargetMode="Externa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hyperlink" Target="https://ec.europa.eu/eurostat/web/health/database"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hyperlink" Target="https://www.bag.admin.ch/dam/de/sd-web/eJzz0Ebd9ndr/report-indicators-on-healthcare-equity.pdf" TargetMode="External"/><Relationship Id="rId4" Type="http://schemas.openxmlformats.org/officeDocument/2006/relationships/hyperlink" Target="https://www.obsan.admin.ch/de/publikationen/2023-gesundheitliche-chancengleichheit-datenquellen"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186/s12939-025-02548-6" TargetMode="External"/><Relationship Id="rId7" Type="http://schemas.openxmlformats.org/officeDocument/2006/relationships/hyperlink" Target="https://www.who.int/publications/i/item/9789240107588" TargetMode="External"/><Relationship Id="rId2" Type="http://schemas.openxmlformats.org/officeDocument/2006/relationships/hyperlink" Target="https://doi.org/10.1111/j.1468-0009.2010.00614.x" TargetMode="External"/><Relationship Id="rId1" Type="http://schemas.openxmlformats.org/officeDocument/2006/relationships/slideLayout" Target="../slideLayouts/slideLayout2.xml"/><Relationship Id="rId6" Type="http://schemas.openxmlformats.org/officeDocument/2006/relationships/hyperlink" Target="https://doi.org/10.1016/j.puhe.2019.03.023" TargetMode="External"/><Relationship Id="rId5" Type="http://schemas.openxmlformats.org/officeDocument/2006/relationships/hyperlink" Target="https://doi.org/10.1111/j.1468-0009.2010.00587.x" TargetMode="External"/><Relationship Id="rId4" Type="http://schemas.openxmlformats.org/officeDocument/2006/relationships/hyperlink" Target="https://doi.org/10.2105/AJPH.2025.3080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E98A9F4D-1DC9-9B15-B829-BCC7FA06C574}"/>
              </a:ext>
            </a:extLst>
          </p:cNvPr>
          <p:cNvPicPr>
            <a:picLocks noChangeAspect="1"/>
          </p:cNvPicPr>
          <p:nvPr/>
        </p:nvPicPr>
        <p:blipFill>
          <a:blip r:embed="rId3">
            <a:alphaModFix amt="20000"/>
          </a:blip>
          <a:srcRect l="6136" r="4773"/>
          <a:stretch>
            <a:fillRect/>
          </a:stretch>
        </p:blipFill>
        <p:spPr>
          <a:xfrm>
            <a:off x="0" y="0"/>
            <a:ext cx="10944225" cy="6868141"/>
          </a:xfrm>
          <a:prstGeom prst="rect">
            <a:avLst/>
          </a:prstGeom>
        </p:spPr>
      </p:pic>
      <p:pic>
        <p:nvPicPr>
          <p:cNvPr id="6" name="Grafik 5">
            <a:extLst>
              <a:ext uri="{FF2B5EF4-FFF2-40B4-BE49-F238E27FC236}">
                <a16:creationId xmlns:a16="http://schemas.microsoft.com/office/drawing/2014/main" id="{994F14CC-4D14-46F5-B520-ADCE2CD58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93" y="133665"/>
            <a:ext cx="1355467" cy="334795"/>
          </a:xfrm>
          <a:prstGeom prst="rect">
            <a:avLst/>
          </a:prstGeom>
        </p:spPr>
      </p:pic>
      <p:sp>
        <p:nvSpPr>
          <p:cNvPr id="3" name="Textfeld 2">
            <a:extLst>
              <a:ext uri="{FF2B5EF4-FFF2-40B4-BE49-F238E27FC236}">
                <a16:creationId xmlns:a16="http://schemas.microsoft.com/office/drawing/2014/main" id="{1C813FDB-2757-6E2D-8B33-097B6E97B20B}"/>
              </a:ext>
            </a:extLst>
          </p:cNvPr>
          <p:cNvSpPr txBox="1"/>
          <p:nvPr/>
        </p:nvSpPr>
        <p:spPr>
          <a:xfrm>
            <a:off x="1736438" y="1044624"/>
            <a:ext cx="7777017" cy="50475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4000" b="1" i="0" u="none" strike="noStrike" kern="1200" cap="none" spc="0" normalizeH="0" baseline="0" noProof="0" dirty="0">
                <a:ln>
                  <a:noFill/>
                </a:ln>
                <a:solidFill>
                  <a:srgbClr val="000000"/>
                </a:solidFill>
                <a:effectLst/>
                <a:uLnTx/>
                <a:uFillTx/>
                <a:latin typeface="Franklin Gothic Medium" panose="020B0603020102020204"/>
                <a:ea typeface="+mn-ea"/>
                <a:cs typeface="+mn-cs"/>
              </a:rPr>
              <a:t>Health </a:t>
            </a:r>
            <a:r>
              <a:rPr kumimoji="0" lang="de-CH" sz="4000" b="1" i="0" u="none" strike="noStrike" kern="1200" cap="none" spc="0" normalizeH="0" baseline="0" noProof="0" dirty="0" err="1">
                <a:ln>
                  <a:noFill/>
                </a:ln>
                <a:solidFill>
                  <a:srgbClr val="000000"/>
                </a:solidFill>
                <a:effectLst/>
                <a:uLnTx/>
                <a:uFillTx/>
                <a:latin typeface="Franklin Gothic Medium" panose="020B0603020102020204"/>
                <a:ea typeface="+mn-ea"/>
                <a:cs typeface="+mn-cs"/>
              </a:rPr>
              <a:t>Inequality</a:t>
            </a:r>
            <a:r>
              <a:rPr kumimoji="0" lang="de-CH" sz="4000" b="1" i="0" u="none" strike="noStrike" kern="1200" cap="none" spc="0" normalizeH="0" baseline="0" noProof="0" dirty="0">
                <a:ln>
                  <a:noFill/>
                </a:ln>
                <a:solidFill>
                  <a:srgbClr val="000000"/>
                </a:solidFill>
                <a:effectLst/>
                <a:uLnTx/>
                <a:uFillTx/>
                <a:latin typeface="Franklin Gothic Medium" panose="020B0603020102020204"/>
                <a:ea typeface="+mn-ea"/>
                <a:cs typeface="+mn-cs"/>
              </a:rPr>
              <a:t> and Public Policy</a:t>
            </a:r>
          </a:p>
          <a:p>
            <a:endParaRPr lang="de-CH" sz="4000" b="1" dirty="0">
              <a:solidFill>
                <a:srgbClr val="0070C0"/>
              </a:solidFill>
              <a:latin typeface="+mj-lt"/>
            </a:endParaRPr>
          </a:p>
          <a:p>
            <a:pPr algn="ctr"/>
            <a:r>
              <a:rPr lang="de-CH" sz="4000" b="1" dirty="0">
                <a:solidFill>
                  <a:srgbClr val="0070C0"/>
                </a:solidFill>
                <a:latin typeface="+mj-lt"/>
              </a:rPr>
              <a:t>(2)</a:t>
            </a:r>
          </a:p>
          <a:p>
            <a:pPr algn="ctr"/>
            <a:r>
              <a:rPr lang="de-CH" sz="4000" b="1" dirty="0" err="1">
                <a:solidFill>
                  <a:srgbClr val="0070C0"/>
                </a:solidFill>
                <a:latin typeface="+mj-lt"/>
              </a:rPr>
              <a:t>What</a:t>
            </a:r>
            <a:r>
              <a:rPr lang="de-CH" sz="4000" b="1" dirty="0">
                <a:solidFill>
                  <a:srgbClr val="0070C0"/>
                </a:solidFill>
                <a:latin typeface="+mj-lt"/>
              </a:rPr>
              <a:t> </a:t>
            </a:r>
            <a:r>
              <a:rPr lang="de-CH" sz="4000" b="1" dirty="0" err="1">
                <a:solidFill>
                  <a:srgbClr val="0070C0"/>
                </a:solidFill>
                <a:latin typeface="+mj-lt"/>
              </a:rPr>
              <a:t>is</a:t>
            </a:r>
            <a:r>
              <a:rPr lang="de-CH" sz="4000" b="1" dirty="0">
                <a:solidFill>
                  <a:srgbClr val="0070C0"/>
                </a:solidFill>
                <a:latin typeface="+mj-lt"/>
              </a:rPr>
              <a:t> </a:t>
            </a:r>
            <a:r>
              <a:rPr lang="de-CH" sz="4000" b="1" dirty="0" err="1">
                <a:solidFill>
                  <a:srgbClr val="0070C0"/>
                </a:solidFill>
                <a:latin typeface="+mj-lt"/>
              </a:rPr>
              <a:t>health</a:t>
            </a:r>
            <a:r>
              <a:rPr lang="de-CH" sz="4000" b="1" dirty="0">
                <a:solidFill>
                  <a:srgbClr val="0070C0"/>
                </a:solidFill>
                <a:latin typeface="+mj-lt"/>
              </a:rPr>
              <a:t> </a:t>
            </a:r>
            <a:r>
              <a:rPr lang="de-CH" sz="4000" b="1" dirty="0" err="1">
                <a:solidFill>
                  <a:srgbClr val="0070C0"/>
                </a:solidFill>
                <a:latin typeface="+mj-lt"/>
              </a:rPr>
              <a:t>inequality</a:t>
            </a:r>
            <a:r>
              <a:rPr lang="de-CH" sz="4000" b="1" dirty="0">
                <a:solidFill>
                  <a:srgbClr val="0070C0"/>
                </a:solidFill>
                <a:latin typeface="+mj-lt"/>
              </a:rPr>
              <a:t>?</a:t>
            </a:r>
          </a:p>
          <a:p>
            <a:pPr algn="ctr"/>
            <a:endParaRPr lang="en-GB" sz="2400" dirty="0"/>
          </a:p>
          <a:p>
            <a:pPr algn="ctr"/>
            <a:endParaRPr lang="en-GB" sz="2400" dirty="0"/>
          </a:p>
          <a:p>
            <a:pPr algn="ctr"/>
            <a:r>
              <a:rPr lang="en-GB" sz="2400" dirty="0"/>
              <a:t>Monday, 22. September 2025</a:t>
            </a:r>
          </a:p>
          <a:p>
            <a:pPr algn="ctr"/>
            <a:endParaRPr lang="de-CH" dirty="0"/>
          </a:p>
          <a:p>
            <a:pPr algn="ctr"/>
            <a:endParaRPr lang="de-CH" dirty="0"/>
          </a:p>
          <a:p>
            <a:pPr algn="ctr"/>
            <a:r>
              <a:rPr lang="de-CH" dirty="0"/>
              <a:t>Ass.-Prof. Dr. David Weisstanner</a:t>
            </a:r>
          </a:p>
          <a:p>
            <a:pPr algn="ctr"/>
            <a:r>
              <a:rPr lang="en-GB" dirty="0"/>
              <a:t>Faculty of Health Sciences and Medicine</a:t>
            </a:r>
          </a:p>
          <a:p>
            <a:pPr algn="ctr"/>
            <a:r>
              <a:rPr lang="en-GB" dirty="0"/>
              <a:t>University of Lucerne</a:t>
            </a:r>
          </a:p>
        </p:txBody>
      </p:sp>
    </p:spTree>
    <p:extLst>
      <p:ext uri="{BB962C8B-B14F-4D97-AF65-F5344CB8AC3E}">
        <p14:creationId xmlns:p14="http://schemas.microsoft.com/office/powerpoint/2010/main" val="88053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5A210CB-42C8-1C00-1BB7-17B10F97C87A}"/>
              </a:ext>
            </a:extLst>
          </p:cNvPr>
          <p:cNvSpPr>
            <a:spLocks noGrp="1"/>
          </p:cNvSpPr>
          <p:nvPr>
            <p:ph type="sldNum" sz="quarter" idx="12"/>
          </p:nvPr>
        </p:nvSpPr>
        <p:spPr/>
        <p:txBody>
          <a:bodyPr/>
          <a:lstStyle/>
          <a:p>
            <a:fld id="{0A6ABA92-B65E-42F5-BB28-73DA50746AED}" type="slidenum">
              <a:rPr lang="de-CH" smtClean="0"/>
              <a:t>2</a:t>
            </a:fld>
            <a:endParaRPr lang="de-CH" dirty="0"/>
          </a:p>
        </p:txBody>
      </p:sp>
      <p:pic>
        <p:nvPicPr>
          <p:cNvPr id="5" name="Grafik 4">
            <a:extLst>
              <a:ext uri="{FF2B5EF4-FFF2-40B4-BE49-F238E27FC236}">
                <a16:creationId xmlns:a16="http://schemas.microsoft.com/office/drawing/2014/main" id="{F035336F-EF9F-EE22-3F34-8E68788C5874}"/>
              </a:ext>
            </a:extLst>
          </p:cNvPr>
          <p:cNvPicPr>
            <a:picLocks noChangeAspect="1"/>
          </p:cNvPicPr>
          <p:nvPr/>
        </p:nvPicPr>
        <p:blipFill>
          <a:blip r:embed="rId2"/>
          <a:stretch>
            <a:fillRect/>
          </a:stretch>
        </p:blipFill>
        <p:spPr>
          <a:xfrm>
            <a:off x="3140344" y="128796"/>
            <a:ext cx="4663536" cy="6600407"/>
          </a:xfrm>
          <a:prstGeom prst="rect">
            <a:avLst/>
          </a:prstGeom>
          <a:ln>
            <a:noFill/>
          </a:ln>
        </p:spPr>
      </p:pic>
      <p:sp>
        <p:nvSpPr>
          <p:cNvPr id="7" name="Textfeld 6">
            <a:extLst>
              <a:ext uri="{FF2B5EF4-FFF2-40B4-BE49-F238E27FC236}">
                <a16:creationId xmlns:a16="http://schemas.microsoft.com/office/drawing/2014/main" id="{C642A37A-A3B8-BE20-8F34-4DF26A4FA008}"/>
              </a:ext>
            </a:extLst>
          </p:cNvPr>
          <p:cNvSpPr txBox="1"/>
          <p:nvPr/>
        </p:nvSpPr>
        <p:spPr>
          <a:xfrm>
            <a:off x="532967" y="698791"/>
            <a:ext cx="5472544" cy="646331"/>
          </a:xfrm>
          <a:prstGeom prst="rect">
            <a:avLst/>
          </a:prstGeom>
          <a:noFill/>
        </p:spPr>
        <p:txBody>
          <a:bodyPr wrap="square">
            <a:spAutoFit/>
          </a:bodyPr>
          <a:lstStyle/>
          <a:p>
            <a:r>
              <a:rPr lang="de-CH" dirty="0" err="1"/>
              <a:t>BSc</a:t>
            </a:r>
            <a:r>
              <a:rPr lang="de-CH" dirty="0"/>
              <a:t> </a:t>
            </a:r>
            <a:r>
              <a:rPr lang="de-CH" dirty="0" err="1"/>
              <a:t>thesis</a:t>
            </a:r>
            <a:r>
              <a:rPr lang="de-CH" dirty="0"/>
              <a:t> </a:t>
            </a:r>
            <a:r>
              <a:rPr lang="de-CH" dirty="0" err="1"/>
              <a:t>by</a:t>
            </a:r>
            <a:endParaRPr lang="de-CH" dirty="0"/>
          </a:p>
          <a:p>
            <a:r>
              <a:rPr lang="de-CH" dirty="0"/>
              <a:t>Abisha Baskaran</a:t>
            </a:r>
          </a:p>
        </p:txBody>
      </p:sp>
    </p:spTree>
    <p:extLst>
      <p:ext uri="{BB962C8B-B14F-4D97-AF65-F5344CB8AC3E}">
        <p14:creationId xmlns:p14="http://schemas.microsoft.com/office/powerpoint/2010/main" val="2457242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E5D5-761E-9DFB-2EAC-DC3B1DD71F5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93FA0F-19E3-C4A3-BFFD-D231AD2D81B1}"/>
              </a:ext>
            </a:extLst>
          </p:cNvPr>
          <p:cNvSpPr>
            <a:spLocks noGrp="1"/>
          </p:cNvSpPr>
          <p:nvPr>
            <p:ph type="title"/>
          </p:nvPr>
        </p:nvSpPr>
        <p:spPr/>
        <p:txBody>
          <a:bodyPr/>
          <a:lstStyle/>
          <a:p>
            <a:r>
              <a:rPr lang="de-CH" dirty="0" err="1"/>
              <a:t>Two</a:t>
            </a:r>
            <a:r>
              <a:rPr lang="de-CH" dirty="0"/>
              <a:t> </a:t>
            </a:r>
            <a:r>
              <a:rPr lang="de-CH" dirty="0" err="1"/>
              <a:t>key</a:t>
            </a:r>
            <a:r>
              <a:rPr lang="de-CH" dirty="0"/>
              <a:t> </a:t>
            </a:r>
            <a:r>
              <a:rPr lang="de-CH" dirty="0" err="1"/>
              <a:t>definitions</a:t>
            </a:r>
            <a:endParaRPr lang="de-CH" dirty="0"/>
          </a:p>
        </p:txBody>
      </p:sp>
      <p:sp>
        <p:nvSpPr>
          <p:cNvPr id="3" name="Foliennummernplatzhalter 2">
            <a:extLst>
              <a:ext uri="{FF2B5EF4-FFF2-40B4-BE49-F238E27FC236}">
                <a16:creationId xmlns:a16="http://schemas.microsoft.com/office/drawing/2014/main" id="{77AA839C-7473-63EB-EBC0-D939AA6B4A7A}"/>
              </a:ext>
            </a:extLst>
          </p:cNvPr>
          <p:cNvSpPr>
            <a:spLocks noGrp="1"/>
          </p:cNvSpPr>
          <p:nvPr>
            <p:ph type="sldNum" sz="quarter" idx="12"/>
          </p:nvPr>
        </p:nvSpPr>
        <p:spPr/>
        <p:txBody>
          <a:bodyPr/>
          <a:lstStyle/>
          <a:p>
            <a:fld id="{0A6ABA92-B65E-42F5-BB28-73DA50746AED}" type="slidenum">
              <a:rPr lang="de-CH" smtClean="0"/>
              <a:t>3</a:t>
            </a:fld>
            <a:endParaRPr lang="de-CH" dirty="0"/>
          </a:p>
        </p:txBody>
      </p:sp>
      <p:graphicFrame>
        <p:nvGraphicFramePr>
          <p:cNvPr id="6" name="Diagramm 5">
            <a:extLst>
              <a:ext uri="{FF2B5EF4-FFF2-40B4-BE49-F238E27FC236}">
                <a16:creationId xmlns:a16="http://schemas.microsoft.com/office/drawing/2014/main" id="{79789A3D-A6B2-58DC-836D-87F9BAF8D0B3}"/>
              </a:ext>
            </a:extLst>
          </p:cNvPr>
          <p:cNvGraphicFramePr/>
          <p:nvPr>
            <p:extLst>
              <p:ext uri="{D42A27DB-BD31-4B8C-83A1-F6EECF244321}">
                <p14:modId xmlns:p14="http://schemas.microsoft.com/office/powerpoint/2010/main" val="2353016593"/>
              </p:ext>
            </p:extLst>
          </p:nvPr>
        </p:nvGraphicFramePr>
        <p:xfrm>
          <a:off x="498789" y="1521881"/>
          <a:ext cx="10083486" cy="4656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ußzeilenplatzhalter 4">
            <a:extLst>
              <a:ext uri="{FF2B5EF4-FFF2-40B4-BE49-F238E27FC236}">
                <a16:creationId xmlns:a16="http://schemas.microsoft.com/office/drawing/2014/main" id="{2732FECF-DEB1-D6B4-5B3D-655A74D1BC5F}"/>
              </a:ext>
            </a:extLst>
          </p:cNvPr>
          <p:cNvSpPr>
            <a:spLocks noGrp="1"/>
          </p:cNvSpPr>
          <p:nvPr>
            <p:ph type="ftr" sz="quarter" idx="11"/>
          </p:nvPr>
        </p:nvSpPr>
        <p:spPr/>
        <p:txBody>
          <a:bodyPr/>
          <a:lstStyle/>
          <a:p>
            <a:r>
              <a:rPr lang="de-CH" dirty="0"/>
              <a:t>WHO (2025: 5, Box 1); </a:t>
            </a:r>
            <a:r>
              <a:rPr lang="de-CH" dirty="0" err="1"/>
              <a:t>see</a:t>
            </a:r>
            <a:r>
              <a:rPr lang="de-CH" dirty="0"/>
              <a:t> also McCartney et al. (2019); </a:t>
            </a:r>
            <a:r>
              <a:rPr lang="de-CH" dirty="0" err="1"/>
              <a:t>Braveman</a:t>
            </a:r>
            <a:r>
              <a:rPr lang="de-CH" dirty="0"/>
              <a:t> (2025)</a:t>
            </a:r>
          </a:p>
        </p:txBody>
      </p:sp>
    </p:spTree>
    <p:extLst>
      <p:ext uri="{BB962C8B-B14F-4D97-AF65-F5344CB8AC3E}">
        <p14:creationId xmlns:p14="http://schemas.microsoft.com/office/powerpoint/2010/main" val="721960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4E0DC-2E7F-9756-4796-A10B589824D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81F5B3-5E85-6D78-438F-F5ED160CF19A}"/>
              </a:ext>
            </a:extLst>
          </p:cNvPr>
          <p:cNvSpPr>
            <a:spLocks noGrp="1"/>
          </p:cNvSpPr>
          <p:nvPr>
            <p:ph type="title"/>
          </p:nvPr>
        </p:nvSpPr>
        <p:spPr/>
        <p:txBody>
          <a:bodyPr/>
          <a:lstStyle/>
          <a:p>
            <a:r>
              <a:rPr lang="de-CH" dirty="0" err="1"/>
              <a:t>Two</a:t>
            </a:r>
            <a:r>
              <a:rPr lang="de-CH" dirty="0"/>
              <a:t> </a:t>
            </a:r>
            <a:r>
              <a:rPr lang="de-CH" dirty="0" err="1"/>
              <a:t>key</a:t>
            </a:r>
            <a:r>
              <a:rPr lang="de-CH" dirty="0"/>
              <a:t> </a:t>
            </a:r>
            <a:r>
              <a:rPr lang="de-CH" dirty="0" err="1"/>
              <a:t>definitions</a:t>
            </a:r>
            <a:endParaRPr lang="de-CH" dirty="0"/>
          </a:p>
        </p:txBody>
      </p:sp>
      <p:sp>
        <p:nvSpPr>
          <p:cNvPr id="3" name="Foliennummernplatzhalter 2">
            <a:extLst>
              <a:ext uri="{FF2B5EF4-FFF2-40B4-BE49-F238E27FC236}">
                <a16:creationId xmlns:a16="http://schemas.microsoft.com/office/drawing/2014/main" id="{57105E43-E135-E2C0-503E-C1A8F0DE6D22}"/>
              </a:ext>
            </a:extLst>
          </p:cNvPr>
          <p:cNvSpPr>
            <a:spLocks noGrp="1"/>
          </p:cNvSpPr>
          <p:nvPr>
            <p:ph type="sldNum" sz="quarter" idx="12"/>
          </p:nvPr>
        </p:nvSpPr>
        <p:spPr/>
        <p:txBody>
          <a:bodyPr/>
          <a:lstStyle/>
          <a:p>
            <a:fld id="{0A6ABA92-B65E-42F5-BB28-73DA50746AED}" type="slidenum">
              <a:rPr lang="de-CH" smtClean="0"/>
              <a:t>4</a:t>
            </a:fld>
            <a:endParaRPr lang="de-CH" dirty="0"/>
          </a:p>
        </p:txBody>
      </p:sp>
      <p:graphicFrame>
        <p:nvGraphicFramePr>
          <p:cNvPr id="6" name="Diagramm 5">
            <a:extLst>
              <a:ext uri="{FF2B5EF4-FFF2-40B4-BE49-F238E27FC236}">
                <a16:creationId xmlns:a16="http://schemas.microsoft.com/office/drawing/2014/main" id="{4EC17D3E-394F-9723-1959-C44C4BF56AD1}"/>
              </a:ext>
            </a:extLst>
          </p:cNvPr>
          <p:cNvGraphicFramePr/>
          <p:nvPr>
            <p:extLst>
              <p:ext uri="{D42A27DB-BD31-4B8C-83A1-F6EECF244321}">
                <p14:modId xmlns:p14="http://schemas.microsoft.com/office/powerpoint/2010/main" val="1010441165"/>
              </p:ext>
            </p:extLst>
          </p:nvPr>
        </p:nvGraphicFramePr>
        <p:xfrm>
          <a:off x="498789" y="1521881"/>
          <a:ext cx="10083486" cy="4656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ußzeilenplatzhalter 4">
            <a:extLst>
              <a:ext uri="{FF2B5EF4-FFF2-40B4-BE49-F238E27FC236}">
                <a16:creationId xmlns:a16="http://schemas.microsoft.com/office/drawing/2014/main" id="{1F3A3E25-9BFC-0C9A-6BBE-E7F103A1EF2C}"/>
              </a:ext>
            </a:extLst>
          </p:cNvPr>
          <p:cNvSpPr>
            <a:spLocks noGrp="1"/>
          </p:cNvSpPr>
          <p:nvPr>
            <p:ph type="ftr" sz="quarter" idx="11"/>
          </p:nvPr>
        </p:nvSpPr>
        <p:spPr/>
        <p:txBody>
          <a:bodyPr/>
          <a:lstStyle/>
          <a:p>
            <a:r>
              <a:rPr lang="de-CH" dirty="0"/>
              <a:t>WHO (2025: 5, Box 1); </a:t>
            </a:r>
            <a:r>
              <a:rPr lang="de-CH" dirty="0" err="1"/>
              <a:t>see</a:t>
            </a:r>
            <a:r>
              <a:rPr lang="de-CH" dirty="0"/>
              <a:t> also McCartney et al. (2019); </a:t>
            </a:r>
            <a:r>
              <a:rPr lang="de-CH" dirty="0" err="1"/>
              <a:t>Braveman</a:t>
            </a:r>
            <a:r>
              <a:rPr lang="de-CH" dirty="0"/>
              <a:t> (2025)</a:t>
            </a:r>
          </a:p>
        </p:txBody>
      </p:sp>
    </p:spTree>
    <p:extLst>
      <p:ext uri="{BB962C8B-B14F-4D97-AF65-F5344CB8AC3E}">
        <p14:creationId xmlns:p14="http://schemas.microsoft.com/office/powerpoint/2010/main" val="1340528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0A330-41C5-4A74-FA6A-31ACF868150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E3EF0D-5912-7B03-C942-005E495650D4}"/>
              </a:ext>
            </a:extLst>
          </p:cNvPr>
          <p:cNvSpPr>
            <a:spLocks noGrp="1"/>
          </p:cNvSpPr>
          <p:nvPr>
            <p:ph type="title"/>
          </p:nvPr>
        </p:nvSpPr>
        <p:spPr/>
        <p:txBody>
          <a:bodyPr/>
          <a:lstStyle/>
          <a:p>
            <a:r>
              <a:rPr lang="de-CH" dirty="0" err="1"/>
              <a:t>Two</a:t>
            </a:r>
            <a:r>
              <a:rPr lang="de-CH" dirty="0"/>
              <a:t> </a:t>
            </a:r>
            <a:r>
              <a:rPr lang="de-CH" dirty="0" err="1"/>
              <a:t>key</a:t>
            </a:r>
            <a:r>
              <a:rPr lang="de-CH" dirty="0"/>
              <a:t> </a:t>
            </a:r>
            <a:r>
              <a:rPr lang="de-CH" dirty="0" err="1"/>
              <a:t>definitions</a:t>
            </a:r>
            <a:endParaRPr lang="de-CH" dirty="0"/>
          </a:p>
        </p:txBody>
      </p:sp>
      <p:sp>
        <p:nvSpPr>
          <p:cNvPr id="3" name="Foliennummernplatzhalter 2">
            <a:extLst>
              <a:ext uri="{FF2B5EF4-FFF2-40B4-BE49-F238E27FC236}">
                <a16:creationId xmlns:a16="http://schemas.microsoft.com/office/drawing/2014/main" id="{0F2462A6-6586-160F-4A3A-9698D9DFC860}"/>
              </a:ext>
            </a:extLst>
          </p:cNvPr>
          <p:cNvSpPr>
            <a:spLocks noGrp="1"/>
          </p:cNvSpPr>
          <p:nvPr>
            <p:ph type="sldNum" sz="quarter" idx="12"/>
          </p:nvPr>
        </p:nvSpPr>
        <p:spPr/>
        <p:txBody>
          <a:bodyPr/>
          <a:lstStyle/>
          <a:p>
            <a:fld id="{0A6ABA92-B65E-42F5-BB28-73DA50746AED}" type="slidenum">
              <a:rPr lang="de-CH" smtClean="0"/>
              <a:t>5</a:t>
            </a:fld>
            <a:endParaRPr lang="de-CH" dirty="0"/>
          </a:p>
        </p:txBody>
      </p:sp>
      <p:graphicFrame>
        <p:nvGraphicFramePr>
          <p:cNvPr id="6" name="Diagramm 5">
            <a:extLst>
              <a:ext uri="{FF2B5EF4-FFF2-40B4-BE49-F238E27FC236}">
                <a16:creationId xmlns:a16="http://schemas.microsoft.com/office/drawing/2014/main" id="{A2003D30-2ECF-4889-A644-8B5FDFB95BCC}"/>
              </a:ext>
            </a:extLst>
          </p:cNvPr>
          <p:cNvGraphicFramePr/>
          <p:nvPr>
            <p:extLst>
              <p:ext uri="{D42A27DB-BD31-4B8C-83A1-F6EECF244321}">
                <p14:modId xmlns:p14="http://schemas.microsoft.com/office/powerpoint/2010/main" val="375937029"/>
              </p:ext>
            </p:extLst>
          </p:nvPr>
        </p:nvGraphicFramePr>
        <p:xfrm>
          <a:off x="498789" y="1521881"/>
          <a:ext cx="10083486" cy="4656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ußzeilenplatzhalter 4">
            <a:extLst>
              <a:ext uri="{FF2B5EF4-FFF2-40B4-BE49-F238E27FC236}">
                <a16:creationId xmlns:a16="http://schemas.microsoft.com/office/drawing/2014/main" id="{209921EA-F471-01A4-7E3C-D3F23DC95C33}"/>
              </a:ext>
            </a:extLst>
          </p:cNvPr>
          <p:cNvSpPr>
            <a:spLocks noGrp="1"/>
          </p:cNvSpPr>
          <p:nvPr>
            <p:ph type="ftr" sz="quarter" idx="11"/>
          </p:nvPr>
        </p:nvSpPr>
        <p:spPr/>
        <p:txBody>
          <a:bodyPr/>
          <a:lstStyle/>
          <a:p>
            <a:r>
              <a:rPr lang="de-CH" dirty="0"/>
              <a:t>WHO (2025: 5, Box 1); </a:t>
            </a:r>
            <a:r>
              <a:rPr lang="de-CH" dirty="0" err="1"/>
              <a:t>see</a:t>
            </a:r>
            <a:r>
              <a:rPr lang="de-CH" dirty="0"/>
              <a:t> also McCartney et al. (2019); </a:t>
            </a:r>
            <a:r>
              <a:rPr lang="de-CH" dirty="0" err="1"/>
              <a:t>Braveman</a:t>
            </a:r>
            <a:r>
              <a:rPr lang="de-CH" dirty="0"/>
              <a:t> (2025)</a:t>
            </a:r>
          </a:p>
        </p:txBody>
      </p:sp>
      <p:sp>
        <p:nvSpPr>
          <p:cNvPr id="4" name="Textfeld 3">
            <a:extLst>
              <a:ext uri="{FF2B5EF4-FFF2-40B4-BE49-F238E27FC236}">
                <a16:creationId xmlns:a16="http://schemas.microsoft.com/office/drawing/2014/main" id="{EEEFA7EE-F18F-53C8-BDA1-3F2F591ED5BE}"/>
              </a:ext>
            </a:extLst>
          </p:cNvPr>
          <p:cNvSpPr txBox="1"/>
          <p:nvPr/>
        </p:nvSpPr>
        <p:spPr>
          <a:xfrm>
            <a:off x="7186757" y="3652276"/>
            <a:ext cx="3757468" cy="827021"/>
          </a:xfrm>
          <a:prstGeom prst="rect">
            <a:avLst/>
          </a:prstGeom>
          <a:solidFill>
            <a:srgbClr val="4D4D4D">
              <a:alpha val="80000"/>
            </a:srgbClr>
          </a:solidFill>
        </p:spPr>
        <p:txBody>
          <a:bodyPr wrap="square" lIns="0" tIns="0" rIns="0" bIns="0" rtlCol="0">
            <a:spAutoFit/>
          </a:bodyPr>
          <a:lstStyle/>
          <a:p>
            <a:pPr algn="l">
              <a:lnSpc>
                <a:spcPct val="117000"/>
              </a:lnSpc>
            </a:pPr>
            <a:r>
              <a:rPr lang="de-CH" sz="2400" b="1" dirty="0" err="1">
                <a:solidFill>
                  <a:schemeClr val="bg1"/>
                </a:solidFill>
                <a:latin typeface="+mj-lt"/>
              </a:rPr>
              <a:t>Which</a:t>
            </a:r>
            <a:r>
              <a:rPr lang="de-CH" sz="2400" b="1" dirty="0">
                <a:solidFill>
                  <a:schemeClr val="bg1"/>
                </a:solidFill>
                <a:latin typeface="+mj-lt"/>
              </a:rPr>
              <a:t> </a:t>
            </a:r>
            <a:r>
              <a:rPr lang="de-CH" sz="2400" b="1" dirty="0" err="1">
                <a:solidFill>
                  <a:schemeClr val="bg1"/>
                </a:solidFill>
                <a:latin typeface="+mj-lt"/>
              </a:rPr>
              <a:t>definition</a:t>
            </a:r>
            <a:r>
              <a:rPr lang="de-CH" sz="2400" b="1" dirty="0">
                <a:solidFill>
                  <a:schemeClr val="bg1"/>
                </a:solidFill>
                <a:latin typeface="+mj-lt"/>
              </a:rPr>
              <a:t> do </a:t>
            </a:r>
            <a:r>
              <a:rPr lang="de-CH" sz="2400" b="1" dirty="0" err="1">
                <a:solidFill>
                  <a:schemeClr val="bg1"/>
                </a:solidFill>
                <a:latin typeface="+mj-lt"/>
              </a:rPr>
              <a:t>you</a:t>
            </a:r>
            <a:r>
              <a:rPr lang="de-CH" sz="2400" b="1" dirty="0">
                <a:solidFill>
                  <a:schemeClr val="bg1"/>
                </a:solidFill>
                <a:latin typeface="+mj-lt"/>
              </a:rPr>
              <a:t> find </a:t>
            </a:r>
            <a:r>
              <a:rPr lang="de-CH" sz="2400" b="1" dirty="0" err="1">
                <a:solidFill>
                  <a:schemeClr val="bg1"/>
                </a:solidFill>
                <a:latin typeface="+mj-lt"/>
              </a:rPr>
              <a:t>more</a:t>
            </a:r>
            <a:r>
              <a:rPr lang="de-CH" sz="2400" b="1" dirty="0">
                <a:solidFill>
                  <a:schemeClr val="bg1"/>
                </a:solidFill>
                <a:latin typeface="+mj-lt"/>
              </a:rPr>
              <a:t> </a:t>
            </a:r>
            <a:r>
              <a:rPr lang="de-CH" sz="2400" b="1" dirty="0" err="1">
                <a:solidFill>
                  <a:schemeClr val="bg1"/>
                </a:solidFill>
                <a:latin typeface="+mj-lt"/>
              </a:rPr>
              <a:t>convincing</a:t>
            </a:r>
            <a:r>
              <a:rPr lang="de-CH" sz="2400" b="1" dirty="0">
                <a:solidFill>
                  <a:schemeClr val="bg1"/>
                </a:solidFill>
                <a:latin typeface="+mj-lt"/>
              </a:rPr>
              <a:t>, and </a:t>
            </a:r>
            <a:r>
              <a:rPr lang="de-CH" sz="2400" b="1" dirty="0" err="1">
                <a:solidFill>
                  <a:schemeClr val="bg1"/>
                </a:solidFill>
                <a:latin typeface="+mj-lt"/>
              </a:rPr>
              <a:t>why</a:t>
            </a:r>
            <a:r>
              <a:rPr lang="de-CH" sz="2400" b="1" dirty="0">
                <a:solidFill>
                  <a:schemeClr val="bg1"/>
                </a:solidFill>
                <a:latin typeface="+mj-lt"/>
              </a:rPr>
              <a:t>? </a:t>
            </a:r>
          </a:p>
        </p:txBody>
      </p:sp>
      <p:pic>
        <p:nvPicPr>
          <p:cNvPr id="8" name="Grafik 7">
            <a:extLst>
              <a:ext uri="{FF2B5EF4-FFF2-40B4-BE49-F238E27FC236}">
                <a16:creationId xmlns:a16="http://schemas.microsoft.com/office/drawing/2014/main" id="{465915EE-F25C-169C-A2E6-F705D7475BD2}"/>
              </a:ext>
            </a:extLst>
          </p:cNvPr>
          <p:cNvPicPr>
            <a:picLocks noChangeAspect="1"/>
          </p:cNvPicPr>
          <p:nvPr/>
        </p:nvPicPr>
        <p:blipFill>
          <a:blip r:embed="rId8"/>
          <a:stretch>
            <a:fillRect/>
          </a:stretch>
        </p:blipFill>
        <p:spPr>
          <a:xfrm>
            <a:off x="7983472" y="1"/>
            <a:ext cx="2960752" cy="2198254"/>
          </a:xfrm>
          <a:prstGeom prst="rect">
            <a:avLst/>
          </a:prstGeom>
        </p:spPr>
      </p:pic>
      <p:sp>
        <p:nvSpPr>
          <p:cNvPr id="10" name="Textfeld 9">
            <a:extLst>
              <a:ext uri="{FF2B5EF4-FFF2-40B4-BE49-F238E27FC236}">
                <a16:creationId xmlns:a16="http://schemas.microsoft.com/office/drawing/2014/main" id="{B351F5D8-98BD-8D09-D6B5-BF8DE617B01A}"/>
              </a:ext>
            </a:extLst>
          </p:cNvPr>
          <p:cNvSpPr txBox="1"/>
          <p:nvPr/>
        </p:nvSpPr>
        <p:spPr>
          <a:xfrm>
            <a:off x="6456218" y="1204572"/>
            <a:ext cx="1527254" cy="394916"/>
          </a:xfrm>
          <a:prstGeom prst="rect">
            <a:avLst/>
          </a:prstGeom>
          <a:solidFill>
            <a:srgbClr val="4D4D4D">
              <a:alpha val="80000"/>
            </a:srgbClr>
          </a:solidFill>
        </p:spPr>
        <p:txBody>
          <a:bodyPr wrap="square" lIns="0" tIns="0" rIns="0" bIns="0" rtlCol="0">
            <a:spAutoFit/>
          </a:bodyPr>
          <a:lstStyle/>
          <a:p>
            <a:pPr algn="l">
              <a:lnSpc>
                <a:spcPct val="117000"/>
              </a:lnSpc>
            </a:pPr>
            <a:r>
              <a:rPr lang="de-CH" sz="2400" b="1" dirty="0" err="1">
                <a:solidFill>
                  <a:schemeClr val="bg1"/>
                </a:solidFill>
                <a:latin typeface="+mj-lt"/>
              </a:rPr>
              <a:t>Accurate</a:t>
            </a:r>
            <a:r>
              <a:rPr lang="de-CH" sz="2400" b="1" dirty="0">
                <a:solidFill>
                  <a:schemeClr val="bg1"/>
                </a:solidFill>
                <a:latin typeface="+mj-lt"/>
              </a:rPr>
              <a:t>?</a:t>
            </a:r>
          </a:p>
        </p:txBody>
      </p:sp>
    </p:spTree>
    <p:extLst>
      <p:ext uri="{BB962C8B-B14F-4D97-AF65-F5344CB8AC3E}">
        <p14:creationId xmlns:p14="http://schemas.microsoft.com/office/powerpoint/2010/main" val="104012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E5122-7EFC-B513-5B05-32863ACB2C5F}"/>
              </a:ext>
            </a:extLst>
          </p:cNvPr>
          <p:cNvSpPr>
            <a:spLocks noGrp="1"/>
          </p:cNvSpPr>
          <p:nvPr>
            <p:ph type="title"/>
          </p:nvPr>
        </p:nvSpPr>
        <p:spPr/>
        <p:txBody>
          <a:bodyPr/>
          <a:lstStyle/>
          <a:p>
            <a:r>
              <a:rPr lang="de-CH" dirty="0"/>
              <a:t>Definition of </a:t>
            </a:r>
            <a:r>
              <a:rPr lang="de-CH" dirty="0" err="1"/>
              <a:t>health</a:t>
            </a:r>
            <a:r>
              <a:rPr lang="de-CH" dirty="0"/>
              <a:t> </a:t>
            </a:r>
            <a:r>
              <a:rPr lang="de-CH" dirty="0" err="1"/>
              <a:t>equity</a:t>
            </a:r>
            <a:r>
              <a:rPr lang="de-CH" dirty="0"/>
              <a:t> in </a:t>
            </a:r>
            <a:r>
              <a:rPr lang="de-CH" dirty="0" err="1"/>
              <a:t>switzerland</a:t>
            </a:r>
            <a:endParaRPr lang="de-CH" dirty="0"/>
          </a:p>
        </p:txBody>
      </p:sp>
      <p:sp>
        <p:nvSpPr>
          <p:cNvPr id="3" name="Foliennummernplatzhalter 2">
            <a:extLst>
              <a:ext uri="{FF2B5EF4-FFF2-40B4-BE49-F238E27FC236}">
                <a16:creationId xmlns:a16="http://schemas.microsoft.com/office/drawing/2014/main" id="{A9AC9D45-AB42-5E4F-5B17-444C6D96AEFD}"/>
              </a:ext>
            </a:extLst>
          </p:cNvPr>
          <p:cNvSpPr>
            <a:spLocks noGrp="1"/>
          </p:cNvSpPr>
          <p:nvPr>
            <p:ph type="sldNum" sz="quarter" idx="12"/>
          </p:nvPr>
        </p:nvSpPr>
        <p:spPr/>
        <p:txBody>
          <a:bodyPr/>
          <a:lstStyle/>
          <a:p>
            <a:fld id="{0A6ABA92-B65E-42F5-BB28-73DA50746AED}" type="slidenum">
              <a:rPr lang="de-CH" smtClean="0"/>
              <a:t>6</a:t>
            </a:fld>
            <a:endParaRPr lang="de-CH" dirty="0"/>
          </a:p>
        </p:txBody>
      </p:sp>
      <p:sp>
        <p:nvSpPr>
          <p:cNvPr id="4" name="Textplatzhalter 3">
            <a:extLst>
              <a:ext uri="{FF2B5EF4-FFF2-40B4-BE49-F238E27FC236}">
                <a16:creationId xmlns:a16="http://schemas.microsoft.com/office/drawing/2014/main" id="{13E5CD80-1CF8-A1D8-E0C6-43665A906CAC}"/>
              </a:ext>
            </a:extLst>
          </p:cNvPr>
          <p:cNvSpPr>
            <a:spLocks noGrp="1"/>
          </p:cNvSpPr>
          <p:nvPr>
            <p:ph type="body" sz="quarter" idx="13"/>
          </p:nvPr>
        </p:nvSpPr>
        <p:spPr>
          <a:xfrm>
            <a:off x="498789" y="1521881"/>
            <a:ext cx="5366302" cy="4656138"/>
          </a:xfrm>
        </p:spPr>
        <p:txBody>
          <a:bodyPr/>
          <a:lstStyle/>
          <a:p>
            <a:r>
              <a:rPr lang="en-US" dirty="0"/>
              <a:t>Swiss Federal Office of Public Health (FOPH):</a:t>
            </a:r>
          </a:p>
          <a:p>
            <a:endParaRPr lang="en-US" dirty="0"/>
          </a:p>
          <a:p>
            <a:r>
              <a:rPr lang="en-US" dirty="0"/>
              <a:t>“Ensuring </a:t>
            </a:r>
            <a:r>
              <a:rPr lang="en-US" b="1" dirty="0">
                <a:latin typeface="+mj-lt"/>
              </a:rPr>
              <a:t>health equity </a:t>
            </a:r>
            <a:r>
              <a:rPr lang="en-US" dirty="0"/>
              <a:t>means ensuring that everyone has equal opportunities to develop, maintain and if necessary restore their health.”</a:t>
            </a:r>
          </a:p>
          <a:p>
            <a:endParaRPr lang="de-CH" sz="1600" i="1" dirty="0"/>
          </a:p>
          <a:p>
            <a:pPr marL="0" lvl="1" indent="0">
              <a:buNone/>
            </a:pPr>
            <a:r>
              <a:rPr lang="de-CH" sz="1400" i="1" dirty="0"/>
              <a:t>(«</a:t>
            </a:r>
            <a:r>
              <a:rPr lang="de-CH" sz="1400" b="1" i="1" dirty="0">
                <a:latin typeface="+mj-lt"/>
              </a:rPr>
              <a:t>Gesundheitliche Chancengleichheit </a:t>
            </a:r>
            <a:r>
              <a:rPr lang="de-CH" sz="1400" i="1" dirty="0"/>
              <a:t>bedeutet, dass alle die gleichen Möglichkeiten zur Entwicklung, Erhaltung und falls nötig Wiederherstellung ihrer Gesundheit haben.»)</a:t>
            </a:r>
          </a:p>
          <a:p>
            <a:endParaRPr lang="de-CH" sz="1600" i="1" dirty="0"/>
          </a:p>
          <a:p>
            <a:endParaRPr lang="en-US" dirty="0"/>
          </a:p>
          <a:p>
            <a:r>
              <a:rPr lang="en-US" sz="1400" dirty="0"/>
              <a:t>“The promotion of health equity and equitable access to healthcare are guiding principles of Switzerland’s health and integration policy. Through its activities, the FOPH also aims to enhance quality and efficiency in the healthcare system.”</a:t>
            </a:r>
          </a:p>
          <a:p>
            <a:br>
              <a:rPr lang="en-US" sz="1600" dirty="0"/>
            </a:br>
            <a:endParaRPr lang="de-CH" sz="1600" i="1" dirty="0"/>
          </a:p>
          <a:p>
            <a:endParaRPr lang="de-CH" sz="1600" i="1" dirty="0"/>
          </a:p>
        </p:txBody>
      </p:sp>
      <p:sp>
        <p:nvSpPr>
          <p:cNvPr id="5" name="Fußzeilenplatzhalter 4">
            <a:extLst>
              <a:ext uri="{FF2B5EF4-FFF2-40B4-BE49-F238E27FC236}">
                <a16:creationId xmlns:a16="http://schemas.microsoft.com/office/drawing/2014/main" id="{B42FCB4A-A8AC-A026-6002-C79824BDA28B}"/>
              </a:ext>
            </a:extLst>
          </p:cNvPr>
          <p:cNvSpPr>
            <a:spLocks noGrp="1"/>
          </p:cNvSpPr>
          <p:nvPr>
            <p:ph type="ftr" sz="quarter" idx="11"/>
          </p:nvPr>
        </p:nvSpPr>
        <p:spPr/>
        <p:txBody>
          <a:bodyPr/>
          <a:lstStyle/>
          <a:p>
            <a:r>
              <a:rPr lang="de-CH" dirty="0">
                <a:hlinkClick r:id="rId3"/>
              </a:rPr>
              <a:t>https://www.bag.admin.ch/en/activities-to-promote-health-equity</a:t>
            </a:r>
            <a:r>
              <a:rPr lang="de-CH" dirty="0"/>
              <a:t> </a:t>
            </a:r>
          </a:p>
        </p:txBody>
      </p:sp>
      <p:sp>
        <p:nvSpPr>
          <p:cNvPr id="6" name="Textfeld 5">
            <a:extLst>
              <a:ext uri="{FF2B5EF4-FFF2-40B4-BE49-F238E27FC236}">
                <a16:creationId xmlns:a16="http://schemas.microsoft.com/office/drawing/2014/main" id="{30A82D1E-0F79-DB08-1CD6-FDA735C3B2C6}"/>
              </a:ext>
            </a:extLst>
          </p:cNvPr>
          <p:cNvSpPr txBox="1"/>
          <p:nvPr/>
        </p:nvSpPr>
        <p:spPr>
          <a:xfrm>
            <a:off x="6826538" y="2528089"/>
            <a:ext cx="3757468" cy="2129557"/>
          </a:xfrm>
          <a:prstGeom prst="rect">
            <a:avLst/>
          </a:prstGeom>
          <a:solidFill>
            <a:srgbClr val="4D4D4D">
              <a:alpha val="80000"/>
            </a:srgbClr>
          </a:solidFill>
        </p:spPr>
        <p:txBody>
          <a:bodyPr wrap="square" lIns="0" tIns="0" rIns="0" bIns="0" rtlCol="0">
            <a:spAutoFit/>
          </a:bodyPr>
          <a:lstStyle/>
          <a:p>
            <a:pPr algn="l">
              <a:lnSpc>
                <a:spcPct val="117000"/>
              </a:lnSpc>
            </a:pPr>
            <a:r>
              <a:rPr lang="de-CH" sz="2000" b="1" dirty="0" err="1">
                <a:solidFill>
                  <a:schemeClr val="bg1"/>
                </a:solidFill>
                <a:latin typeface="+mj-lt"/>
              </a:rPr>
              <a:t>Contrast</a:t>
            </a:r>
            <a:r>
              <a:rPr lang="de-CH" sz="2000" b="1" dirty="0">
                <a:solidFill>
                  <a:schemeClr val="bg1"/>
                </a:solidFill>
                <a:latin typeface="+mj-lt"/>
              </a:rPr>
              <a:t> </a:t>
            </a:r>
            <a:r>
              <a:rPr lang="de-CH" sz="2000" b="1" dirty="0" err="1">
                <a:solidFill>
                  <a:schemeClr val="bg1"/>
                </a:solidFill>
                <a:latin typeface="+mj-lt"/>
              </a:rPr>
              <a:t>the</a:t>
            </a:r>
            <a:r>
              <a:rPr lang="de-CH" sz="2000" b="1" dirty="0">
                <a:solidFill>
                  <a:schemeClr val="bg1"/>
                </a:solidFill>
                <a:latin typeface="+mj-lt"/>
              </a:rPr>
              <a:t> </a:t>
            </a:r>
            <a:r>
              <a:rPr lang="de-CH" sz="2000" b="1" dirty="0" err="1">
                <a:solidFill>
                  <a:schemeClr val="bg1"/>
                </a:solidFill>
                <a:latin typeface="+mj-lt"/>
              </a:rPr>
              <a:t>FOPH’s</a:t>
            </a:r>
            <a:r>
              <a:rPr lang="de-CH" sz="2000" b="1" dirty="0">
                <a:solidFill>
                  <a:schemeClr val="bg1"/>
                </a:solidFill>
                <a:latin typeface="+mj-lt"/>
              </a:rPr>
              <a:t> </a:t>
            </a:r>
            <a:r>
              <a:rPr lang="de-CH" sz="2000" b="1" dirty="0" err="1">
                <a:solidFill>
                  <a:schemeClr val="bg1"/>
                </a:solidFill>
                <a:latin typeface="+mj-lt"/>
              </a:rPr>
              <a:t>definition</a:t>
            </a:r>
            <a:r>
              <a:rPr lang="de-CH" sz="2000" b="1" dirty="0">
                <a:solidFill>
                  <a:schemeClr val="bg1"/>
                </a:solidFill>
                <a:latin typeface="+mj-lt"/>
              </a:rPr>
              <a:t> </a:t>
            </a:r>
            <a:r>
              <a:rPr lang="de-CH" sz="2000" b="1" dirty="0" err="1">
                <a:solidFill>
                  <a:schemeClr val="bg1"/>
                </a:solidFill>
                <a:latin typeface="+mj-lt"/>
              </a:rPr>
              <a:t>with</a:t>
            </a:r>
            <a:r>
              <a:rPr lang="de-CH" sz="2000" b="1" dirty="0">
                <a:solidFill>
                  <a:schemeClr val="bg1"/>
                </a:solidFill>
                <a:latin typeface="+mj-lt"/>
              </a:rPr>
              <a:t> </a:t>
            </a:r>
            <a:r>
              <a:rPr lang="de-CH" sz="2000" b="1" dirty="0" err="1">
                <a:solidFill>
                  <a:schemeClr val="bg1"/>
                </a:solidFill>
                <a:latin typeface="+mj-lt"/>
              </a:rPr>
              <a:t>the</a:t>
            </a:r>
            <a:r>
              <a:rPr lang="de-CH" sz="2000" b="1" dirty="0">
                <a:solidFill>
                  <a:schemeClr val="bg1"/>
                </a:solidFill>
                <a:latin typeface="+mj-lt"/>
              </a:rPr>
              <a:t> WHO </a:t>
            </a:r>
            <a:r>
              <a:rPr lang="de-CH" sz="2000" b="1" dirty="0" err="1">
                <a:solidFill>
                  <a:schemeClr val="bg1"/>
                </a:solidFill>
                <a:latin typeface="+mj-lt"/>
              </a:rPr>
              <a:t>definitions</a:t>
            </a:r>
            <a:r>
              <a:rPr lang="de-CH" sz="2000" b="1" dirty="0">
                <a:solidFill>
                  <a:schemeClr val="bg1"/>
                </a:solidFill>
                <a:latin typeface="+mj-lt"/>
              </a:rPr>
              <a:t> on </a:t>
            </a:r>
            <a:r>
              <a:rPr lang="de-CH" sz="2000" b="1" dirty="0" err="1">
                <a:solidFill>
                  <a:schemeClr val="bg1"/>
                </a:solidFill>
                <a:latin typeface="+mj-lt"/>
              </a:rPr>
              <a:t>health</a:t>
            </a:r>
            <a:r>
              <a:rPr lang="de-CH" sz="2000" b="1" dirty="0">
                <a:solidFill>
                  <a:schemeClr val="bg1"/>
                </a:solidFill>
                <a:latin typeface="+mj-lt"/>
              </a:rPr>
              <a:t> </a:t>
            </a:r>
            <a:r>
              <a:rPr lang="de-CH" sz="2000" b="1" dirty="0" err="1">
                <a:solidFill>
                  <a:schemeClr val="bg1"/>
                </a:solidFill>
                <a:latin typeface="+mj-lt"/>
              </a:rPr>
              <a:t>inequities</a:t>
            </a:r>
            <a:r>
              <a:rPr lang="de-CH" sz="2000" b="1" dirty="0">
                <a:solidFill>
                  <a:schemeClr val="bg1"/>
                </a:solidFill>
                <a:latin typeface="+mj-lt"/>
              </a:rPr>
              <a:t> and </a:t>
            </a:r>
            <a:r>
              <a:rPr lang="de-CH" sz="2000" b="1" dirty="0" err="1">
                <a:solidFill>
                  <a:schemeClr val="bg1"/>
                </a:solidFill>
                <a:latin typeface="+mj-lt"/>
              </a:rPr>
              <a:t>health</a:t>
            </a:r>
            <a:r>
              <a:rPr lang="de-CH" sz="2000" b="1" dirty="0">
                <a:solidFill>
                  <a:schemeClr val="bg1"/>
                </a:solidFill>
                <a:latin typeface="+mj-lt"/>
              </a:rPr>
              <a:t> </a:t>
            </a:r>
            <a:r>
              <a:rPr lang="de-CH" sz="2000" b="1" dirty="0" err="1">
                <a:solidFill>
                  <a:schemeClr val="bg1"/>
                </a:solidFill>
                <a:latin typeface="+mj-lt"/>
              </a:rPr>
              <a:t>inequalities</a:t>
            </a:r>
            <a:r>
              <a:rPr lang="de-CH" sz="2000" b="1" dirty="0">
                <a:solidFill>
                  <a:schemeClr val="bg1"/>
                </a:solidFill>
                <a:latin typeface="+mj-lt"/>
              </a:rPr>
              <a:t>:</a:t>
            </a:r>
          </a:p>
          <a:p>
            <a:pPr algn="l">
              <a:lnSpc>
                <a:spcPct val="117000"/>
              </a:lnSpc>
            </a:pPr>
            <a:r>
              <a:rPr lang="de-CH" sz="2000" b="1" dirty="0" err="1">
                <a:solidFill>
                  <a:schemeClr val="bg1"/>
                </a:solidFill>
                <a:latin typeface="+mj-lt"/>
              </a:rPr>
              <a:t>Similarities</a:t>
            </a:r>
            <a:r>
              <a:rPr lang="de-CH" sz="2000" b="1" dirty="0">
                <a:solidFill>
                  <a:schemeClr val="bg1"/>
                </a:solidFill>
                <a:latin typeface="+mj-lt"/>
              </a:rPr>
              <a:t>?</a:t>
            </a:r>
          </a:p>
          <a:p>
            <a:pPr algn="l">
              <a:lnSpc>
                <a:spcPct val="117000"/>
              </a:lnSpc>
            </a:pPr>
            <a:r>
              <a:rPr lang="de-CH" sz="2000" b="1" dirty="0" err="1">
                <a:solidFill>
                  <a:schemeClr val="bg1"/>
                </a:solidFill>
                <a:latin typeface="+mj-lt"/>
              </a:rPr>
              <a:t>Differences</a:t>
            </a:r>
            <a:r>
              <a:rPr lang="de-CH" sz="2000" b="1" dirty="0">
                <a:solidFill>
                  <a:schemeClr val="bg1"/>
                </a:solidFill>
                <a:latin typeface="+mj-lt"/>
              </a:rPr>
              <a:t>?</a:t>
            </a:r>
          </a:p>
        </p:txBody>
      </p:sp>
    </p:spTree>
    <p:extLst>
      <p:ext uri="{BB962C8B-B14F-4D97-AF65-F5344CB8AC3E}">
        <p14:creationId xmlns:p14="http://schemas.microsoft.com/office/powerpoint/2010/main" val="304049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FF787B-DB21-6308-01D8-997A717F60BB}"/>
              </a:ext>
            </a:extLst>
          </p:cNvPr>
          <p:cNvSpPr>
            <a:spLocks noGrp="1"/>
          </p:cNvSpPr>
          <p:nvPr>
            <p:ph type="title"/>
          </p:nvPr>
        </p:nvSpPr>
        <p:spPr>
          <a:xfrm>
            <a:off x="138545" y="654261"/>
            <a:ext cx="10307782" cy="375642"/>
          </a:xfrm>
        </p:spPr>
        <p:txBody>
          <a:bodyPr/>
          <a:lstStyle/>
          <a:p>
            <a:r>
              <a:rPr lang="de-CH" dirty="0" err="1"/>
              <a:t>Measuring</a:t>
            </a:r>
            <a:r>
              <a:rPr lang="de-CH" dirty="0"/>
              <a:t> Health </a:t>
            </a:r>
            <a:r>
              <a:rPr lang="de-CH" dirty="0" err="1"/>
              <a:t>inequality</a:t>
            </a:r>
            <a:r>
              <a:rPr lang="de-CH" dirty="0"/>
              <a:t> – </a:t>
            </a:r>
            <a:r>
              <a:rPr lang="de-CH" dirty="0" err="1"/>
              <a:t>Asada’s</a:t>
            </a:r>
            <a:r>
              <a:rPr lang="de-CH" dirty="0"/>
              <a:t> </a:t>
            </a:r>
            <a:r>
              <a:rPr lang="de-CH" dirty="0" err="1"/>
              <a:t>experiment</a:t>
            </a:r>
            <a:endParaRPr lang="de-CH" dirty="0"/>
          </a:p>
        </p:txBody>
      </p:sp>
      <p:sp>
        <p:nvSpPr>
          <p:cNvPr id="3" name="Foliennummernplatzhalter 2">
            <a:extLst>
              <a:ext uri="{FF2B5EF4-FFF2-40B4-BE49-F238E27FC236}">
                <a16:creationId xmlns:a16="http://schemas.microsoft.com/office/drawing/2014/main" id="{F74B6C40-A38F-CB89-B639-BEFB24D1BC9A}"/>
              </a:ext>
            </a:extLst>
          </p:cNvPr>
          <p:cNvSpPr>
            <a:spLocks noGrp="1"/>
          </p:cNvSpPr>
          <p:nvPr>
            <p:ph type="sldNum" sz="quarter" idx="12"/>
          </p:nvPr>
        </p:nvSpPr>
        <p:spPr/>
        <p:txBody>
          <a:bodyPr/>
          <a:lstStyle/>
          <a:p>
            <a:fld id="{0A6ABA92-B65E-42F5-BB28-73DA50746AED}" type="slidenum">
              <a:rPr lang="de-CH" smtClean="0"/>
              <a:t>7</a:t>
            </a:fld>
            <a:endParaRPr lang="de-CH" dirty="0"/>
          </a:p>
        </p:txBody>
      </p:sp>
      <p:pic>
        <p:nvPicPr>
          <p:cNvPr id="6" name="Grafik 5">
            <a:extLst>
              <a:ext uri="{FF2B5EF4-FFF2-40B4-BE49-F238E27FC236}">
                <a16:creationId xmlns:a16="http://schemas.microsoft.com/office/drawing/2014/main" id="{6B401512-E030-7E85-32AA-3FAC0914ADA7}"/>
              </a:ext>
            </a:extLst>
          </p:cNvPr>
          <p:cNvPicPr>
            <a:picLocks noChangeAspect="1"/>
          </p:cNvPicPr>
          <p:nvPr/>
        </p:nvPicPr>
        <p:blipFill>
          <a:blip r:embed="rId3"/>
          <a:stretch>
            <a:fillRect/>
          </a:stretch>
        </p:blipFill>
        <p:spPr>
          <a:xfrm>
            <a:off x="315768" y="1641953"/>
            <a:ext cx="5467340" cy="3890628"/>
          </a:xfrm>
          <a:prstGeom prst="rect">
            <a:avLst/>
          </a:prstGeom>
        </p:spPr>
      </p:pic>
      <p:sp>
        <p:nvSpPr>
          <p:cNvPr id="8" name="Textfeld 7">
            <a:extLst>
              <a:ext uri="{FF2B5EF4-FFF2-40B4-BE49-F238E27FC236}">
                <a16:creationId xmlns:a16="http://schemas.microsoft.com/office/drawing/2014/main" id="{135A0499-102A-17E4-0CCA-91215F1BCB84}"/>
              </a:ext>
            </a:extLst>
          </p:cNvPr>
          <p:cNvSpPr txBox="1"/>
          <p:nvPr/>
        </p:nvSpPr>
        <p:spPr>
          <a:xfrm>
            <a:off x="5994400" y="1750536"/>
            <a:ext cx="4799272" cy="3477875"/>
          </a:xfrm>
          <a:prstGeom prst="rect">
            <a:avLst/>
          </a:prstGeom>
          <a:noFill/>
        </p:spPr>
        <p:txBody>
          <a:bodyPr wrap="square">
            <a:spAutoFit/>
          </a:bodyPr>
          <a:lstStyle/>
          <a:p>
            <a:r>
              <a:rPr lang="en-US" sz="1600" b="1" dirty="0"/>
              <a:t>Scenario</a:t>
            </a:r>
            <a:r>
              <a:rPr lang="en-US" sz="1600" dirty="0"/>
              <a:t>: Imagine two equal groups (e.g. men and women). Their life expectancy starts at 20 and 30. Everyone then takes one of two pills:</a:t>
            </a:r>
          </a:p>
          <a:p>
            <a:pPr marL="285750" indent="-285750">
              <a:buFontTx/>
              <a:buChar char="-"/>
            </a:pPr>
            <a:r>
              <a:rPr lang="en-US" sz="1600" dirty="0"/>
              <a:t>The </a:t>
            </a:r>
            <a:r>
              <a:rPr lang="en-US" sz="1600" dirty="0">
                <a:solidFill>
                  <a:srgbClr val="FF0000"/>
                </a:solidFill>
              </a:rPr>
              <a:t>red pill </a:t>
            </a:r>
            <a:r>
              <a:rPr lang="en-US" sz="1600" dirty="0"/>
              <a:t>adds the same number of years to both groups.</a:t>
            </a:r>
          </a:p>
          <a:p>
            <a:pPr marL="285750" indent="-285750">
              <a:buFontTx/>
              <a:buChar char="-"/>
            </a:pPr>
            <a:r>
              <a:rPr lang="en-US" sz="1600" dirty="0"/>
              <a:t>The </a:t>
            </a:r>
            <a:r>
              <a:rPr lang="en-US" sz="1600" dirty="0">
                <a:solidFill>
                  <a:srgbClr val="0070C0"/>
                </a:solidFill>
              </a:rPr>
              <a:t>blue pill </a:t>
            </a:r>
            <a:r>
              <a:rPr lang="en-US" sz="1600" dirty="0"/>
              <a:t>multiplies life expectancy by the same proportion for both groups.</a:t>
            </a:r>
          </a:p>
          <a:p>
            <a:r>
              <a:rPr lang="en-US" sz="1600" dirty="0"/>
              <a:t>Both pills raise </a:t>
            </a:r>
            <a:r>
              <a:rPr lang="en-US" sz="1600" i="1" dirty="0"/>
              <a:t>average</a:t>
            </a:r>
            <a:r>
              <a:rPr lang="en-US" sz="1600" dirty="0"/>
              <a:t> life expectancy by the same amount (+25).</a:t>
            </a:r>
          </a:p>
          <a:p>
            <a:endParaRPr lang="en-US" sz="1600" dirty="0"/>
          </a:p>
          <a:p>
            <a:r>
              <a:rPr lang="en-US" sz="2000" dirty="0">
                <a:latin typeface="+mj-lt"/>
              </a:rPr>
              <a:t>But how does health inequality change…</a:t>
            </a:r>
          </a:p>
          <a:p>
            <a:r>
              <a:rPr lang="en-US" sz="2000" dirty="0">
                <a:latin typeface="+mj-lt"/>
              </a:rPr>
              <a:t>…with the </a:t>
            </a:r>
            <a:r>
              <a:rPr lang="en-US" sz="2000" dirty="0">
                <a:solidFill>
                  <a:srgbClr val="FF0000"/>
                </a:solidFill>
                <a:latin typeface="+mj-lt"/>
              </a:rPr>
              <a:t>red pill</a:t>
            </a:r>
            <a:r>
              <a:rPr lang="en-US" sz="2000" dirty="0">
                <a:latin typeface="+mj-lt"/>
              </a:rPr>
              <a:t>?</a:t>
            </a:r>
          </a:p>
          <a:p>
            <a:r>
              <a:rPr lang="en-US" sz="2000" dirty="0">
                <a:latin typeface="+mj-lt"/>
              </a:rPr>
              <a:t>…with the </a:t>
            </a:r>
            <a:r>
              <a:rPr lang="en-US" sz="2000" dirty="0">
                <a:solidFill>
                  <a:srgbClr val="0070C0"/>
                </a:solidFill>
                <a:latin typeface="+mj-lt"/>
              </a:rPr>
              <a:t>blue pill</a:t>
            </a:r>
            <a:r>
              <a:rPr lang="en-US" sz="2000" dirty="0">
                <a:latin typeface="+mj-lt"/>
              </a:rPr>
              <a:t>?</a:t>
            </a:r>
            <a:endParaRPr lang="de-CH" sz="2000" dirty="0">
              <a:latin typeface="+mj-lt"/>
            </a:endParaRPr>
          </a:p>
        </p:txBody>
      </p:sp>
      <p:sp>
        <p:nvSpPr>
          <p:cNvPr id="9" name="Fußzeilenplatzhalter 8">
            <a:extLst>
              <a:ext uri="{FF2B5EF4-FFF2-40B4-BE49-F238E27FC236}">
                <a16:creationId xmlns:a16="http://schemas.microsoft.com/office/drawing/2014/main" id="{9DA46C27-EEAE-1E17-F021-7D314A3E33A7}"/>
              </a:ext>
            </a:extLst>
          </p:cNvPr>
          <p:cNvSpPr>
            <a:spLocks noGrp="1"/>
          </p:cNvSpPr>
          <p:nvPr>
            <p:ph type="ftr" sz="quarter" idx="11"/>
          </p:nvPr>
        </p:nvSpPr>
        <p:spPr/>
        <p:txBody>
          <a:bodyPr/>
          <a:lstStyle/>
          <a:p>
            <a:r>
              <a:rPr lang="de-CH"/>
              <a:t>Asada (2010)</a:t>
            </a:r>
            <a:endParaRPr lang="de-CH" dirty="0"/>
          </a:p>
        </p:txBody>
      </p:sp>
    </p:spTree>
    <p:extLst>
      <p:ext uri="{BB962C8B-B14F-4D97-AF65-F5344CB8AC3E}">
        <p14:creationId xmlns:p14="http://schemas.microsoft.com/office/powerpoint/2010/main" val="2983629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15355B-D72B-11C4-69A2-479E470C741A}"/>
              </a:ext>
            </a:extLst>
          </p:cNvPr>
          <p:cNvSpPr>
            <a:spLocks noGrp="1"/>
          </p:cNvSpPr>
          <p:nvPr>
            <p:ph type="title"/>
          </p:nvPr>
        </p:nvSpPr>
        <p:spPr/>
        <p:txBody>
          <a:bodyPr/>
          <a:lstStyle/>
          <a:p>
            <a:r>
              <a:rPr lang="en-US" dirty="0"/>
              <a:t>Absolute and relative “gap” measures </a:t>
            </a:r>
            <a:endParaRPr lang="de-CH" dirty="0"/>
          </a:p>
        </p:txBody>
      </p:sp>
      <p:sp>
        <p:nvSpPr>
          <p:cNvPr id="3" name="Foliennummernplatzhalter 2">
            <a:extLst>
              <a:ext uri="{FF2B5EF4-FFF2-40B4-BE49-F238E27FC236}">
                <a16:creationId xmlns:a16="http://schemas.microsoft.com/office/drawing/2014/main" id="{8642634E-2265-5DEA-5965-C8936072BAF5}"/>
              </a:ext>
            </a:extLst>
          </p:cNvPr>
          <p:cNvSpPr>
            <a:spLocks noGrp="1"/>
          </p:cNvSpPr>
          <p:nvPr>
            <p:ph type="sldNum" sz="quarter" idx="12"/>
          </p:nvPr>
        </p:nvSpPr>
        <p:spPr/>
        <p:txBody>
          <a:bodyPr/>
          <a:lstStyle/>
          <a:p>
            <a:fld id="{0A6ABA92-B65E-42F5-BB28-73DA50746AED}" type="slidenum">
              <a:rPr lang="de-CH" smtClean="0"/>
              <a:t>8</a:t>
            </a:fld>
            <a:endParaRPr lang="de-CH" dirty="0"/>
          </a:p>
        </p:txBody>
      </p:sp>
      <p:sp>
        <p:nvSpPr>
          <p:cNvPr id="4" name="Textplatzhalter 3">
            <a:extLst>
              <a:ext uri="{FF2B5EF4-FFF2-40B4-BE49-F238E27FC236}">
                <a16:creationId xmlns:a16="http://schemas.microsoft.com/office/drawing/2014/main" id="{E84E55DF-203E-DE8D-2CA8-DBBA892AD1D4}"/>
              </a:ext>
            </a:extLst>
          </p:cNvPr>
          <p:cNvSpPr>
            <a:spLocks noGrp="1"/>
          </p:cNvSpPr>
          <p:nvPr>
            <p:ph type="body" sz="quarter" idx="13"/>
          </p:nvPr>
        </p:nvSpPr>
        <p:spPr/>
        <p:txBody>
          <a:bodyPr/>
          <a:lstStyle/>
          <a:p>
            <a:r>
              <a:rPr lang="en-US" b="1" dirty="0">
                <a:latin typeface="+mj-lt"/>
              </a:rPr>
              <a:t>Rate Difference (RD):   	</a:t>
            </a:r>
            <a:r>
              <a:rPr lang="en-US" b="1" dirty="0">
                <a:solidFill>
                  <a:srgbClr val="0068B4"/>
                </a:solidFill>
                <a:latin typeface="+mj-lt"/>
              </a:rPr>
              <a:t>y1 – y2</a:t>
            </a:r>
          </a:p>
          <a:p>
            <a:endParaRPr lang="en-US" dirty="0"/>
          </a:p>
          <a:p>
            <a:r>
              <a:rPr lang="en-US" dirty="0"/>
              <a:t>where </a:t>
            </a:r>
            <a:r>
              <a:rPr lang="en-US" b="1" dirty="0">
                <a:solidFill>
                  <a:srgbClr val="0068B4"/>
                </a:solidFill>
                <a:latin typeface="+mj-lt"/>
              </a:rPr>
              <a:t>𝑦</a:t>
            </a:r>
            <a:r>
              <a:rPr lang="en-US" dirty="0">
                <a:solidFill>
                  <a:srgbClr val="0068B4"/>
                </a:solidFill>
                <a:latin typeface="+mj-lt"/>
              </a:rPr>
              <a:t>1</a:t>
            </a:r>
            <a:r>
              <a:rPr lang="en-US" dirty="0">
                <a:latin typeface="+mj-lt"/>
              </a:rPr>
              <a:t> </a:t>
            </a:r>
            <a:r>
              <a:rPr lang="en-US" dirty="0"/>
              <a:t>is the health status of the least healthy group and </a:t>
            </a:r>
            <a:r>
              <a:rPr lang="en-US" b="1" dirty="0">
                <a:solidFill>
                  <a:srgbClr val="0068B4"/>
                </a:solidFill>
                <a:latin typeface="+mj-lt"/>
              </a:rPr>
              <a:t>𝑦2</a:t>
            </a:r>
            <a:r>
              <a:rPr lang="en-US" dirty="0">
                <a:solidFill>
                  <a:srgbClr val="0068B4"/>
                </a:solidFill>
                <a:latin typeface="+mj-lt"/>
              </a:rPr>
              <a:t> </a:t>
            </a:r>
            <a:r>
              <a:rPr lang="en-US" dirty="0"/>
              <a:t>is the health status of the</a:t>
            </a:r>
          </a:p>
          <a:p>
            <a:r>
              <a:rPr lang="en-US" dirty="0"/>
              <a:t>most healthy.</a:t>
            </a:r>
          </a:p>
          <a:p>
            <a:endParaRPr lang="en-US" dirty="0"/>
          </a:p>
          <a:p>
            <a:r>
              <a:rPr lang="en-US" dirty="0"/>
              <a:t>More complex version (regression-based): Slope Index of Inequality</a:t>
            </a:r>
          </a:p>
          <a:p>
            <a:endParaRPr lang="en-US" dirty="0"/>
          </a:p>
          <a:p>
            <a:endParaRPr lang="en-US" dirty="0"/>
          </a:p>
          <a:p>
            <a:r>
              <a:rPr lang="en-US" b="1" dirty="0">
                <a:latin typeface="+mj-lt"/>
              </a:rPr>
              <a:t>Rate Ratio (RR):   	</a:t>
            </a:r>
            <a:r>
              <a:rPr lang="en-US" b="1" dirty="0">
                <a:solidFill>
                  <a:srgbClr val="0068B4"/>
                </a:solidFill>
                <a:latin typeface="+mj-lt"/>
              </a:rPr>
              <a:t>y1 / y2</a:t>
            </a:r>
          </a:p>
          <a:p>
            <a:endParaRPr lang="en-US" dirty="0"/>
          </a:p>
          <a:p>
            <a:r>
              <a:rPr lang="en-US" dirty="0"/>
              <a:t>where </a:t>
            </a:r>
            <a:r>
              <a:rPr lang="en-US" b="1" dirty="0">
                <a:solidFill>
                  <a:srgbClr val="0068B4"/>
                </a:solidFill>
                <a:latin typeface="+mj-lt"/>
              </a:rPr>
              <a:t>𝑦1</a:t>
            </a:r>
            <a:r>
              <a:rPr lang="en-US" dirty="0">
                <a:solidFill>
                  <a:srgbClr val="0068B4"/>
                </a:solidFill>
                <a:latin typeface="+mj-lt"/>
              </a:rPr>
              <a:t> </a:t>
            </a:r>
            <a:r>
              <a:rPr lang="en-US" dirty="0"/>
              <a:t>is the health status of the least healthy group and </a:t>
            </a:r>
            <a:r>
              <a:rPr lang="en-US" b="1" dirty="0">
                <a:solidFill>
                  <a:srgbClr val="0068B4"/>
                </a:solidFill>
                <a:latin typeface="+mj-lt"/>
              </a:rPr>
              <a:t>𝑦2 </a:t>
            </a:r>
            <a:r>
              <a:rPr lang="en-US" dirty="0"/>
              <a:t>is the health status of the</a:t>
            </a:r>
          </a:p>
          <a:p>
            <a:r>
              <a:rPr lang="en-US" dirty="0"/>
              <a:t>most healthy.</a:t>
            </a:r>
          </a:p>
          <a:p>
            <a:endParaRPr lang="en-US" dirty="0"/>
          </a:p>
          <a:p>
            <a:r>
              <a:rPr lang="en-US" dirty="0"/>
              <a:t>More complex version (regression-based): Relative Index of Inequality</a:t>
            </a:r>
          </a:p>
        </p:txBody>
      </p:sp>
    </p:spTree>
    <p:extLst>
      <p:ext uri="{BB962C8B-B14F-4D97-AF65-F5344CB8AC3E}">
        <p14:creationId xmlns:p14="http://schemas.microsoft.com/office/powerpoint/2010/main" val="1938711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7BE09A-39D0-D4BA-12B9-59DA41000AF0}"/>
              </a:ext>
            </a:extLst>
          </p:cNvPr>
          <p:cNvSpPr>
            <a:spLocks noGrp="1"/>
          </p:cNvSpPr>
          <p:nvPr>
            <p:ph type="title"/>
          </p:nvPr>
        </p:nvSpPr>
        <p:spPr/>
        <p:txBody>
          <a:bodyPr/>
          <a:lstStyle/>
          <a:p>
            <a:r>
              <a:rPr lang="en-US" dirty="0"/>
              <a:t>Exercise: Absolute and relative health inequalities</a:t>
            </a:r>
            <a:endParaRPr lang="de-CH" dirty="0"/>
          </a:p>
        </p:txBody>
      </p:sp>
      <p:sp>
        <p:nvSpPr>
          <p:cNvPr id="3" name="Foliennummernplatzhalter 2">
            <a:extLst>
              <a:ext uri="{FF2B5EF4-FFF2-40B4-BE49-F238E27FC236}">
                <a16:creationId xmlns:a16="http://schemas.microsoft.com/office/drawing/2014/main" id="{921FC856-5228-8707-D552-D15949DD6D3A}"/>
              </a:ext>
            </a:extLst>
          </p:cNvPr>
          <p:cNvSpPr>
            <a:spLocks noGrp="1"/>
          </p:cNvSpPr>
          <p:nvPr>
            <p:ph type="sldNum" sz="quarter" idx="12"/>
          </p:nvPr>
        </p:nvSpPr>
        <p:spPr/>
        <p:txBody>
          <a:bodyPr/>
          <a:lstStyle/>
          <a:p>
            <a:fld id="{0A6ABA92-B65E-42F5-BB28-73DA50746AED}" type="slidenum">
              <a:rPr lang="de-CH" smtClean="0"/>
              <a:t>9</a:t>
            </a:fld>
            <a:endParaRPr lang="de-CH" dirty="0"/>
          </a:p>
        </p:txBody>
      </p:sp>
      <p:sp>
        <p:nvSpPr>
          <p:cNvPr id="5" name="TextBox 10">
            <a:extLst>
              <a:ext uri="{FF2B5EF4-FFF2-40B4-BE49-F238E27FC236}">
                <a16:creationId xmlns:a16="http://schemas.microsoft.com/office/drawing/2014/main" id="{540A5E86-BBF8-3746-415F-F6B7CFCCC3F8}"/>
              </a:ext>
            </a:extLst>
          </p:cNvPr>
          <p:cNvSpPr txBox="1"/>
          <p:nvPr/>
        </p:nvSpPr>
        <p:spPr>
          <a:xfrm>
            <a:off x="3747338" y="2908133"/>
            <a:ext cx="488581" cy="331533"/>
          </a:xfrm>
          <a:prstGeom prst="rect">
            <a:avLst/>
          </a:prstGeom>
          <a:noFill/>
        </p:spPr>
        <p:txBody>
          <a:bodyPr wrap="square" rtlCol="0">
            <a:spAutoFit/>
          </a:bodyPr>
          <a:lstStyle/>
          <a:p>
            <a:r>
              <a:rPr lang="en-GB" sz="1616" dirty="0">
                <a:solidFill>
                  <a:srgbClr val="FF0000"/>
                </a:solidFill>
                <a:latin typeface="+mj-lt"/>
              </a:rPr>
              <a:t>78</a:t>
            </a:r>
          </a:p>
        </p:txBody>
      </p:sp>
      <p:sp>
        <p:nvSpPr>
          <p:cNvPr id="6" name="TextBox 11">
            <a:extLst>
              <a:ext uri="{FF2B5EF4-FFF2-40B4-BE49-F238E27FC236}">
                <a16:creationId xmlns:a16="http://schemas.microsoft.com/office/drawing/2014/main" id="{2319021D-2357-0D87-62A4-0AC6277CF8E8}"/>
              </a:ext>
            </a:extLst>
          </p:cNvPr>
          <p:cNvSpPr txBox="1"/>
          <p:nvPr/>
        </p:nvSpPr>
        <p:spPr>
          <a:xfrm>
            <a:off x="3747338" y="4463234"/>
            <a:ext cx="488581" cy="331533"/>
          </a:xfrm>
          <a:prstGeom prst="rect">
            <a:avLst/>
          </a:prstGeom>
          <a:noFill/>
        </p:spPr>
        <p:txBody>
          <a:bodyPr wrap="square" rtlCol="0">
            <a:spAutoFit/>
          </a:bodyPr>
          <a:lstStyle/>
          <a:p>
            <a:r>
              <a:rPr lang="en-GB" sz="1616" dirty="0">
                <a:solidFill>
                  <a:srgbClr val="FF0000"/>
                </a:solidFill>
                <a:latin typeface="+mj-lt"/>
              </a:rPr>
              <a:t>36</a:t>
            </a:r>
          </a:p>
        </p:txBody>
      </p:sp>
      <p:sp>
        <p:nvSpPr>
          <p:cNvPr id="7" name="TextBox 12">
            <a:extLst>
              <a:ext uri="{FF2B5EF4-FFF2-40B4-BE49-F238E27FC236}">
                <a16:creationId xmlns:a16="http://schemas.microsoft.com/office/drawing/2014/main" id="{F2B11A95-1EFC-86F1-BCFD-1298D8752CC4}"/>
              </a:ext>
            </a:extLst>
          </p:cNvPr>
          <p:cNvSpPr txBox="1"/>
          <p:nvPr/>
        </p:nvSpPr>
        <p:spPr>
          <a:xfrm>
            <a:off x="5613720" y="4862375"/>
            <a:ext cx="488581" cy="331533"/>
          </a:xfrm>
          <a:prstGeom prst="rect">
            <a:avLst/>
          </a:prstGeom>
          <a:noFill/>
        </p:spPr>
        <p:txBody>
          <a:bodyPr wrap="square" rtlCol="0">
            <a:spAutoFit/>
          </a:bodyPr>
          <a:lstStyle/>
          <a:p>
            <a:r>
              <a:rPr lang="en-GB" sz="1616" dirty="0">
                <a:solidFill>
                  <a:srgbClr val="FF0000"/>
                </a:solidFill>
                <a:latin typeface="+mj-lt"/>
              </a:rPr>
              <a:t>23</a:t>
            </a:r>
          </a:p>
        </p:txBody>
      </p:sp>
      <p:sp>
        <p:nvSpPr>
          <p:cNvPr id="8" name="TextBox 13">
            <a:extLst>
              <a:ext uri="{FF2B5EF4-FFF2-40B4-BE49-F238E27FC236}">
                <a16:creationId xmlns:a16="http://schemas.microsoft.com/office/drawing/2014/main" id="{1ECA3278-7034-7F44-31C8-8FBB3E307F03}"/>
              </a:ext>
            </a:extLst>
          </p:cNvPr>
          <p:cNvSpPr txBox="1"/>
          <p:nvPr/>
        </p:nvSpPr>
        <p:spPr>
          <a:xfrm>
            <a:off x="5613719" y="3762408"/>
            <a:ext cx="488581" cy="331533"/>
          </a:xfrm>
          <a:prstGeom prst="rect">
            <a:avLst/>
          </a:prstGeom>
          <a:noFill/>
        </p:spPr>
        <p:txBody>
          <a:bodyPr wrap="square" rtlCol="0">
            <a:spAutoFit/>
          </a:bodyPr>
          <a:lstStyle/>
          <a:p>
            <a:r>
              <a:rPr lang="en-GB" sz="1616" dirty="0">
                <a:solidFill>
                  <a:srgbClr val="FF0000"/>
                </a:solidFill>
                <a:latin typeface="+mj-lt"/>
              </a:rPr>
              <a:t>54</a:t>
            </a:r>
          </a:p>
        </p:txBody>
      </p:sp>
      <p:grpSp>
        <p:nvGrpSpPr>
          <p:cNvPr id="9" name="Group 14">
            <a:extLst>
              <a:ext uri="{FF2B5EF4-FFF2-40B4-BE49-F238E27FC236}">
                <a16:creationId xmlns:a16="http://schemas.microsoft.com/office/drawing/2014/main" id="{BD0513F3-07AD-079D-4644-16517D1A98F2}"/>
              </a:ext>
            </a:extLst>
          </p:cNvPr>
          <p:cNvGrpSpPr/>
          <p:nvPr/>
        </p:nvGrpSpPr>
        <p:grpSpPr>
          <a:xfrm>
            <a:off x="3436487" y="2046947"/>
            <a:ext cx="2907312" cy="3981307"/>
            <a:chOff x="5368707" y="1916035"/>
            <a:chExt cx="3238781" cy="4435224"/>
          </a:xfrm>
        </p:grpSpPr>
        <p:pic>
          <p:nvPicPr>
            <p:cNvPr id="10" name="Picture 7">
              <a:extLst>
                <a:ext uri="{FF2B5EF4-FFF2-40B4-BE49-F238E27FC236}">
                  <a16:creationId xmlns:a16="http://schemas.microsoft.com/office/drawing/2014/main" id="{EE77836F-36DB-DEFB-DF5A-337EB7BABFE8}"/>
                </a:ext>
              </a:extLst>
            </p:cNvPr>
            <p:cNvPicPr>
              <a:picLocks noChangeAspect="1"/>
            </p:cNvPicPr>
            <p:nvPr/>
          </p:nvPicPr>
          <p:blipFill>
            <a:blip r:embed="rId2"/>
            <a:stretch>
              <a:fillRect/>
            </a:stretch>
          </p:blipFill>
          <p:spPr>
            <a:xfrm>
              <a:off x="5368707" y="1916035"/>
              <a:ext cx="3238781" cy="4435224"/>
            </a:xfrm>
            <a:prstGeom prst="rect">
              <a:avLst/>
            </a:prstGeom>
          </p:spPr>
        </p:pic>
        <p:sp>
          <p:nvSpPr>
            <p:cNvPr id="11" name="TextBox 10">
              <a:extLst>
                <a:ext uri="{FF2B5EF4-FFF2-40B4-BE49-F238E27FC236}">
                  <a16:creationId xmlns:a16="http://schemas.microsoft.com/office/drawing/2014/main" id="{3D7C4FF2-6B62-46F7-103F-A6627555ED11}"/>
                </a:ext>
              </a:extLst>
            </p:cNvPr>
            <p:cNvSpPr txBox="1"/>
            <p:nvPr/>
          </p:nvSpPr>
          <p:spPr>
            <a:xfrm>
              <a:off x="5714999" y="2875407"/>
              <a:ext cx="544285" cy="369332"/>
            </a:xfrm>
            <a:prstGeom prst="rect">
              <a:avLst/>
            </a:prstGeom>
            <a:noFill/>
          </p:spPr>
          <p:txBody>
            <a:bodyPr wrap="square" rtlCol="0">
              <a:spAutoFit/>
            </a:bodyPr>
            <a:lstStyle/>
            <a:p>
              <a:r>
                <a:rPr lang="en-GB" sz="1616" dirty="0">
                  <a:solidFill>
                    <a:srgbClr val="FF0000"/>
                  </a:solidFill>
                  <a:latin typeface="+mj-lt"/>
                </a:rPr>
                <a:t>78</a:t>
              </a:r>
            </a:p>
          </p:txBody>
        </p:sp>
        <p:sp>
          <p:nvSpPr>
            <p:cNvPr id="12" name="TextBox 11">
              <a:extLst>
                <a:ext uri="{FF2B5EF4-FFF2-40B4-BE49-F238E27FC236}">
                  <a16:creationId xmlns:a16="http://schemas.microsoft.com/office/drawing/2014/main" id="{4A67D941-F4B5-37D5-092F-3A62A69A0E22}"/>
                </a:ext>
              </a:extLst>
            </p:cNvPr>
            <p:cNvSpPr txBox="1"/>
            <p:nvPr/>
          </p:nvSpPr>
          <p:spPr>
            <a:xfrm>
              <a:off x="5714999" y="4607808"/>
              <a:ext cx="544285" cy="369332"/>
            </a:xfrm>
            <a:prstGeom prst="rect">
              <a:avLst/>
            </a:prstGeom>
            <a:noFill/>
          </p:spPr>
          <p:txBody>
            <a:bodyPr wrap="square" rtlCol="0">
              <a:spAutoFit/>
            </a:bodyPr>
            <a:lstStyle/>
            <a:p>
              <a:r>
                <a:rPr lang="en-GB" sz="1616" dirty="0">
                  <a:solidFill>
                    <a:srgbClr val="FF0000"/>
                  </a:solidFill>
                  <a:latin typeface="+mj-lt"/>
                </a:rPr>
                <a:t>36</a:t>
              </a:r>
            </a:p>
          </p:txBody>
        </p:sp>
        <p:sp>
          <p:nvSpPr>
            <p:cNvPr id="13" name="TextBox 12">
              <a:extLst>
                <a:ext uri="{FF2B5EF4-FFF2-40B4-BE49-F238E27FC236}">
                  <a16:creationId xmlns:a16="http://schemas.microsoft.com/office/drawing/2014/main" id="{B30F238C-CE6C-57DA-24FC-3CBAFA37FB5D}"/>
                </a:ext>
              </a:extLst>
            </p:cNvPr>
            <p:cNvSpPr txBox="1"/>
            <p:nvPr/>
          </p:nvSpPr>
          <p:spPr>
            <a:xfrm>
              <a:off x="7794171" y="5052456"/>
              <a:ext cx="544285" cy="369332"/>
            </a:xfrm>
            <a:prstGeom prst="rect">
              <a:avLst/>
            </a:prstGeom>
            <a:noFill/>
          </p:spPr>
          <p:txBody>
            <a:bodyPr wrap="square" rtlCol="0">
              <a:spAutoFit/>
            </a:bodyPr>
            <a:lstStyle/>
            <a:p>
              <a:r>
                <a:rPr lang="en-GB" sz="1616" dirty="0">
                  <a:solidFill>
                    <a:srgbClr val="FF0000"/>
                  </a:solidFill>
                  <a:latin typeface="+mj-lt"/>
                </a:rPr>
                <a:t>23</a:t>
              </a:r>
            </a:p>
          </p:txBody>
        </p:sp>
        <p:sp>
          <p:nvSpPr>
            <p:cNvPr id="14" name="TextBox 13">
              <a:extLst>
                <a:ext uri="{FF2B5EF4-FFF2-40B4-BE49-F238E27FC236}">
                  <a16:creationId xmlns:a16="http://schemas.microsoft.com/office/drawing/2014/main" id="{F76A8F58-DF00-B243-C195-97EC36198E3A}"/>
                </a:ext>
              </a:extLst>
            </p:cNvPr>
            <p:cNvSpPr txBox="1"/>
            <p:nvPr/>
          </p:nvSpPr>
          <p:spPr>
            <a:xfrm>
              <a:off x="7794170" y="3827079"/>
              <a:ext cx="544285" cy="369332"/>
            </a:xfrm>
            <a:prstGeom prst="rect">
              <a:avLst/>
            </a:prstGeom>
            <a:noFill/>
          </p:spPr>
          <p:txBody>
            <a:bodyPr wrap="square" rtlCol="0">
              <a:spAutoFit/>
            </a:bodyPr>
            <a:lstStyle/>
            <a:p>
              <a:r>
                <a:rPr lang="en-GB" sz="1616" dirty="0">
                  <a:solidFill>
                    <a:srgbClr val="FF0000"/>
                  </a:solidFill>
                  <a:latin typeface="+mj-lt"/>
                </a:rPr>
                <a:t>54</a:t>
              </a:r>
            </a:p>
          </p:txBody>
        </p:sp>
      </p:grpSp>
      <p:sp>
        <p:nvSpPr>
          <p:cNvPr id="15" name="Textfeld 14">
            <a:extLst>
              <a:ext uri="{FF2B5EF4-FFF2-40B4-BE49-F238E27FC236}">
                <a16:creationId xmlns:a16="http://schemas.microsoft.com/office/drawing/2014/main" id="{0354BB3D-B74A-0B8A-FB92-508B9D699D04}"/>
              </a:ext>
            </a:extLst>
          </p:cNvPr>
          <p:cNvSpPr txBox="1"/>
          <p:nvPr/>
        </p:nvSpPr>
        <p:spPr>
          <a:xfrm>
            <a:off x="7026391" y="2126266"/>
            <a:ext cx="3757468" cy="3569952"/>
          </a:xfrm>
          <a:prstGeom prst="rect">
            <a:avLst/>
          </a:prstGeom>
          <a:solidFill>
            <a:srgbClr val="4D4D4D">
              <a:alpha val="80000"/>
            </a:srgbClr>
          </a:solidFill>
        </p:spPr>
        <p:txBody>
          <a:bodyPr wrap="square" lIns="0" tIns="0" rIns="0" bIns="0" rtlCol="0">
            <a:spAutoFit/>
          </a:bodyPr>
          <a:lstStyle/>
          <a:p>
            <a:pPr>
              <a:lnSpc>
                <a:spcPct val="117000"/>
              </a:lnSpc>
            </a:pPr>
            <a:r>
              <a:rPr lang="en-US" sz="2000" b="1" dirty="0">
                <a:solidFill>
                  <a:schemeClr val="bg1"/>
                </a:solidFill>
                <a:latin typeface="+mj-lt"/>
              </a:rPr>
              <a:t>(1) Calculate the </a:t>
            </a:r>
            <a:r>
              <a:rPr lang="en-US" sz="2000" b="1" u="sng" dirty="0">
                <a:solidFill>
                  <a:schemeClr val="bg1"/>
                </a:solidFill>
                <a:latin typeface="+mj-lt"/>
              </a:rPr>
              <a:t>rate difference</a:t>
            </a:r>
            <a:r>
              <a:rPr lang="en-US" sz="2000" b="1" dirty="0">
                <a:solidFill>
                  <a:schemeClr val="bg1"/>
                </a:solidFill>
                <a:latin typeface="+mj-lt"/>
              </a:rPr>
              <a:t> and the </a:t>
            </a:r>
            <a:r>
              <a:rPr lang="en-US" sz="2000" b="1" u="sng" dirty="0">
                <a:solidFill>
                  <a:schemeClr val="bg1"/>
                </a:solidFill>
                <a:latin typeface="+mj-lt"/>
              </a:rPr>
              <a:t>rate ratio </a:t>
            </a:r>
            <a:r>
              <a:rPr lang="en-US" sz="2000" b="1" dirty="0">
                <a:solidFill>
                  <a:schemeClr val="bg1"/>
                </a:solidFill>
                <a:latin typeface="+mj-lt"/>
              </a:rPr>
              <a:t>in prostate cancer mortality between Black and White men in 1990 and 2005.</a:t>
            </a:r>
            <a:br>
              <a:rPr lang="en-US" sz="2000" b="1" dirty="0">
                <a:solidFill>
                  <a:schemeClr val="bg1"/>
                </a:solidFill>
                <a:latin typeface="+mj-lt"/>
              </a:rPr>
            </a:br>
            <a:br>
              <a:rPr lang="en-US" sz="2000" b="1" dirty="0">
                <a:solidFill>
                  <a:schemeClr val="bg1"/>
                </a:solidFill>
                <a:latin typeface="+mj-lt"/>
              </a:rPr>
            </a:br>
            <a:r>
              <a:rPr lang="en-US" sz="2000" b="1" dirty="0">
                <a:solidFill>
                  <a:schemeClr val="bg1"/>
                </a:solidFill>
                <a:latin typeface="+mj-lt"/>
              </a:rPr>
              <a:t>(2) How do you evaluate the observed trend in health inequality between 1990 and 2005?</a:t>
            </a:r>
            <a:endParaRPr lang="de-CH" sz="2000" b="1" dirty="0">
              <a:solidFill>
                <a:schemeClr val="bg1"/>
              </a:solidFill>
              <a:latin typeface="+mj-lt"/>
            </a:endParaRPr>
          </a:p>
        </p:txBody>
      </p:sp>
      <p:sp>
        <p:nvSpPr>
          <p:cNvPr id="16" name="TextBox 9">
            <a:extLst>
              <a:ext uri="{FF2B5EF4-FFF2-40B4-BE49-F238E27FC236}">
                <a16:creationId xmlns:a16="http://schemas.microsoft.com/office/drawing/2014/main" id="{6D241B85-68E3-845C-93E3-376B6966F213}"/>
              </a:ext>
            </a:extLst>
          </p:cNvPr>
          <p:cNvSpPr txBox="1"/>
          <p:nvPr/>
        </p:nvSpPr>
        <p:spPr>
          <a:xfrm>
            <a:off x="502935" y="2353393"/>
            <a:ext cx="2273045" cy="1740548"/>
          </a:xfrm>
          <a:prstGeom prst="rect">
            <a:avLst/>
          </a:prstGeom>
          <a:noFill/>
        </p:spPr>
        <p:txBody>
          <a:bodyPr wrap="square">
            <a:spAutoFit/>
          </a:bodyPr>
          <a:lstStyle/>
          <a:p>
            <a:r>
              <a:rPr lang="en-GB" sz="1795" dirty="0"/>
              <a:t>Trends in Age-Adjusted Prostate Cancer Mortality among Black and White Males in the US, 1990-2005</a:t>
            </a:r>
          </a:p>
        </p:txBody>
      </p:sp>
      <p:sp>
        <p:nvSpPr>
          <p:cNvPr id="17" name="TextBox 15">
            <a:extLst>
              <a:ext uri="{FF2B5EF4-FFF2-40B4-BE49-F238E27FC236}">
                <a16:creationId xmlns:a16="http://schemas.microsoft.com/office/drawing/2014/main" id="{A7EB0AB0-9D77-067B-3ADD-FF3BC6D03FDB}"/>
              </a:ext>
            </a:extLst>
          </p:cNvPr>
          <p:cNvSpPr txBox="1"/>
          <p:nvPr/>
        </p:nvSpPr>
        <p:spPr>
          <a:xfrm>
            <a:off x="570669" y="5079322"/>
            <a:ext cx="1146826" cy="423834"/>
          </a:xfrm>
          <a:prstGeom prst="rect">
            <a:avLst/>
          </a:prstGeom>
          <a:noFill/>
        </p:spPr>
        <p:txBody>
          <a:bodyPr wrap="square" rtlCol="0">
            <a:spAutoFit/>
          </a:bodyPr>
          <a:lstStyle/>
          <a:p>
            <a:r>
              <a:rPr lang="en-GB" sz="1077" dirty="0"/>
              <a:t>Source: Harper et al. (2010)</a:t>
            </a:r>
          </a:p>
        </p:txBody>
      </p:sp>
    </p:spTree>
    <p:extLst>
      <p:ext uri="{BB962C8B-B14F-4D97-AF65-F5344CB8AC3E}">
        <p14:creationId xmlns:p14="http://schemas.microsoft.com/office/powerpoint/2010/main" val="3458947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BAB381-E654-7B20-6BE0-B5090A15BBE5}"/>
              </a:ext>
            </a:extLst>
          </p:cNvPr>
          <p:cNvSpPr>
            <a:spLocks noGrp="1"/>
          </p:cNvSpPr>
          <p:nvPr>
            <p:ph type="title"/>
          </p:nvPr>
        </p:nvSpPr>
        <p:spPr/>
        <p:txBody>
          <a:bodyPr/>
          <a:lstStyle/>
          <a:p>
            <a:r>
              <a:rPr lang="de-CH" dirty="0"/>
              <a:t>Health </a:t>
            </a:r>
            <a:r>
              <a:rPr lang="de-CH" dirty="0" err="1"/>
              <a:t>gaps</a:t>
            </a:r>
            <a:r>
              <a:rPr lang="de-CH" dirty="0"/>
              <a:t> vs. </a:t>
            </a:r>
            <a:r>
              <a:rPr lang="de-CH" dirty="0" err="1"/>
              <a:t>gradients</a:t>
            </a:r>
            <a:endParaRPr lang="de-CH" dirty="0"/>
          </a:p>
        </p:txBody>
      </p:sp>
      <p:sp>
        <p:nvSpPr>
          <p:cNvPr id="3" name="Foliennummernplatzhalter 2">
            <a:extLst>
              <a:ext uri="{FF2B5EF4-FFF2-40B4-BE49-F238E27FC236}">
                <a16:creationId xmlns:a16="http://schemas.microsoft.com/office/drawing/2014/main" id="{EE3C026F-D967-ABB8-20D7-07FDA12282F8}"/>
              </a:ext>
            </a:extLst>
          </p:cNvPr>
          <p:cNvSpPr>
            <a:spLocks noGrp="1"/>
          </p:cNvSpPr>
          <p:nvPr>
            <p:ph type="sldNum" sz="quarter" idx="12"/>
          </p:nvPr>
        </p:nvSpPr>
        <p:spPr/>
        <p:txBody>
          <a:bodyPr/>
          <a:lstStyle/>
          <a:p>
            <a:fld id="{0A6ABA92-B65E-42F5-BB28-73DA50746AED}" type="slidenum">
              <a:rPr lang="de-CH" smtClean="0"/>
              <a:t>10</a:t>
            </a:fld>
            <a:endParaRPr lang="de-CH" dirty="0"/>
          </a:p>
        </p:txBody>
      </p:sp>
      <p:sp>
        <p:nvSpPr>
          <p:cNvPr id="14" name="Textfeld 13">
            <a:extLst>
              <a:ext uri="{FF2B5EF4-FFF2-40B4-BE49-F238E27FC236}">
                <a16:creationId xmlns:a16="http://schemas.microsoft.com/office/drawing/2014/main" id="{F862A0C6-3443-1296-9017-9A9F193C084C}"/>
              </a:ext>
            </a:extLst>
          </p:cNvPr>
          <p:cNvSpPr txBox="1"/>
          <p:nvPr/>
        </p:nvSpPr>
        <p:spPr>
          <a:xfrm>
            <a:off x="861379" y="1433864"/>
            <a:ext cx="8273384" cy="584775"/>
          </a:xfrm>
          <a:prstGeom prst="rect">
            <a:avLst/>
          </a:prstGeom>
          <a:noFill/>
        </p:spPr>
        <p:txBody>
          <a:bodyPr wrap="square">
            <a:spAutoFit/>
          </a:bodyPr>
          <a:lstStyle/>
          <a:p>
            <a:r>
              <a:rPr lang="en-US" sz="1600" dirty="0"/>
              <a:t>“</a:t>
            </a:r>
            <a:r>
              <a:rPr lang="en-US" sz="1600" b="1" dirty="0">
                <a:latin typeface="+mj-lt"/>
              </a:rPr>
              <a:t>The social gradient in health</a:t>
            </a:r>
            <a:r>
              <a:rPr lang="en-US" sz="1600" dirty="0"/>
              <a:t>: This means people and communities have progressively better health, the higher their socioeconomic position or conditions” (WHO 2025)</a:t>
            </a:r>
            <a:endParaRPr lang="de-CH" sz="1600" dirty="0"/>
          </a:p>
        </p:txBody>
      </p:sp>
      <p:pic>
        <p:nvPicPr>
          <p:cNvPr id="16" name="Grafik 15">
            <a:extLst>
              <a:ext uri="{FF2B5EF4-FFF2-40B4-BE49-F238E27FC236}">
                <a16:creationId xmlns:a16="http://schemas.microsoft.com/office/drawing/2014/main" id="{7C57A3B3-6168-9B36-D87E-851D2F8F73D3}"/>
              </a:ext>
            </a:extLst>
          </p:cNvPr>
          <p:cNvPicPr>
            <a:picLocks noChangeAspect="1"/>
          </p:cNvPicPr>
          <p:nvPr/>
        </p:nvPicPr>
        <p:blipFill>
          <a:blip r:embed="rId3"/>
          <a:stretch>
            <a:fillRect/>
          </a:stretch>
        </p:blipFill>
        <p:spPr>
          <a:xfrm>
            <a:off x="741616" y="2280783"/>
            <a:ext cx="4584192" cy="4120896"/>
          </a:xfrm>
          <a:prstGeom prst="rect">
            <a:avLst/>
          </a:prstGeom>
        </p:spPr>
      </p:pic>
      <p:pic>
        <p:nvPicPr>
          <p:cNvPr id="18" name="Grafik 17">
            <a:extLst>
              <a:ext uri="{FF2B5EF4-FFF2-40B4-BE49-F238E27FC236}">
                <a16:creationId xmlns:a16="http://schemas.microsoft.com/office/drawing/2014/main" id="{AF005610-CEBC-E12D-0036-BEA28A235D59}"/>
              </a:ext>
            </a:extLst>
          </p:cNvPr>
          <p:cNvPicPr>
            <a:picLocks noChangeAspect="1"/>
          </p:cNvPicPr>
          <p:nvPr/>
        </p:nvPicPr>
        <p:blipFill>
          <a:blip r:embed="rId4"/>
          <a:stretch>
            <a:fillRect/>
          </a:stretch>
        </p:blipFill>
        <p:spPr>
          <a:xfrm>
            <a:off x="5618418" y="2280783"/>
            <a:ext cx="4584192" cy="4120896"/>
          </a:xfrm>
          <a:prstGeom prst="rect">
            <a:avLst/>
          </a:prstGeom>
        </p:spPr>
      </p:pic>
    </p:spTree>
    <p:extLst>
      <p:ext uri="{BB962C8B-B14F-4D97-AF65-F5344CB8AC3E}">
        <p14:creationId xmlns:p14="http://schemas.microsoft.com/office/powerpoint/2010/main" val="707244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10782-120E-51A8-5167-03C1D2A85F1A}"/>
              </a:ext>
            </a:extLst>
          </p:cNvPr>
          <p:cNvSpPr>
            <a:spLocks noGrp="1"/>
          </p:cNvSpPr>
          <p:nvPr>
            <p:ph type="title"/>
          </p:nvPr>
        </p:nvSpPr>
        <p:spPr/>
        <p:txBody>
          <a:bodyPr/>
          <a:lstStyle/>
          <a:p>
            <a:r>
              <a:rPr lang="de-CH" dirty="0" err="1"/>
              <a:t>Implications</a:t>
            </a:r>
            <a:r>
              <a:rPr lang="de-CH" dirty="0"/>
              <a:t> </a:t>
            </a:r>
            <a:r>
              <a:rPr lang="de-CH" dirty="0" err="1"/>
              <a:t>for</a:t>
            </a:r>
            <a:r>
              <a:rPr lang="de-CH" dirty="0"/>
              <a:t> </a:t>
            </a:r>
            <a:r>
              <a:rPr lang="de-CH" dirty="0" err="1"/>
              <a:t>writing</a:t>
            </a:r>
            <a:r>
              <a:rPr lang="de-CH" dirty="0"/>
              <a:t> </a:t>
            </a:r>
            <a:r>
              <a:rPr lang="de-CH" dirty="0" err="1"/>
              <a:t>about</a:t>
            </a:r>
            <a:r>
              <a:rPr lang="de-CH" dirty="0"/>
              <a:t> </a:t>
            </a:r>
            <a:r>
              <a:rPr lang="de-CH" dirty="0" err="1"/>
              <a:t>health</a:t>
            </a:r>
            <a:r>
              <a:rPr lang="de-CH" dirty="0"/>
              <a:t> </a:t>
            </a:r>
            <a:r>
              <a:rPr lang="de-CH" dirty="0" err="1"/>
              <a:t>inequalit</a:t>
            </a:r>
            <a:endParaRPr lang="de-CH" dirty="0"/>
          </a:p>
        </p:txBody>
      </p:sp>
      <p:sp>
        <p:nvSpPr>
          <p:cNvPr id="3" name="Foliennummernplatzhalter 2">
            <a:extLst>
              <a:ext uri="{FF2B5EF4-FFF2-40B4-BE49-F238E27FC236}">
                <a16:creationId xmlns:a16="http://schemas.microsoft.com/office/drawing/2014/main" id="{747BF428-3C32-172E-F87D-C1E88451D34A}"/>
              </a:ext>
            </a:extLst>
          </p:cNvPr>
          <p:cNvSpPr>
            <a:spLocks noGrp="1"/>
          </p:cNvSpPr>
          <p:nvPr>
            <p:ph type="sldNum" sz="quarter" idx="12"/>
          </p:nvPr>
        </p:nvSpPr>
        <p:spPr/>
        <p:txBody>
          <a:bodyPr/>
          <a:lstStyle/>
          <a:p>
            <a:fld id="{0A6ABA92-B65E-42F5-BB28-73DA50746AED}" type="slidenum">
              <a:rPr lang="de-CH" smtClean="0"/>
              <a:t>11</a:t>
            </a:fld>
            <a:endParaRPr lang="de-CH" dirty="0"/>
          </a:p>
        </p:txBody>
      </p:sp>
      <p:sp>
        <p:nvSpPr>
          <p:cNvPr id="4" name="Textplatzhalter 3">
            <a:extLst>
              <a:ext uri="{FF2B5EF4-FFF2-40B4-BE49-F238E27FC236}">
                <a16:creationId xmlns:a16="http://schemas.microsoft.com/office/drawing/2014/main" id="{816DEAB5-8ACF-ABB5-F805-AA040045089D}"/>
              </a:ext>
            </a:extLst>
          </p:cNvPr>
          <p:cNvSpPr>
            <a:spLocks noGrp="1"/>
          </p:cNvSpPr>
          <p:nvPr>
            <p:ph type="body" sz="quarter" idx="13"/>
          </p:nvPr>
        </p:nvSpPr>
        <p:spPr>
          <a:xfrm>
            <a:off x="498789" y="3288145"/>
            <a:ext cx="10083486" cy="2889874"/>
          </a:xfrm>
        </p:spPr>
        <p:txBody>
          <a:bodyPr/>
          <a:lstStyle/>
          <a:p>
            <a:r>
              <a:rPr lang="de-CH" b="1" dirty="0" err="1">
                <a:latin typeface="+mj-lt"/>
              </a:rPr>
              <a:t>Recommendation</a:t>
            </a:r>
            <a:r>
              <a:rPr lang="de-CH" b="1" dirty="0">
                <a:latin typeface="+mj-lt"/>
              </a:rPr>
              <a:t> 1: </a:t>
            </a:r>
            <a:r>
              <a:rPr lang="en-US" b="1" dirty="0">
                <a:latin typeface="+mj-lt"/>
              </a:rPr>
              <a:t>Use terminology deliberately and consistently</a:t>
            </a:r>
          </a:p>
          <a:p>
            <a:pPr marL="558900" lvl="1" indent="-342900"/>
            <a:r>
              <a:rPr lang="en-US" sz="1600" dirty="0"/>
              <a:t>Health inequality vs health inequity; dimensions of inequality; sex/gender; race/ethnicity</a:t>
            </a:r>
          </a:p>
          <a:p>
            <a:r>
              <a:rPr lang="en-US" b="1" dirty="0">
                <a:latin typeface="+mj-lt"/>
              </a:rPr>
              <a:t>Recommendation 2: Present statistical content accurately and with sufficient detail</a:t>
            </a:r>
          </a:p>
          <a:p>
            <a:pPr marL="558900" lvl="1" indent="-342900"/>
            <a:r>
              <a:rPr lang="en-US" sz="1600" dirty="0"/>
              <a:t>Units of measurement (absolute vs relative; percentage vs percentage point); association vs causation</a:t>
            </a:r>
          </a:p>
          <a:p>
            <a:r>
              <a:rPr lang="en-US" b="1" dirty="0">
                <a:latin typeface="+mj-lt"/>
              </a:rPr>
              <a:t>Recommendation 3: Adhere to reporting guidelines and best practices</a:t>
            </a:r>
          </a:p>
          <a:p>
            <a:pPr marL="558900" lvl="1" indent="-342900"/>
            <a:r>
              <a:rPr lang="en-US" sz="1600" dirty="0"/>
              <a:t>Report both absolute and relative measures, average values, (sub)groups size, etc.</a:t>
            </a:r>
          </a:p>
          <a:p>
            <a:r>
              <a:rPr lang="en-US" b="1" dirty="0">
                <a:latin typeface="+mj-lt"/>
              </a:rPr>
              <a:t>Recommendation 4: Respect and uphold the interests of affected communities through inclusive writing practices</a:t>
            </a:r>
          </a:p>
          <a:p>
            <a:pPr marL="558900" lvl="1" indent="-342900"/>
            <a:r>
              <a:rPr lang="en-US" sz="1600" dirty="0"/>
              <a:t>Affirming / strength-based language, co-writing with communities represented in research where possible</a:t>
            </a:r>
          </a:p>
          <a:p>
            <a:endParaRPr lang="en-US" dirty="0"/>
          </a:p>
          <a:p>
            <a:pPr marL="342900" indent="-342900">
              <a:buFont typeface="+mj-lt"/>
              <a:buAutoNum type="arabicPeriod"/>
            </a:pPr>
            <a:endParaRPr lang="de-CH" dirty="0"/>
          </a:p>
          <a:p>
            <a:pPr marL="558900" lvl="1" indent="-342900"/>
            <a:endParaRPr lang="en-US" dirty="0"/>
          </a:p>
        </p:txBody>
      </p:sp>
      <p:pic>
        <p:nvPicPr>
          <p:cNvPr id="6" name="Grafik 5">
            <a:extLst>
              <a:ext uri="{FF2B5EF4-FFF2-40B4-BE49-F238E27FC236}">
                <a16:creationId xmlns:a16="http://schemas.microsoft.com/office/drawing/2014/main" id="{E0F2C7F7-E292-E58A-2C9C-7D75B2E39D2F}"/>
              </a:ext>
            </a:extLst>
          </p:cNvPr>
          <p:cNvPicPr>
            <a:picLocks noChangeAspect="1"/>
          </p:cNvPicPr>
          <p:nvPr/>
        </p:nvPicPr>
        <p:blipFill>
          <a:blip r:embed="rId2"/>
          <a:stretch>
            <a:fillRect/>
          </a:stretch>
        </p:blipFill>
        <p:spPr>
          <a:xfrm>
            <a:off x="2674876" y="1267575"/>
            <a:ext cx="5230201" cy="1587546"/>
          </a:xfrm>
          <a:prstGeom prst="rect">
            <a:avLst/>
          </a:prstGeom>
        </p:spPr>
      </p:pic>
    </p:spTree>
    <p:extLst>
      <p:ext uri="{BB962C8B-B14F-4D97-AF65-F5344CB8AC3E}">
        <p14:creationId xmlns:p14="http://schemas.microsoft.com/office/powerpoint/2010/main" val="3598599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CEB29A-0D75-26F3-8FD2-704230C8D372}"/>
              </a:ext>
            </a:extLst>
          </p:cNvPr>
          <p:cNvSpPr>
            <a:spLocks noGrp="1"/>
          </p:cNvSpPr>
          <p:nvPr>
            <p:ph type="title"/>
          </p:nvPr>
        </p:nvSpPr>
        <p:spPr/>
        <p:txBody>
          <a:bodyPr/>
          <a:lstStyle/>
          <a:p>
            <a:r>
              <a:rPr lang="de-CH" dirty="0"/>
              <a:t>Data </a:t>
            </a:r>
            <a:r>
              <a:rPr lang="de-CH" dirty="0" err="1"/>
              <a:t>sources</a:t>
            </a:r>
            <a:r>
              <a:rPr lang="de-CH" dirty="0"/>
              <a:t> - international</a:t>
            </a:r>
          </a:p>
        </p:txBody>
      </p:sp>
      <p:sp>
        <p:nvSpPr>
          <p:cNvPr id="3" name="Foliennummernplatzhalter 2">
            <a:extLst>
              <a:ext uri="{FF2B5EF4-FFF2-40B4-BE49-F238E27FC236}">
                <a16:creationId xmlns:a16="http://schemas.microsoft.com/office/drawing/2014/main" id="{34321095-546B-EC6E-544C-31A47CEF930E}"/>
              </a:ext>
            </a:extLst>
          </p:cNvPr>
          <p:cNvSpPr>
            <a:spLocks noGrp="1"/>
          </p:cNvSpPr>
          <p:nvPr>
            <p:ph type="sldNum" sz="quarter" idx="12"/>
          </p:nvPr>
        </p:nvSpPr>
        <p:spPr/>
        <p:txBody>
          <a:bodyPr/>
          <a:lstStyle/>
          <a:p>
            <a:fld id="{0A6ABA92-B65E-42F5-BB28-73DA50746AED}" type="slidenum">
              <a:rPr lang="de-CH" smtClean="0"/>
              <a:t>12</a:t>
            </a:fld>
            <a:endParaRPr lang="de-CH" dirty="0"/>
          </a:p>
        </p:txBody>
      </p:sp>
      <p:pic>
        <p:nvPicPr>
          <p:cNvPr id="13" name="Grafik 12">
            <a:extLst>
              <a:ext uri="{FF2B5EF4-FFF2-40B4-BE49-F238E27FC236}">
                <a16:creationId xmlns:a16="http://schemas.microsoft.com/office/drawing/2014/main" id="{7C17806C-8F40-7031-DFD0-53F9B46BD8FE}"/>
              </a:ext>
            </a:extLst>
          </p:cNvPr>
          <p:cNvPicPr>
            <a:picLocks noChangeAspect="1"/>
          </p:cNvPicPr>
          <p:nvPr/>
        </p:nvPicPr>
        <p:blipFill>
          <a:blip r:embed="rId2"/>
          <a:stretch>
            <a:fillRect/>
          </a:stretch>
        </p:blipFill>
        <p:spPr>
          <a:xfrm>
            <a:off x="380747" y="1259694"/>
            <a:ext cx="2833813" cy="2430399"/>
          </a:xfrm>
          <a:prstGeom prst="rect">
            <a:avLst/>
          </a:prstGeom>
        </p:spPr>
      </p:pic>
      <p:pic>
        <p:nvPicPr>
          <p:cNvPr id="15" name="Grafik 14">
            <a:extLst>
              <a:ext uri="{FF2B5EF4-FFF2-40B4-BE49-F238E27FC236}">
                <a16:creationId xmlns:a16="http://schemas.microsoft.com/office/drawing/2014/main" id="{DABB2971-2B08-771D-A50C-5B4DF6484B1A}"/>
              </a:ext>
            </a:extLst>
          </p:cNvPr>
          <p:cNvPicPr>
            <a:picLocks noChangeAspect="1"/>
          </p:cNvPicPr>
          <p:nvPr/>
        </p:nvPicPr>
        <p:blipFill>
          <a:blip r:embed="rId3"/>
          <a:stretch>
            <a:fillRect/>
          </a:stretch>
        </p:blipFill>
        <p:spPr>
          <a:xfrm>
            <a:off x="3424057" y="1259694"/>
            <a:ext cx="7378852" cy="3580612"/>
          </a:xfrm>
          <a:prstGeom prst="rect">
            <a:avLst/>
          </a:prstGeom>
        </p:spPr>
      </p:pic>
      <p:grpSp>
        <p:nvGrpSpPr>
          <p:cNvPr id="20" name="Gruppieren 19">
            <a:extLst>
              <a:ext uri="{FF2B5EF4-FFF2-40B4-BE49-F238E27FC236}">
                <a16:creationId xmlns:a16="http://schemas.microsoft.com/office/drawing/2014/main" id="{31A40CE7-D298-444C-B7C5-9964902ACCC9}"/>
              </a:ext>
            </a:extLst>
          </p:cNvPr>
          <p:cNvGrpSpPr/>
          <p:nvPr/>
        </p:nvGrpSpPr>
        <p:grpSpPr>
          <a:xfrm>
            <a:off x="500514" y="3919884"/>
            <a:ext cx="2504549" cy="2430399"/>
            <a:chOff x="1032978" y="1029903"/>
            <a:chExt cx="3170195" cy="3103611"/>
          </a:xfrm>
        </p:grpSpPr>
        <p:pic>
          <p:nvPicPr>
            <p:cNvPr id="17" name="Grafik 16">
              <a:extLst>
                <a:ext uri="{FF2B5EF4-FFF2-40B4-BE49-F238E27FC236}">
                  <a16:creationId xmlns:a16="http://schemas.microsoft.com/office/drawing/2014/main" id="{7D2F5E8B-8B8F-FA13-E69C-9AC8DA51E290}"/>
                </a:ext>
              </a:extLst>
            </p:cNvPr>
            <p:cNvPicPr>
              <a:picLocks noChangeAspect="1"/>
            </p:cNvPicPr>
            <p:nvPr/>
          </p:nvPicPr>
          <p:blipFill>
            <a:blip r:embed="rId4"/>
            <a:stretch>
              <a:fillRect/>
            </a:stretch>
          </p:blipFill>
          <p:spPr>
            <a:xfrm>
              <a:off x="1132046" y="1029903"/>
              <a:ext cx="2972058" cy="586791"/>
            </a:xfrm>
            <a:prstGeom prst="rect">
              <a:avLst/>
            </a:prstGeom>
          </p:spPr>
        </p:pic>
        <p:pic>
          <p:nvPicPr>
            <p:cNvPr id="19" name="Grafik 18">
              <a:extLst>
                <a:ext uri="{FF2B5EF4-FFF2-40B4-BE49-F238E27FC236}">
                  <a16:creationId xmlns:a16="http://schemas.microsoft.com/office/drawing/2014/main" id="{451FE62E-48F4-BBAB-EAC7-65A1C836929A}"/>
                </a:ext>
              </a:extLst>
            </p:cNvPr>
            <p:cNvPicPr>
              <a:picLocks noChangeAspect="1"/>
            </p:cNvPicPr>
            <p:nvPr/>
          </p:nvPicPr>
          <p:blipFill>
            <a:blip r:embed="rId5"/>
            <a:stretch>
              <a:fillRect/>
            </a:stretch>
          </p:blipFill>
          <p:spPr>
            <a:xfrm>
              <a:off x="1032978" y="1725385"/>
              <a:ext cx="3170195" cy="2408129"/>
            </a:xfrm>
            <a:prstGeom prst="rect">
              <a:avLst/>
            </a:prstGeom>
          </p:spPr>
        </p:pic>
      </p:grpSp>
      <p:sp>
        <p:nvSpPr>
          <p:cNvPr id="22" name="Textfeld 21">
            <a:extLst>
              <a:ext uri="{FF2B5EF4-FFF2-40B4-BE49-F238E27FC236}">
                <a16:creationId xmlns:a16="http://schemas.microsoft.com/office/drawing/2014/main" id="{E164A096-3E7F-06A7-8AF2-A64C5A882B4D}"/>
              </a:ext>
            </a:extLst>
          </p:cNvPr>
          <p:cNvSpPr txBox="1"/>
          <p:nvPr/>
        </p:nvSpPr>
        <p:spPr>
          <a:xfrm>
            <a:off x="3613728" y="5515178"/>
            <a:ext cx="5472544" cy="553998"/>
          </a:xfrm>
          <a:prstGeom prst="rect">
            <a:avLst/>
          </a:prstGeom>
          <a:noFill/>
        </p:spPr>
        <p:txBody>
          <a:bodyPr wrap="square">
            <a:spAutoFit/>
          </a:bodyPr>
          <a:lstStyle/>
          <a:p>
            <a:r>
              <a:rPr lang="de-CH" sz="1000" dirty="0">
                <a:hlinkClick r:id="rId6"/>
              </a:rPr>
              <a:t>https://www.oecd.org/en/topics/sub-issues/health-inequalities.html</a:t>
            </a:r>
          </a:p>
          <a:p>
            <a:r>
              <a:rPr lang="de-CH" sz="1000" dirty="0">
                <a:hlinkClick r:id="rId6"/>
              </a:rPr>
              <a:t>https://ec.europa.eu/eurostat/web/health/database</a:t>
            </a:r>
            <a:endParaRPr lang="de-CH" sz="1000" dirty="0"/>
          </a:p>
          <a:p>
            <a:r>
              <a:rPr lang="de-CH" sz="1000" dirty="0">
                <a:hlinkClick r:id="rId7"/>
              </a:rPr>
              <a:t>https://www.who.int/data/inequality-monitor/data</a:t>
            </a:r>
            <a:r>
              <a:rPr lang="de-CH" sz="1000" dirty="0"/>
              <a:t> </a:t>
            </a:r>
          </a:p>
        </p:txBody>
      </p:sp>
    </p:spTree>
    <p:extLst>
      <p:ext uri="{BB962C8B-B14F-4D97-AF65-F5344CB8AC3E}">
        <p14:creationId xmlns:p14="http://schemas.microsoft.com/office/powerpoint/2010/main" val="3532065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68A3-782B-C4B0-0597-5BA835FEA03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2B765EE-4FC0-29A7-9578-8122BB38122F}"/>
              </a:ext>
            </a:extLst>
          </p:cNvPr>
          <p:cNvSpPr>
            <a:spLocks noGrp="1"/>
          </p:cNvSpPr>
          <p:nvPr>
            <p:ph type="title"/>
          </p:nvPr>
        </p:nvSpPr>
        <p:spPr/>
        <p:txBody>
          <a:bodyPr/>
          <a:lstStyle/>
          <a:p>
            <a:r>
              <a:rPr lang="de-CH" dirty="0"/>
              <a:t>Data </a:t>
            </a:r>
            <a:r>
              <a:rPr lang="de-CH" dirty="0" err="1"/>
              <a:t>sources</a:t>
            </a:r>
            <a:r>
              <a:rPr lang="de-CH" dirty="0"/>
              <a:t> - </a:t>
            </a:r>
            <a:r>
              <a:rPr lang="de-CH" dirty="0" err="1"/>
              <a:t>switzerland</a:t>
            </a:r>
            <a:endParaRPr lang="de-CH" dirty="0"/>
          </a:p>
        </p:txBody>
      </p:sp>
      <p:pic>
        <p:nvPicPr>
          <p:cNvPr id="7" name="Grafik 6">
            <a:extLst>
              <a:ext uri="{FF2B5EF4-FFF2-40B4-BE49-F238E27FC236}">
                <a16:creationId xmlns:a16="http://schemas.microsoft.com/office/drawing/2014/main" id="{485C629A-C595-337E-E2C7-7B1722B27665}"/>
              </a:ext>
            </a:extLst>
          </p:cNvPr>
          <p:cNvPicPr>
            <a:picLocks noChangeAspect="1"/>
          </p:cNvPicPr>
          <p:nvPr/>
        </p:nvPicPr>
        <p:blipFill>
          <a:blip r:embed="rId2"/>
          <a:srcRect l="4194" t="4977"/>
          <a:stretch>
            <a:fillRect/>
          </a:stretch>
        </p:blipFill>
        <p:spPr>
          <a:xfrm>
            <a:off x="5617287" y="2761384"/>
            <a:ext cx="5177288" cy="3458822"/>
          </a:xfrm>
          <a:prstGeom prst="rect">
            <a:avLst/>
          </a:prstGeom>
          <a:ln>
            <a:solidFill>
              <a:schemeClr val="tx1"/>
            </a:solidFill>
          </a:ln>
        </p:spPr>
      </p:pic>
      <p:sp>
        <p:nvSpPr>
          <p:cNvPr id="3" name="Foliennummernplatzhalter 2">
            <a:extLst>
              <a:ext uri="{FF2B5EF4-FFF2-40B4-BE49-F238E27FC236}">
                <a16:creationId xmlns:a16="http://schemas.microsoft.com/office/drawing/2014/main" id="{60574AE4-FA81-D277-BB1E-B4830B2817BE}"/>
              </a:ext>
            </a:extLst>
          </p:cNvPr>
          <p:cNvSpPr>
            <a:spLocks noGrp="1"/>
          </p:cNvSpPr>
          <p:nvPr>
            <p:ph type="sldNum" sz="quarter" idx="12"/>
          </p:nvPr>
        </p:nvSpPr>
        <p:spPr/>
        <p:txBody>
          <a:bodyPr/>
          <a:lstStyle/>
          <a:p>
            <a:fld id="{0A6ABA92-B65E-42F5-BB28-73DA50746AED}" type="slidenum">
              <a:rPr lang="de-CH" smtClean="0"/>
              <a:t>13</a:t>
            </a:fld>
            <a:endParaRPr lang="de-CH" dirty="0"/>
          </a:p>
        </p:txBody>
      </p:sp>
      <p:pic>
        <p:nvPicPr>
          <p:cNvPr id="6" name="Grafik 5">
            <a:extLst>
              <a:ext uri="{FF2B5EF4-FFF2-40B4-BE49-F238E27FC236}">
                <a16:creationId xmlns:a16="http://schemas.microsoft.com/office/drawing/2014/main" id="{5078A7A1-542D-6F86-199A-920DD0F23AA7}"/>
              </a:ext>
            </a:extLst>
          </p:cNvPr>
          <p:cNvPicPr>
            <a:picLocks noChangeAspect="1"/>
          </p:cNvPicPr>
          <p:nvPr/>
        </p:nvPicPr>
        <p:blipFill>
          <a:blip r:embed="rId3"/>
          <a:stretch>
            <a:fillRect/>
          </a:stretch>
        </p:blipFill>
        <p:spPr>
          <a:xfrm>
            <a:off x="294824" y="1375642"/>
            <a:ext cx="5177288" cy="2771485"/>
          </a:xfrm>
          <a:prstGeom prst="rect">
            <a:avLst/>
          </a:prstGeom>
          <a:ln>
            <a:solidFill>
              <a:schemeClr val="tx1"/>
            </a:solidFill>
          </a:ln>
        </p:spPr>
      </p:pic>
      <p:sp>
        <p:nvSpPr>
          <p:cNvPr id="9" name="Textfeld 8">
            <a:extLst>
              <a:ext uri="{FF2B5EF4-FFF2-40B4-BE49-F238E27FC236}">
                <a16:creationId xmlns:a16="http://schemas.microsoft.com/office/drawing/2014/main" id="{CD7FF2CE-E800-EA1D-3726-EAA80DC4FD62}"/>
              </a:ext>
            </a:extLst>
          </p:cNvPr>
          <p:cNvSpPr txBox="1"/>
          <p:nvPr/>
        </p:nvSpPr>
        <p:spPr>
          <a:xfrm>
            <a:off x="7751618" y="2255814"/>
            <a:ext cx="3756891" cy="400110"/>
          </a:xfrm>
          <a:prstGeom prst="rect">
            <a:avLst/>
          </a:prstGeom>
          <a:noFill/>
        </p:spPr>
        <p:txBody>
          <a:bodyPr wrap="square">
            <a:spAutoFit/>
          </a:bodyPr>
          <a:lstStyle/>
          <a:p>
            <a:r>
              <a:rPr lang="de-CH" sz="1000" dirty="0">
                <a:hlinkClick r:id="rId4"/>
              </a:rPr>
              <a:t>https://www.obsan.admin.ch/de/publikationen/2023-gesundheitliche-chancengleichheit-datenquellen</a:t>
            </a:r>
            <a:r>
              <a:rPr lang="de-CH" sz="1000" dirty="0"/>
              <a:t> </a:t>
            </a:r>
          </a:p>
        </p:txBody>
      </p:sp>
      <p:sp>
        <p:nvSpPr>
          <p:cNvPr id="11" name="Textfeld 10">
            <a:extLst>
              <a:ext uri="{FF2B5EF4-FFF2-40B4-BE49-F238E27FC236}">
                <a16:creationId xmlns:a16="http://schemas.microsoft.com/office/drawing/2014/main" id="{7537FEF5-BC7A-82F9-84D0-45FC28364A0D}"/>
              </a:ext>
            </a:extLst>
          </p:cNvPr>
          <p:cNvSpPr txBox="1"/>
          <p:nvPr/>
        </p:nvSpPr>
        <p:spPr>
          <a:xfrm>
            <a:off x="267116" y="4165599"/>
            <a:ext cx="3168812" cy="400110"/>
          </a:xfrm>
          <a:prstGeom prst="rect">
            <a:avLst/>
          </a:prstGeom>
          <a:noFill/>
        </p:spPr>
        <p:txBody>
          <a:bodyPr wrap="square">
            <a:spAutoFit/>
          </a:bodyPr>
          <a:lstStyle/>
          <a:p>
            <a:r>
              <a:rPr lang="de-CH" sz="1000" dirty="0">
                <a:hlinkClick r:id="rId5"/>
              </a:rPr>
              <a:t>bag.admin.ch/</a:t>
            </a:r>
            <a:r>
              <a:rPr lang="de-CH" sz="1000" dirty="0" err="1">
                <a:hlinkClick r:id="rId5"/>
              </a:rPr>
              <a:t>dam</a:t>
            </a:r>
            <a:r>
              <a:rPr lang="de-CH" sz="1000" dirty="0">
                <a:hlinkClick r:id="rId5"/>
              </a:rPr>
              <a:t>/de/</a:t>
            </a:r>
            <a:r>
              <a:rPr lang="de-CH" sz="1000" dirty="0" err="1">
                <a:hlinkClick r:id="rId5"/>
              </a:rPr>
              <a:t>sd</a:t>
            </a:r>
            <a:r>
              <a:rPr lang="de-CH" sz="1000" dirty="0">
                <a:hlinkClick r:id="rId5"/>
              </a:rPr>
              <a:t>-web/eJzz0Ebd9ndr/report-indicators-on-healthcare-equity.pdf</a:t>
            </a:r>
            <a:endParaRPr lang="de-CH" sz="1000" dirty="0"/>
          </a:p>
        </p:txBody>
      </p:sp>
    </p:spTree>
    <p:extLst>
      <p:ext uri="{BB962C8B-B14F-4D97-AF65-F5344CB8AC3E}">
        <p14:creationId xmlns:p14="http://schemas.microsoft.com/office/powerpoint/2010/main" val="3718674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E751-4C88-B980-09D5-41724E6DCA46}"/>
              </a:ext>
            </a:extLst>
          </p:cNvPr>
          <p:cNvSpPr>
            <a:spLocks noGrp="1"/>
          </p:cNvSpPr>
          <p:nvPr>
            <p:ph type="title"/>
          </p:nvPr>
        </p:nvSpPr>
        <p:spPr/>
        <p:txBody>
          <a:bodyPr/>
          <a:lstStyle/>
          <a:p>
            <a:r>
              <a:rPr lang="de-CH" dirty="0" err="1"/>
              <a:t>Application</a:t>
            </a:r>
            <a:r>
              <a:rPr lang="de-CH" dirty="0"/>
              <a:t> – </a:t>
            </a:r>
            <a:r>
              <a:rPr lang="de-CH" dirty="0" err="1"/>
              <a:t>recap</a:t>
            </a:r>
            <a:r>
              <a:rPr lang="de-CH" dirty="0"/>
              <a:t> </a:t>
            </a:r>
            <a:r>
              <a:rPr lang="de-CH" dirty="0" err="1"/>
              <a:t>week</a:t>
            </a:r>
            <a:r>
              <a:rPr lang="de-CH" dirty="0"/>
              <a:t> 1</a:t>
            </a:r>
          </a:p>
        </p:txBody>
      </p:sp>
      <p:sp>
        <p:nvSpPr>
          <p:cNvPr id="3" name="Foliennummernplatzhalter 2">
            <a:extLst>
              <a:ext uri="{FF2B5EF4-FFF2-40B4-BE49-F238E27FC236}">
                <a16:creationId xmlns:a16="http://schemas.microsoft.com/office/drawing/2014/main" id="{FBDA6F90-D45C-8B13-300E-2DDEBDA2064C}"/>
              </a:ext>
            </a:extLst>
          </p:cNvPr>
          <p:cNvSpPr>
            <a:spLocks noGrp="1"/>
          </p:cNvSpPr>
          <p:nvPr>
            <p:ph type="sldNum" sz="quarter" idx="12"/>
          </p:nvPr>
        </p:nvSpPr>
        <p:spPr/>
        <p:txBody>
          <a:bodyPr/>
          <a:lstStyle/>
          <a:p>
            <a:fld id="{0A6ABA92-B65E-42F5-BB28-73DA50746AED}" type="slidenum">
              <a:rPr lang="de-CH" smtClean="0"/>
              <a:t>14</a:t>
            </a:fld>
            <a:endParaRPr lang="de-CH" dirty="0"/>
          </a:p>
        </p:txBody>
      </p:sp>
      <p:sp>
        <p:nvSpPr>
          <p:cNvPr id="4" name="Textplatzhalter 3">
            <a:extLst>
              <a:ext uri="{FF2B5EF4-FFF2-40B4-BE49-F238E27FC236}">
                <a16:creationId xmlns:a16="http://schemas.microsoft.com/office/drawing/2014/main" id="{36EC413B-8A4A-C677-4516-F387FA0D9668}"/>
              </a:ext>
            </a:extLst>
          </p:cNvPr>
          <p:cNvSpPr>
            <a:spLocks noGrp="1"/>
          </p:cNvSpPr>
          <p:nvPr>
            <p:ph type="body" sz="quarter" idx="13"/>
          </p:nvPr>
        </p:nvSpPr>
        <p:spPr/>
        <p:txBody>
          <a:bodyPr/>
          <a:lstStyle/>
          <a:p>
            <a:endParaRPr lang="de-CH" dirty="0"/>
          </a:p>
          <a:p>
            <a:r>
              <a:rPr lang="de-CH" b="1" dirty="0">
                <a:latin typeface="+mj-lt"/>
              </a:rPr>
              <a:t>Milestone </a:t>
            </a:r>
            <a:r>
              <a:rPr lang="de-CH" b="1" dirty="0" err="1">
                <a:latin typeface="+mj-lt"/>
              </a:rPr>
              <a:t>week</a:t>
            </a:r>
            <a:r>
              <a:rPr lang="de-CH" b="1" dirty="0">
                <a:latin typeface="+mj-lt"/>
              </a:rPr>
              <a:t> 1: </a:t>
            </a:r>
            <a:r>
              <a:rPr lang="de-CH" b="1" dirty="0" err="1">
                <a:latin typeface="+mj-lt"/>
              </a:rPr>
              <a:t>Getting</a:t>
            </a:r>
            <a:r>
              <a:rPr lang="de-CH" b="1" dirty="0">
                <a:latin typeface="+mj-lt"/>
              </a:rPr>
              <a:t> </a:t>
            </a:r>
            <a:r>
              <a:rPr lang="de-CH" b="1" dirty="0" err="1">
                <a:latin typeface="+mj-lt"/>
              </a:rPr>
              <a:t>started</a:t>
            </a:r>
            <a:r>
              <a:rPr lang="de-CH" b="1" dirty="0">
                <a:latin typeface="+mj-lt"/>
              </a:rPr>
              <a:t>, </a:t>
            </a:r>
            <a:r>
              <a:rPr lang="de-CH" b="1" dirty="0" err="1">
                <a:latin typeface="+mj-lt"/>
              </a:rPr>
              <a:t>loading</a:t>
            </a:r>
            <a:r>
              <a:rPr lang="de-CH" b="1" dirty="0">
                <a:latin typeface="+mj-lt"/>
              </a:rPr>
              <a:t> </a:t>
            </a:r>
            <a:r>
              <a:rPr lang="de-CH" b="1" dirty="0" err="1">
                <a:latin typeface="+mj-lt"/>
              </a:rPr>
              <a:t>the</a:t>
            </a:r>
            <a:r>
              <a:rPr lang="de-CH" b="1" dirty="0">
                <a:latin typeface="+mj-lt"/>
              </a:rPr>
              <a:t> ISSP/ESS </a:t>
            </a:r>
            <a:r>
              <a:rPr lang="de-CH" b="1" dirty="0" err="1">
                <a:latin typeface="+mj-lt"/>
              </a:rPr>
              <a:t>datasets</a:t>
            </a:r>
            <a:endParaRPr lang="de-CH" b="1" dirty="0">
              <a:latin typeface="+mj-lt"/>
            </a:endParaRPr>
          </a:p>
          <a:p>
            <a:endParaRPr lang="de-CH" dirty="0"/>
          </a:p>
          <a:p>
            <a:pPr lvl="1"/>
            <a:r>
              <a:rPr lang="de-CH" dirty="0"/>
              <a:t>R/</a:t>
            </a:r>
            <a:r>
              <a:rPr lang="de-CH" dirty="0" err="1"/>
              <a:t>Stata</a:t>
            </a:r>
            <a:r>
              <a:rPr lang="de-CH" dirty="0"/>
              <a:t> code on </a:t>
            </a:r>
            <a:r>
              <a:rPr lang="de-CH" dirty="0" err="1"/>
              <a:t>Moodle</a:t>
            </a:r>
            <a:endParaRPr lang="de-CH" dirty="0"/>
          </a:p>
          <a:p>
            <a:pPr lvl="1"/>
            <a:r>
              <a:rPr lang="de-CH" dirty="0"/>
              <a:t>Questions, </a:t>
            </a:r>
            <a:r>
              <a:rPr lang="de-CH" dirty="0" err="1"/>
              <a:t>tips</a:t>
            </a:r>
            <a:r>
              <a:rPr lang="de-CH" dirty="0"/>
              <a:t>, </a:t>
            </a:r>
            <a:r>
              <a:rPr lang="de-CH" dirty="0" err="1"/>
              <a:t>difficulties</a:t>
            </a:r>
            <a:r>
              <a:rPr lang="de-CH" dirty="0"/>
              <a:t>?</a:t>
            </a:r>
          </a:p>
        </p:txBody>
      </p:sp>
    </p:spTree>
    <p:extLst>
      <p:ext uri="{BB962C8B-B14F-4D97-AF65-F5344CB8AC3E}">
        <p14:creationId xmlns:p14="http://schemas.microsoft.com/office/powerpoint/2010/main" val="1857522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9AEA-A59F-40FF-5512-520AC3975FC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93275B4-1D19-9DC5-BBE3-D6162BDBB630}"/>
              </a:ext>
            </a:extLst>
          </p:cNvPr>
          <p:cNvSpPr>
            <a:spLocks noGrp="1"/>
          </p:cNvSpPr>
          <p:nvPr>
            <p:ph type="title"/>
          </p:nvPr>
        </p:nvSpPr>
        <p:spPr/>
        <p:txBody>
          <a:bodyPr/>
          <a:lstStyle/>
          <a:p>
            <a:r>
              <a:rPr lang="de-CH" dirty="0" err="1"/>
              <a:t>Application</a:t>
            </a:r>
            <a:r>
              <a:rPr lang="de-CH" dirty="0"/>
              <a:t> </a:t>
            </a:r>
            <a:r>
              <a:rPr lang="de-CH" dirty="0" err="1"/>
              <a:t>week</a:t>
            </a:r>
            <a:r>
              <a:rPr lang="de-CH" dirty="0"/>
              <a:t> 2 – </a:t>
            </a:r>
            <a:r>
              <a:rPr lang="de-CH" dirty="0" err="1"/>
              <a:t>first</a:t>
            </a:r>
            <a:r>
              <a:rPr lang="de-CH" dirty="0"/>
              <a:t> </a:t>
            </a:r>
            <a:r>
              <a:rPr lang="de-CH" dirty="0" err="1"/>
              <a:t>decriptive</a:t>
            </a:r>
            <a:r>
              <a:rPr lang="de-CH" dirty="0"/>
              <a:t> </a:t>
            </a:r>
            <a:r>
              <a:rPr lang="de-CH" dirty="0" err="1"/>
              <a:t>indicators</a:t>
            </a:r>
            <a:endParaRPr lang="de-CH" dirty="0"/>
          </a:p>
        </p:txBody>
      </p:sp>
      <p:sp>
        <p:nvSpPr>
          <p:cNvPr id="3" name="Foliennummernplatzhalter 2">
            <a:extLst>
              <a:ext uri="{FF2B5EF4-FFF2-40B4-BE49-F238E27FC236}">
                <a16:creationId xmlns:a16="http://schemas.microsoft.com/office/drawing/2014/main" id="{59316FD1-535C-E2E5-926D-30CD641746CA}"/>
              </a:ext>
            </a:extLst>
          </p:cNvPr>
          <p:cNvSpPr>
            <a:spLocks noGrp="1"/>
          </p:cNvSpPr>
          <p:nvPr>
            <p:ph type="sldNum" sz="quarter" idx="12"/>
          </p:nvPr>
        </p:nvSpPr>
        <p:spPr/>
        <p:txBody>
          <a:bodyPr/>
          <a:lstStyle/>
          <a:p>
            <a:fld id="{0A6ABA92-B65E-42F5-BB28-73DA50746AED}" type="slidenum">
              <a:rPr lang="de-CH" smtClean="0"/>
              <a:t>15</a:t>
            </a:fld>
            <a:endParaRPr lang="de-CH" dirty="0"/>
          </a:p>
        </p:txBody>
      </p:sp>
      <p:sp>
        <p:nvSpPr>
          <p:cNvPr id="4" name="Textplatzhalter 3">
            <a:extLst>
              <a:ext uri="{FF2B5EF4-FFF2-40B4-BE49-F238E27FC236}">
                <a16:creationId xmlns:a16="http://schemas.microsoft.com/office/drawing/2014/main" id="{FB7CAB00-FCD0-0A62-57CC-8F70AE8453F2}"/>
              </a:ext>
            </a:extLst>
          </p:cNvPr>
          <p:cNvSpPr>
            <a:spLocks noGrp="1"/>
          </p:cNvSpPr>
          <p:nvPr>
            <p:ph type="body" sz="quarter" idx="13"/>
          </p:nvPr>
        </p:nvSpPr>
        <p:spPr/>
        <p:txBody>
          <a:bodyPr/>
          <a:lstStyle/>
          <a:p>
            <a:endParaRPr lang="de-CH" dirty="0"/>
          </a:p>
          <a:p>
            <a:r>
              <a:rPr lang="de-CH" b="1" dirty="0">
                <a:latin typeface="+mj-lt"/>
              </a:rPr>
              <a:t>Milestone </a:t>
            </a:r>
            <a:r>
              <a:rPr lang="de-CH" b="1" dirty="0" err="1">
                <a:latin typeface="+mj-lt"/>
              </a:rPr>
              <a:t>today</a:t>
            </a:r>
            <a:r>
              <a:rPr lang="de-CH" b="1" dirty="0">
                <a:latin typeface="+mj-lt"/>
              </a:rPr>
              <a:t>: </a:t>
            </a:r>
            <a:r>
              <a:rPr lang="en-US" b="1" dirty="0">
                <a:latin typeface="+mj-lt"/>
              </a:rPr>
              <a:t>First basic descriptive health inequality indicators in the ISSP/ESS</a:t>
            </a:r>
          </a:p>
          <a:p>
            <a:pPr lvl="1"/>
            <a:endParaRPr lang="en-US" dirty="0"/>
          </a:p>
          <a:p>
            <a:pPr lvl="1"/>
            <a:r>
              <a:rPr lang="en-US" dirty="0"/>
              <a:t>Task 1: Find/choose a suitable </a:t>
            </a:r>
            <a:r>
              <a:rPr lang="en-US" b="1" dirty="0">
                <a:latin typeface="+mj-lt"/>
              </a:rPr>
              <a:t>outcome measure </a:t>
            </a:r>
            <a:r>
              <a:rPr lang="en-US" dirty="0"/>
              <a:t>(e.g. subjective health status, depression, etc.)</a:t>
            </a:r>
          </a:p>
          <a:p>
            <a:pPr lvl="1"/>
            <a:endParaRPr lang="en-US" dirty="0"/>
          </a:p>
          <a:p>
            <a:pPr lvl="1"/>
            <a:r>
              <a:rPr lang="en-US" dirty="0"/>
              <a:t>Task 2: Create a </a:t>
            </a:r>
            <a:r>
              <a:rPr lang="en-US" b="1" dirty="0">
                <a:latin typeface="+mj-lt"/>
              </a:rPr>
              <a:t>health gap </a:t>
            </a:r>
            <a:r>
              <a:rPr lang="en-US" dirty="0"/>
              <a:t>measure</a:t>
            </a:r>
          </a:p>
          <a:p>
            <a:pPr lvl="3"/>
            <a:r>
              <a:rPr lang="en-US" dirty="0"/>
              <a:t>Gap between two groups: Rate difference and rate ratio</a:t>
            </a:r>
          </a:p>
          <a:p>
            <a:pPr lvl="3"/>
            <a:r>
              <a:rPr lang="en-US" dirty="0"/>
              <a:t>Use a categorical group measure: men vs women, high vs low education, urban vs rural, migrant vs non-migrant background, etc.</a:t>
            </a:r>
          </a:p>
          <a:p>
            <a:pPr lvl="1"/>
            <a:endParaRPr lang="en-US" dirty="0"/>
          </a:p>
          <a:p>
            <a:pPr lvl="1"/>
            <a:r>
              <a:rPr lang="en-US" dirty="0"/>
              <a:t>Task 3: Create a plot that shows a </a:t>
            </a:r>
            <a:r>
              <a:rPr lang="en-US" b="1" dirty="0">
                <a:latin typeface="+mj-lt"/>
              </a:rPr>
              <a:t>health gradient</a:t>
            </a:r>
          </a:p>
          <a:p>
            <a:pPr lvl="3"/>
            <a:r>
              <a:rPr lang="en-US" dirty="0"/>
              <a:t>Use a continuous/ordinal measure: for example, income, financial difficulties in family when growing up, subjective social status, etc.</a:t>
            </a:r>
            <a:endParaRPr lang="de-CH" dirty="0"/>
          </a:p>
        </p:txBody>
      </p:sp>
    </p:spTree>
    <p:extLst>
      <p:ext uri="{BB962C8B-B14F-4D97-AF65-F5344CB8AC3E}">
        <p14:creationId xmlns:p14="http://schemas.microsoft.com/office/powerpoint/2010/main" val="2660734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B5E6B2-79C6-8921-4E1E-DB50CF512C41}"/>
              </a:ext>
            </a:extLst>
          </p:cNvPr>
          <p:cNvSpPr>
            <a:spLocks noGrp="1"/>
          </p:cNvSpPr>
          <p:nvPr>
            <p:ph type="title"/>
          </p:nvPr>
        </p:nvSpPr>
        <p:spPr/>
        <p:txBody>
          <a:bodyPr/>
          <a:lstStyle/>
          <a:p>
            <a:r>
              <a:rPr lang="de-CH" dirty="0"/>
              <a:t>Outlook </a:t>
            </a:r>
            <a:r>
              <a:rPr lang="de-CH" dirty="0" err="1"/>
              <a:t>next</a:t>
            </a:r>
            <a:r>
              <a:rPr lang="de-CH" dirty="0"/>
              <a:t> </a:t>
            </a:r>
            <a:r>
              <a:rPr lang="de-CH" dirty="0" err="1"/>
              <a:t>week</a:t>
            </a:r>
            <a:endParaRPr lang="de-CH" dirty="0"/>
          </a:p>
        </p:txBody>
      </p:sp>
      <p:sp>
        <p:nvSpPr>
          <p:cNvPr id="3" name="Foliennummernplatzhalter 2">
            <a:extLst>
              <a:ext uri="{FF2B5EF4-FFF2-40B4-BE49-F238E27FC236}">
                <a16:creationId xmlns:a16="http://schemas.microsoft.com/office/drawing/2014/main" id="{163632CE-87A4-FBDA-C335-1F02410E899D}"/>
              </a:ext>
            </a:extLst>
          </p:cNvPr>
          <p:cNvSpPr>
            <a:spLocks noGrp="1"/>
          </p:cNvSpPr>
          <p:nvPr>
            <p:ph type="sldNum" sz="quarter" idx="12"/>
          </p:nvPr>
        </p:nvSpPr>
        <p:spPr/>
        <p:txBody>
          <a:bodyPr/>
          <a:lstStyle/>
          <a:p>
            <a:fld id="{0A6ABA92-B65E-42F5-BB28-73DA50746AED}" type="slidenum">
              <a:rPr lang="de-CH" smtClean="0"/>
              <a:t>16</a:t>
            </a:fld>
            <a:endParaRPr lang="de-CH" dirty="0"/>
          </a:p>
        </p:txBody>
      </p:sp>
      <p:sp>
        <p:nvSpPr>
          <p:cNvPr id="4" name="Textplatzhalter 3">
            <a:extLst>
              <a:ext uri="{FF2B5EF4-FFF2-40B4-BE49-F238E27FC236}">
                <a16:creationId xmlns:a16="http://schemas.microsoft.com/office/drawing/2014/main" id="{E46C947E-F350-568D-D0AA-539392C2712E}"/>
              </a:ext>
            </a:extLst>
          </p:cNvPr>
          <p:cNvSpPr>
            <a:spLocks noGrp="1"/>
          </p:cNvSpPr>
          <p:nvPr>
            <p:ph type="body" sz="quarter" idx="13"/>
          </p:nvPr>
        </p:nvSpPr>
        <p:spPr/>
        <p:txBody>
          <a:bodyPr/>
          <a:lstStyle/>
          <a:p>
            <a:endParaRPr lang="en-GB" b="1" dirty="0"/>
          </a:p>
          <a:p>
            <a:endParaRPr lang="en-GB" b="1" dirty="0"/>
          </a:p>
          <a:p>
            <a:r>
              <a:rPr lang="en-US" b="1" dirty="0">
                <a:latin typeface="+mj-lt"/>
              </a:rPr>
              <a:t>3	29.09.2025	Explanations of health inequality</a:t>
            </a:r>
          </a:p>
          <a:p>
            <a:endParaRPr lang="en-GB" u="sng" dirty="0"/>
          </a:p>
          <a:p>
            <a:r>
              <a:rPr lang="en-GB" u="sng" dirty="0"/>
              <a:t>Reading</a:t>
            </a:r>
            <a:r>
              <a:rPr lang="en-GB" dirty="0"/>
              <a:t>: </a:t>
            </a:r>
            <a:r>
              <a:rPr lang="en-US" dirty="0"/>
              <a:t>Bartley, M., &amp; Kelly-Irving, M. (2025). </a:t>
            </a:r>
            <a:r>
              <a:rPr lang="en-US" i="1" dirty="0"/>
              <a:t>Health Inequality. An Introduction to Concepts, Theories and Methods</a:t>
            </a:r>
            <a:r>
              <a:rPr lang="en-US" dirty="0"/>
              <a:t> (3rd ed.). Polity Press.</a:t>
            </a:r>
            <a:br>
              <a:rPr lang="en-US" dirty="0"/>
            </a:br>
            <a:r>
              <a:rPr lang="en-US" dirty="0"/>
              <a:t>Chapter 4 “Explanatory Models I: </a:t>
            </a:r>
            <a:r>
              <a:rPr lang="en-US" dirty="0" err="1"/>
              <a:t>Behavioural</a:t>
            </a:r>
            <a:r>
              <a:rPr lang="en-US" dirty="0"/>
              <a:t> Explanations”, pp. 75-93,</a:t>
            </a:r>
          </a:p>
          <a:p>
            <a:r>
              <a:rPr lang="en-US" dirty="0"/>
              <a:t>Chapter 5 “Explanatory Models II: Material Explanations”, pp. 94-110,</a:t>
            </a:r>
          </a:p>
          <a:p>
            <a:r>
              <a:rPr lang="en-US" dirty="0"/>
              <a:t>Chapter 6 “Explanatory Models III: </a:t>
            </a:r>
            <a:r>
              <a:rPr lang="en-US" dirty="0" err="1"/>
              <a:t>Psychosocioal</a:t>
            </a:r>
            <a:r>
              <a:rPr lang="en-US" dirty="0"/>
              <a:t> Factors”, pp. 111-126.</a:t>
            </a:r>
          </a:p>
          <a:p>
            <a:endParaRPr lang="en-GB" u="sng" dirty="0"/>
          </a:p>
          <a:p>
            <a:r>
              <a:rPr lang="en-GB" u="sng" dirty="0"/>
              <a:t>Applied focus</a:t>
            </a:r>
            <a:r>
              <a:rPr lang="en-GB" dirty="0"/>
              <a:t>: </a:t>
            </a:r>
            <a:r>
              <a:rPr lang="en-US" dirty="0"/>
              <a:t>Finding items to </a:t>
            </a:r>
            <a:r>
              <a:rPr lang="en-US" dirty="0" err="1"/>
              <a:t>analyse</a:t>
            </a:r>
            <a:r>
              <a:rPr lang="en-US" dirty="0"/>
              <a:t> </a:t>
            </a:r>
            <a:r>
              <a:rPr lang="en-US" dirty="0" err="1"/>
              <a:t>behavioural</a:t>
            </a:r>
            <a:r>
              <a:rPr lang="en-US" dirty="0"/>
              <a:t>, material, psychosocial explanations in the ISSP/ESS</a:t>
            </a:r>
            <a:endParaRPr lang="de-CH" dirty="0"/>
          </a:p>
          <a:p>
            <a:endParaRPr lang="de-CH" dirty="0"/>
          </a:p>
        </p:txBody>
      </p:sp>
    </p:spTree>
    <p:extLst>
      <p:ext uri="{BB962C8B-B14F-4D97-AF65-F5344CB8AC3E}">
        <p14:creationId xmlns:p14="http://schemas.microsoft.com/office/powerpoint/2010/main" val="3507746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DD29B7-B65B-DED0-D6C8-C8C8DF4EF175}"/>
              </a:ext>
            </a:extLst>
          </p:cNvPr>
          <p:cNvSpPr>
            <a:spLocks noGrp="1"/>
          </p:cNvSpPr>
          <p:nvPr>
            <p:ph type="title"/>
          </p:nvPr>
        </p:nvSpPr>
        <p:spPr/>
        <p:txBody>
          <a:bodyPr/>
          <a:lstStyle/>
          <a:p>
            <a:r>
              <a:rPr lang="de-CH" dirty="0"/>
              <a:t>References</a:t>
            </a:r>
          </a:p>
        </p:txBody>
      </p:sp>
      <p:sp>
        <p:nvSpPr>
          <p:cNvPr id="3" name="Foliennummernplatzhalter 2">
            <a:extLst>
              <a:ext uri="{FF2B5EF4-FFF2-40B4-BE49-F238E27FC236}">
                <a16:creationId xmlns:a16="http://schemas.microsoft.com/office/drawing/2014/main" id="{AC92A160-F563-D402-3115-22953A7A9860}"/>
              </a:ext>
            </a:extLst>
          </p:cNvPr>
          <p:cNvSpPr>
            <a:spLocks noGrp="1"/>
          </p:cNvSpPr>
          <p:nvPr>
            <p:ph type="sldNum" sz="quarter" idx="12"/>
          </p:nvPr>
        </p:nvSpPr>
        <p:spPr/>
        <p:txBody>
          <a:bodyPr/>
          <a:lstStyle/>
          <a:p>
            <a:fld id="{0A6ABA92-B65E-42F5-BB28-73DA50746AED}" type="slidenum">
              <a:rPr lang="de-CH" smtClean="0"/>
              <a:t>17</a:t>
            </a:fld>
            <a:endParaRPr lang="de-CH" dirty="0"/>
          </a:p>
        </p:txBody>
      </p:sp>
      <p:sp>
        <p:nvSpPr>
          <p:cNvPr id="4" name="Textplatzhalter 3">
            <a:extLst>
              <a:ext uri="{FF2B5EF4-FFF2-40B4-BE49-F238E27FC236}">
                <a16:creationId xmlns:a16="http://schemas.microsoft.com/office/drawing/2014/main" id="{C3C40011-4FED-A2D5-39BC-2B1AC94B5720}"/>
              </a:ext>
            </a:extLst>
          </p:cNvPr>
          <p:cNvSpPr>
            <a:spLocks noGrp="1"/>
          </p:cNvSpPr>
          <p:nvPr>
            <p:ph type="body" sz="quarter" idx="13"/>
          </p:nvPr>
        </p:nvSpPr>
        <p:spPr/>
        <p:txBody>
          <a:bodyPr/>
          <a:lstStyle/>
          <a:p>
            <a:pPr marL="171450" indent="-171450">
              <a:buFont typeface="Wingdings" panose="05000000000000000000" pitchFamily="2" charset="2"/>
              <a:buChar char="§"/>
            </a:pPr>
            <a:r>
              <a:rPr lang="en-US" sz="1200" dirty="0"/>
              <a:t>Asada, Y. (2010). On the choice of absolute or relative inequality measures. </a:t>
            </a:r>
            <a:r>
              <a:rPr lang="en-US" sz="1200" i="1" dirty="0"/>
              <a:t>The Milbank Quarterly</a:t>
            </a:r>
            <a:r>
              <a:rPr lang="en-US" sz="1200" dirty="0"/>
              <a:t>, </a:t>
            </a:r>
            <a:r>
              <a:rPr lang="en-US" sz="1200" i="1" dirty="0"/>
              <a:t>88</a:t>
            </a:r>
            <a:r>
              <a:rPr lang="en-US" sz="1200" dirty="0"/>
              <a:t>(4), 616–622; discussion 623-627. </a:t>
            </a:r>
            <a:r>
              <a:rPr lang="en-US" sz="1200" dirty="0">
                <a:hlinkClick r:id="rId2"/>
              </a:rPr>
              <a:t>https://doi.org/10.1111/j.1468-0009.2010.00614.x</a:t>
            </a:r>
            <a:endParaRPr lang="en-US" sz="1200" dirty="0"/>
          </a:p>
          <a:p>
            <a:pPr marL="171450" indent="-171450">
              <a:buFont typeface="Wingdings" panose="05000000000000000000" pitchFamily="2" charset="2"/>
              <a:buChar char="§"/>
            </a:pPr>
            <a:r>
              <a:rPr lang="en-US" sz="1200" dirty="0"/>
              <a:t>Bergen, N., Kirkby, K., Barros, A. J. D., Braveman, P., Goldblatt, P., Koller, T. S., Mujica, O. J., Nambiar, D., O’Donnell, O., </a:t>
            </a:r>
            <a:r>
              <a:rPr lang="en-US" sz="1200" dirty="0" err="1"/>
              <a:t>Schlotheuber</a:t>
            </a:r>
            <a:r>
              <a:rPr lang="en-US" sz="1200" dirty="0"/>
              <a:t>, A., Welch, V., &amp; </a:t>
            </a:r>
            <a:r>
              <a:rPr lang="en-US" sz="1200" dirty="0" err="1"/>
              <a:t>Hosseinpoor</a:t>
            </a:r>
            <a:r>
              <a:rPr lang="en-US" sz="1200" dirty="0"/>
              <a:t>, A. R. (2025). Writing about health inequality: Recommendations for accurate and impactful presentation of evidence. </a:t>
            </a:r>
            <a:r>
              <a:rPr lang="en-US" sz="1200" i="1" dirty="0"/>
              <a:t>International Journal for Equity in Health</a:t>
            </a:r>
            <a:r>
              <a:rPr lang="en-US" sz="1200" dirty="0"/>
              <a:t>, </a:t>
            </a:r>
            <a:r>
              <a:rPr lang="en-US" sz="1200" i="1" dirty="0"/>
              <a:t>24</a:t>
            </a:r>
            <a:r>
              <a:rPr lang="en-US" sz="1200" dirty="0"/>
              <a:t>(1), 231. </a:t>
            </a:r>
            <a:r>
              <a:rPr lang="en-US" sz="1200" dirty="0">
                <a:hlinkClick r:id="rId3"/>
              </a:rPr>
              <a:t>https://doi.org/10.1186/s12939-025-02548-6</a:t>
            </a:r>
            <a:endParaRPr lang="en-US" sz="1200" dirty="0"/>
          </a:p>
          <a:p>
            <a:pPr marL="171450" indent="-171450">
              <a:buFont typeface="Wingdings" panose="05000000000000000000" pitchFamily="2" charset="2"/>
              <a:buChar char="§"/>
            </a:pPr>
            <a:r>
              <a:rPr lang="en-US" sz="1200" dirty="0"/>
              <a:t>Braveman, P. (2025). Health Inequalities, Disparities, Equity: What’s in a Name? </a:t>
            </a:r>
            <a:r>
              <a:rPr lang="en-US" sz="1200" i="1" dirty="0"/>
              <a:t>American Journal of Public Health</a:t>
            </a:r>
            <a:r>
              <a:rPr lang="en-US" sz="1200" dirty="0"/>
              <a:t>, </a:t>
            </a:r>
            <a:r>
              <a:rPr lang="en-US" sz="1200" i="1" dirty="0"/>
              <a:t>115</a:t>
            </a:r>
            <a:r>
              <a:rPr lang="en-US" sz="1200" dirty="0"/>
              <a:t>(7), 996–1002. </a:t>
            </a:r>
            <a:r>
              <a:rPr lang="en-US" sz="1200" dirty="0">
                <a:hlinkClick r:id="rId4"/>
              </a:rPr>
              <a:t>https://doi.org/10.2105/AJPH.2025.308062</a:t>
            </a:r>
            <a:endParaRPr lang="en-US" sz="1200" dirty="0"/>
          </a:p>
          <a:p>
            <a:pPr marL="171450" indent="-171450">
              <a:buFont typeface="Wingdings" panose="05000000000000000000" pitchFamily="2" charset="2"/>
              <a:buChar char="§"/>
            </a:pPr>
            <a:r>
              <a:rPr lang="en-US" sz="1200" dirty="0"/>
              <a:t>Harper, S., King, N. B., Meersman, S. C., Reichman, M. E., Breen, N., &amp; Lynch, J. (2010). Implicit value judgments in the measurement of health inequalities. </a:t>
            </a:r>
            <a:r>
              <a:rPr lang="en-US" sz="1200" i="1" dirty="0"/>
              <a:t>The Milbank Quarterly</a:t>
            </a:r>
            <a:r>
              <a:rPr lang="en-US" sz="1200" dirty="0"/>
              <a:t>, </a:t>
            </a:r>
            <a:r>
              <a:rPr lang="en-US" sz="1200" i="1" dirty="0"/>
              <a:t>88</a:t>
            </a:r>
            <a:r>
              <a:rPr lang="en-US" sz="1200" dirty="0"/>
              <a:t>(1), 4–29. </a:t>
            </a:r>
            <a:r>
              <a:rPr lang="en-US" sz="1200" dirty="0">
                <a:hlinkClick r:id="rId5"/>
              </a:rPr>
              <a:t>https://doi.org/10.1111/j.1468-0009.2010.00587.x</a:t>
            </a:r>
            <a:endParaRPr lang="en-US" sz="1200" dirty="0"/>
          </a:p>
          <a:p>
            <a:pPr marL="171450" indent="-171450">
              <a:buFont typeface="Wingdings" panose="05000000000000000000" pitchFamily="2" charset="2"/>
              <a:buChar char="§"/>
            </a:pPr>
            <a:r>
              <a:rPr lang="en-US" sz="1200" dirty="0"/>
              <a:t>Mackenbach, J. P. (2019). </a:t>
            </a:r>
            <a:r>
              <a:rPr lang="en-US" sz="1200" i="1" dirty="0"/>
              <a:t>Health Inequalities. Persistence and Change in European Welfare States</a:t>
            </a:r>
            <a:r>
              <a:rPr lang="en-US" sz="1200" dirty="0"/>
              <a:t>. Oxford University Press.</a:t>
            </a:r>
          </a:p>
          <a:p>
            <a:pPr marL="171450" indent="-171450">
              <a:buFont typeface="Wingdings" panose="05000000000000000000" pitchFamily="2" charset="2"/>
              <a:buChar char="§"/>
            </a:pPr>
            <a:r>
              <a:rPr lang="en-US" sz="1200" dirty="0"/>
              <a:t>McCartney, G., Popham, F., McMaster, R., &amp; Cumbers, A. (2019). Defining health and health inequalities. </a:t>
            </a:r>
            <a:r>
              <a:rPr lang="en-US" sz="1200" i="1" dirty="0"/>
              <a:t>Special Issue on Migration, Ethnicity, Race and Health</a:t>
            </a:r>
            <a:r>
              <a:rPr lang="en-US" sz="1200" dirty="0"/>
              <a:t>, </a:t>
            </a:r>
            <a:r>
              <a:rPr lang="en-US" sz="1200" i="1" dirty="0"/>
              <a:t>172</a:t>
            </a:r>
            <a:r>
              <a:rPr lang="en-US" sz="1200" dirty="0"/>
              <a:t>, 22–30. </a:t>
            </a:r>
            <a:r>
              <a:rPr lang="en-US" sz="1200" dirty="0">
                <a:hlinkClick r:id="rId6"/>
              </a:rPr>
              <a:t>https://doi.org/10.1016/j.puhe.2019.03.023</a:t>
            </a:r>
            <a:endParaRPr lang="en-US" sz="1200" dirty="0"/>
          </a:p>
          <a:p>
            <a:pPr marL="171450" indent="-171450">
              <a:buFont typeface="Wingdings" panose="05000000000000000000" pitchFamily="2" charset="2"/>
              <a:buChar char="§"/>
            </a:pPr>
            <a:r>
              <a:rPr lang="en-US" sz="1200" dirty="0"/>
              <a:t>Spycher, J., </a:t>
            </a:r>
            <a:r>
              <a:rPr lang="en-US" sz="1200" dirty="0" err="1"/>
              <a:t>Morisod</a:t>
            </a:r>
            <a:r>
              <a:rPr lang="en-US" sz="1200" dirty="0"/>
              <a:t>, K., Eggli, Y., Moschetti, K., </a:t>
            </a:r>
            <a:r>
              <a:rPr lang="en-US" sz="1200" dirty="0" err="1"/>
              <a:t>Pogam</a:t>
            </a:r>
            <a:r>
              <a:rPr lang="en-US" sz="1200" dirty="0"/>
              <a:t>, M.-A. L., Peytremann-Bridevaux, I., </a:t>
            </a:r>
            <a:r>
              <a:rPr lang="en-US" sz="1200" dirty="0" err="1"/>
              <a:t>Bodenmann</a:t>
            </a:r>
            <a:r>
              <a:rPr lang="en-US" sz="1200" dirty="0"/>
              <a:t>, P., &amp; Marti, J. (2021). </a:t>
            </a:r>
            <a:r>
              <a:rPr lang="en-US" sz="1200" i="1" dirty="0"/>
              <a:t>Indicators on Healthcare Equity in Switzerland. New Evidence  and Challenges. Report commissioned by the Federal Office of Public Health.</a:t>
            </a:r>
            <a:r>
              <a:rPr lang="en-US" sz="1200" dirty="0"/>
              <a:t> FOPH.</a:t>
            </a:r>
          </a:p>
          <a:p>
            <a:pPr marL="171450" indent="-171450">
              <a:buFont typeface="Wingdings" panose="05000000000000000000" pitchFamily="2" charset="2"/>
              <a:buChar char="§"/>
            </a:pPr>
            <a:r>
              <a:rPr lang="en-US" sz="1200" dirty="0"/>
              <a:t>WHO. (2025, May 6). </a:t>
            </a:r>
            <a:r>
              <a:rPr lang="en-US" sz="1200" i="1" dirty="0"/>
              <a:t>World report on social determinants of health equity</a:t>
            </a:r>
            <a:r>
              <a:rPr lang="en-US" sz="1200" dirty="0"/>
              <a:t>. </a:t>
            </a:r>
            <a:r>
              <a:rPr lang="en-US" sz="1200" dirty="0">
                <a:hlinkClick r:id="rId7"/>
              </a:rPr>
              <a:t>https://www.who.int/publications/i/item/9789240107588</a:t>
            </a:r>
            <a:endParaRPr lang="en-US" sz="1200" dirty="0"/>
          </a:p>
        </p:txBody>
      </p:sp>
    </p:spTree>
    <p:extLst>
      <p:ext uri="{BB962C8B-B14F-4D97-AF65-F5344CB8AC3E}">
        <p14:creationId xmlns:p14="http://schemas.microsoft.com/office/powerpoint/2010/main" val="3111741107"/>
      </p:ext>
    </p:extLst>
  </p:cSld>
  <p:clrMapOvr>
    <a:masterClrMapping/>
  </p:clrMapOvr>
</p:sld>
</file>

<file path=ppt/theme/theme1.xml><?xml version="1.0" encoding="utf-8"?>
<a:theme xmlns:a="http://schemas.openxmlformats.org/drawingml/2006/main" name="Universität Luzern">
  <a:themeElements>
    <a:clrScheme name="Custom 4">
      <a:dk1>
        <a:srgbClr val="000000"/>
      </a:dk1>
      <a:lt1>
        <a:srgbClr val="FFFFFF"/>
      </a:lt1>
      <a:dk2>
        <a:srgbClr val="000000"/>
      </a:dk2>
      <a:lt2>
        <a:srgbClr val="FFFFFF"/>
      </a:lt2>
      <a:accent1>
        <a:srgbClr val="E5007D"/>
      </a:accent1>
      <a:accent2>
        <a:srgbClr val="941680"/>
      </a:accent2>
      <a:accent3>
        <a:srgbClr val="009EE3"/>
      </a:accent3>
      <a:accent4>
        <a:srgbClr val="2E2382"/>
      </a:accent4>
      <a:accent5>
        <a:srgbClr val="FFED00"/>
      </a:accent5>
      <a:accent6>
        <a:srgbClr val="94C119"/>
      </a:accent6>
      <a:hlink>
        <a:srgbClr val="002D89"/>
      </a:hlink>
      <a:folHlink>
        <a:srgbClr val="002D8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9D3E6"/>
        </a:solidFill>
        <a:ln>
          <a:noFill/>
        </a:ln>
      </a:spPr>
      <a:bodyPr lIns="72000" tIns="72000" rIns="72000" bIns="72000" rtlCol="0" anchor="t" anchorCtr="0"/>
      <a:lstStyle>
        <a:defPPr algn="l">
          <a:lnSpc>
            <a:spcPct val="117000"/>
          </a:lnSpc>
          <a:defRPr sz="1400" dirty="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7000"/>
          </a:lnSpc>
          <a:defRPr sz="1400" dirty="0">
            <a:solidFill>
              <a:srgbClr val="000000"/>
            </a:solidFill>
          </a:defRPr>
        </a:defPPr>
      </a:lstStyle>
    </a:txDef>
  </a:objectDefaults>
  <a:extraClrSchemeLst>
    <a:extraClrScheme>
      <a:clrScheme name="Universität Luzern - Farbstil 1">
        <a:dk1>
          <a:srgbClr val="000000"/>
        </a:dk1>
        <a:lt1>
          <a:srgbClr val="FFFFFF"/>
        </a:lt1>
        <a:dk2>
          <a:srgbClr val="000000"/>
        </a:dk2>
        <a:lt2>
          <a:srgbClr val="FFFFFF"/>
        </a:lt2>
        <a:accent1>
          <a:srgbClr val="E5007D"/>
        </a:accent1>
        <a:accent2>
          <a:srgbClr val="941680"/>
        </a:accent2>
        <a:accent3>
          <a:srgbClr val="009EE3"/>
        </a:accent3>
        <a:accent4>
          <a:srgbClr val="2E2382"/>
        </a:accent4>
        <a:accent5>
          <a:srgbClr val="FFED00"/>
        </a:accent5>
        <a:accent6>
          <a:srgbClr val="94C119"/>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Universität Luzern - Farbstil 2">
        <a:dk1>
          <a:srgbClr val="000000"/>
        </a:dk1>
        <a:lt1>
          <a:srgbClr val="FFFFFF"/>
        </a:lt1>
        <a:dk2>
          <a:srgbClr val="000000"/>
        </a:dk2>
        <a:lt2>
          <a:srgbClr val="FFFFFF"/>
        </a:lt2>
        <a:accent1>
          <a:srgbClr val="F39100"/>
        </a:accent1>
        <a:accent2>
          <a:srgbClr val="E3000B"/>
        </a:accent2>
        <a:accent3>
          <a:srgbClr val="009992"/>
        </a:accent3>
        <a:accent4>
          <a:srgbClr val="0068B4"/>
        </a:accent4>
        <a:accent5>
          <a:srgbClr val="E5004F"/>
        </a:accent5>
        <a:accent6>
          <a:srgbClr val="00963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Universität Luzern - Grau">
        <a:dk1>
          <a:srgbClr val="000000"/>
        </a:dk1>
        <a:lt1>
          <a:srgbClr val="FFFFFF"/>
        </a:lt1>
        <a:dk2>
          <a:srgbClr val="000000"/>
        </a:dk2>
        <a:lt2>
          <a:srgbClr val="FFFFFF"/>
        </a:lt2>
        <a:accent1>
          <a:srgbClr val="000000"/>
        </a:accent1>
        <a:accent2>
          <a:srgbClr val="333333"/>
        </a:accent2>
        <a:accent3>
          <a:srgbClr val="666666"/>
        </a:accent3>
        <a:accent4>
          <a:srgbClr val="999999"/>
        </a:accent4>
        <a:accent5>
          <a:srgbClr val="CCCCCC"/>
        </a:accent5>
        <a:accent6>
          <a:srgbClr val="E6E6E6"/>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Primäre Farbe 100%">
      <a:srgbClr val="E5007D"/>
    </a:custClr>
    <a:custClr name="Sekundäre Farbe 100%">
      <a:srgbClr val="000000"/>
    </a:custClr>
    <a:custClr>
      <a:srgbClr val="FFFFFF"/>
    </a:custClr>
    <a:custClr>
      <a:srgbClr val="0068B4"/>
    </a:custClr>
    <a:custClr>
      <a:srgbClr val="009EE3"/>
    </a:custClr>
    <a:custClr>
      <a:srgbClr val="009992"/>
    </a:custClr>
    <a:custClr>
      <a:srgbClr val="00963E"/>
    </a:custClr>
    <a:custClr>
      <a:srgbClr val="94C119"/>
    </a:custClr>
    <a:custClr>
      <a:srgbClr val="FFFFFF"/>
    </a:custClr>
    <a:custClr name="Rosa Hintergrund">
      <a:srgbClr val="F9D3E6"/>
    </a:custClr>
    <a:custClr name="Primäre Farbe 75%">
      <a:srgbClr val="EB5F9E"/>
    </a:custClr>
    <a:custClr name="Sekundäre Farbe 75%">
      <a:srgbClr val="646464"/>
    </a:custClr>
    <a:custClr>
      <a:srgbClr val="FFFFFF"/>
    </a:custClr>
    <a:custClr>
      <a:srgbClr val="FFED00"/>
    </a:custClr>
    <a:custClr>
      <a:srgbClr val="F39100"/>
    </a:custClr>
    <a:custClr>
      <a:srgbClr val="E3000B"/>
    </a:custClr>
    <a:custClr>
      <a:srgbClr val="E5004F"/>
    </a:custClr>
    <a:custClr>
      <a:srgbClr val="E5007D"/>
    </a:custClr>
    <a:custClr>
      <a:srgbClr val="FFFFFF"/>
    </a:custClr>
    <a:custClr>
      <a:srgbClr val="FFFFFF"/>
    </a:custClr>
    <a:custClr name="Primäre Farbe 50%">
      <a:srgbClr val="F29EC4"/>
    </a:custClr>
    <a:custClr name="Sekundäre Farbe 50%">
      <a:srgbClr val="9C9C9C"/>
    </a:custClr>
    <a:custClr>
      <a:srgbClr val="FFFFFF"/>
    </a:custClr>
    <a:custClr>
      <a:srgbClr val="941680"/>
    </a:custClr>
    <a:custClr>
      <a:srgbClr val="2E2382"/>
    </a:custClr>
    <a:custClr>
      <a:srgbClr val="FFFFFF"/>
    </a:custClr>
    <a:custClr>
      <a:srgbClr val="9184BE"/>
    </a:custClr>
    <a:custClr>
      <a:srgbClr val="C592C1"/>
    </a:custClr>
    <a:custClr>
      <a:srgbClr val="FFFFFF"/>
    </a:custClr>
    <a:custClr>
      <a:srgbClr val="FFFFFF"/>
    </a:custClr>
    <a:custClr name="Primäre Farbe 25%">
      <a:srgbClr val="F9D2E6"/>
    </a:custClr>
    <a:custClr name="Sekundäre Farbe 25%">
      <a:srgbClr val="D0D0D0"/>
    </a:custClr>
    <a:custClr>
      <a:srgbClr val="FFFFFF"/>
    </a:custClr>
    <a:custClr>
      <a:srgbClr val="F29EC4"/>
    </a:custClr>
    <a:custClr>
      <a:srgbClr val="F39BA2"/>
    </a:custClr>
    <a:custClr>
      <a:srgbClr val="F3987A"/>
    </a:custClr>
    <a:custClr>
      <a:srgbClr val="FCCB8D"/>
    </a:custClr>
    <a:custClr>
      <a:srgbClr val="FFF59A"/>
    </a:custClr>
    <a:custClr>
      <a:srgbClr val="FFFFFF"/>
    </a:custClr>
    <a:custClr>
      <a:srgbClr val="FFFFFF"/>
    </a:custClr>
    <a:custClr name="Primäre Farbe 5%">
      <a:srgbClr val="FEF6FA"/>
    </a:custClr>
    <a:custClr name="Sekundäre Farbe 5%">
      <a:srgbClr val="F6F6F6"/>
    </a:custClr>
    <a:custClr>
      <a:srgbClr val="FFFFFF"/>
    </a:custClr>
    <a:custClr>
      <a:srgbClr val="CFE09A"/>
    </a:custClr>
    <a:custClr>
      <a:srgbClr val="8DC899"/>
    </a:custClr>
    <a:custClr>
      <a:srgbClr val="91CCC9"/>
    </a:custClr>
    <a:custClr>
      <a:srgbClr val="81D0F5"/>
    </a:custClr>
    <a:custClr>
      <a:srgbClr val="8AADDC"/>
    </a:custClr>
    <a:custClr>
      <a:srgbClr val="FFFFFF"/>
    </a:custClr>
    <a:custClr>
      <a:srgbClr val="FFFFFF"/>
    </a:custClr>
  </a:custClrLst>
  <a:extLst>
    <a:ext uri="{05A4C25C-085E-4340-85A3-A5531E510DB2}">
      <thm15:themeFamily xmlns:thm15="http://schemas.microsoft.com/office/thememl/2012/main" name="2025 04_Presentation_template_UniLU_EN.potx" id="{5BB24A47-C4E0-4986-8B17-2EA72AABFD7F}" vid="{6163BBC9-2278-45B2-9623-4BB273D7B1F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ocument xmlns="http://www.docugate.com/2015/docugatedatastorexml">
  <snapins xmlns=""/>
</document>
</file>

<file path=customXml/itemProps1.xml><?xml version="1.0" encoding="utf-8"?>
<ds:datastoreItem xmlns:ds="http://schemas.openxmlformats.org/officeDocument/2006/customXml" ds:itemID="{427112A0-A08A-45DC-9DED-48C9A0E4C6BD}">
  <ds:schemaRefs>
    <ds:schemaRef ds:uri="http://www.docugate.com/2015/docugatedatastorexml"/>
    <ds:schemaRef ds:uri=""/>
  </ds:schemaRefs>
</ds:datastoreItem>
</file>

<file path=docProps/app.xml><?xml version="1.0" encoding="utf-8"?>
<Properties xmlns="http://schemas.openxmlformats.org/officeDocument/2006/extended-properties" xmlns:vt="http://schemas.openxmlformats.org/officeDocument/2006/docPropsVTypes">
  <Template/>
  <TotalTime>0</TotalTime>
  <Words>1888</Words>
  <Application>Microsoft Office PowerPoint</Application>
  <PresentationFormat>Benutzerdefiniert</PresentationFormat>
  <Paragraphs>172</Paragraphs>
  <Slides>17</Slides>
  <Notes>7</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Arial</vt:lpstr>
      <vt:lpstr>Courier New</vt:lpstr>
      <vt:lpstr>Franklin Gothic Book</vt:lpstr>
      <vt:lpstr>Franklin Gothic Medium</vt:lpstr>
      <vt:lpstr>Wingdings</vt:lpstr>
      <vt:lpstr>Universität Luzern</vt:lpstr>
      <vt:lpstr>PowerPoint-Präsentation</vt:lpstr>
      <vt:lpstr>PowerPoint-Präsentation</vt:lpstr>
      <vt:lpstr>Two key definitions</vt:lpstr>
      <vt:lpstr>Two key definitions</vt:lpstr>
      <vt:lpstr>Two key definitions</vt:lpstr>
      <vt:lpstr>Definition of health equity in switzerland</vt:lpstr>
      <vt:lpstr>Measuring Health inequality – Asada’s experiment</vt:lpstr>
      <vt:lpstr>Absolute and relative “gap” measures </vt:lpstr>
      <vt:lpstr>Exercise: Absolute and relative health inequalities</vt:lpstr>
      <vt:lpstr>Health gaps vs. gradients</vt:lpstr>
      <vt:lpstr>Implications for writing about health inequalit</vt:lpstr>
      <vt:lpstr>Data sources - international</vt:lpstr>
      <vt:lpstr>Data sources - switzerland</vt:lpstr>
      <vt:lpstr>Application – recap week 1</vt:lpstr>
      <vt:lpstr>Application week 2 – first decriptive indicators</vt:lpstr>
      <vt:lpstr>Outlook next week</vt:lpstr>
      <vt:lpstr>References</vt:lpstr>
    </vt:vector>
  </TitlesOfParts>
  <Company>Universitaet Luzern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Weisstanner David</dc:creator>
  <cp:lastModifiedBy>Weisstanner David</cp:lastModifiedBy>
  <cp:revision>10</cp:revision>
  <dcterms:created xsi:type="dcterms:W3CDTF">2025-04-15T07:59:06Z</dcterms:created>
  <dcterms:modified xsi:type="dcterms:W3CDTF">2025-09-22T05:48:50Z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bel">
    <vt:i4>0</vt:i4>
  </property>
  <property fmtid="{D5CDD505-2E9C-101B-9397-08002B2CF9AE}" pid="3" name="einzelfelder_datum">
    <vt:lpwstr>15 April 2025</vt:lpwstr>
  </property>
  <property fmtid="{D5CDD505-2E9C-101B-9397-08002B2CF9AE}" pid="4" name="einzelfelder_datumunformatted">
    <vt:lpwstr>04/15/2025 00:00:00</vt:lpwstr>
  </property>
  <property fmtid="{D5CDD505-2E9C-101B-9397-08002B2CF9AE}" pid="5" name="einzelfelder_präsentationstitel">
    <vt:lpwstr>Title of the presentation</vt:lpwstr>
  </property>
  <property fmtid="{D5CDD505-2E9C-101B-9397-08002B2CF9AE}" pid="6" name="einzelfelder_präsentationstitelunformatted">
    <vt:lpwstr>Title of the presentation</vt:lpwstr>
  </property>
  <property fmtid="{D5CDD505-2E9C-101B-9397-08002B2CF9AE}" pid="7" name="mitarbeitende_ersteller_mitarbeitende_anrede">
    <vt:lpwstr>Herr</vt:lpwstr>
  </property>
  <property fmtid="{D5CDD505-2E9C-101B-9397-08002B2CF9AE}" pid="8" name="mitarbeitende_ersteller_mitarbeitende_anredee">
    <vt:lpwstr>Mr</vt:lpwstr>
  </property>
  <property fmtid="{D5CDD505-2E9C-101B-9397-08002B2CF9AE}" pid="9" name="mitarbeitende_ersteller_mitarbeitende_anstellungbis">
    <vt:lpwstr>31.12.2027</vt:lpwstr>
  </property>
  <property fmtid="{D5CDD505-2E9C-101B-9397-08002B2CF9AE}" pid="10" name="mitarbeitende_ersteller_mitarbeitende_anstellungvon">
    <vt:lpwstr>01.01.2023</vt:lpwstr>
  </property>
  <property fmtid="{D5CDD505-2E9C-101B-9397-08002B2CF9AE}" pid="11" name="mitarbeitende_ersteller_mitarbeitende_email">
    <vt:lpwstr>david.weisstanner@unilu.ch</vt:lpwstr>
  </property>
  <property fmtid="{D5CDD505-2E9C-101B-9397-08002B2CF9AE}" pid="12" name="mitarbeitende_ersteller_mitarbeitende_fakultaetsumbruch">
    <vt:lpwstr>Fakultät für Gesundheits-wissenschaften und Medizin</vt:lpwstr>
  </property>
  <property fmtid="{D5CDD505-2E9C-101B-9397-08002B2CF9AE}" pid="13" name="mitarbeitende_ersteller_mitarbeitende_fakultaet">
    <vt:lpwstr>Fakultät für Gesundheitswissenschaften und Medizin</vt:lpwstr>
  </property>
  <property fmtid="{D5CDD505-2E9C-101B-9397-08002B2CF9AE}" pid="14" name="mitarbeitende_ersteller_mitarbeitende_fakultaete">
    <vt:lpwstr>Faculty of Health Sciences and Medicine</vt:lpwstr>
  </property>
  <property fmtid="{D5CDD505-2E9C-101B-9397-08002B2CF9AE}" pid="15" name="mitarbeitende_ersteller_mitarbeitende_fakultaetkurzzeichen">
    <vt:lpwstr>GMF</vt:lpwstr>
  </property>
  <property fmtid="{D5CDD505-2E9C-101B-9397-08002B2CF9AE}" pid="16" name="mitarbeitende_ersteller_mitarbeitende_finanzquelle">
    <vt:lpwstr>Budget der Hochschule</vt:lpwstr>
  </property>
  <property fmtid="{D5CDD505-2E9C-101B-9397-08002B2CF9AE}" pid="17" name="mitarbeitende_ersteller_mitarbeitende_funktion">
    <vt:lpwstr>Assistenzprofessor</vt:lpwstr>
  </property>
  <property fmtid="{D5CDD505-2E9C-101B-9397-08002B2CF9AE}" pid="18" name="mitarbeitende_ersteller_mitarbeitende_funktione">
    <vt:lpwstr>Assistant Professor</vt:lpwstr>
  </property>
  <property fmtid="{D5CDD505-2E9C-101B-9397-08002B2CF9AE}" pid="19" name="mitarbeitende_ersteller_mitarbeitende_geburtstag">
    <vt:lpwstr>10.05.1989</vt:lpwstr>
  </property>
  <property fmtid="{D5CDD505-2E9C-101B-9397-08002B2CF9AE}" pid="20" name="mitarbeitende_ersteller_mitarbeitende_geschlecht">
    <vt:lpwstr>m</vt:lpwstr>
  </property>
  <property fmtid="{D5CDD505-2E9C-101B-9397-08002B2CF9AE}" pid="21" name="mitarbeitende_ersteller_mitarbeitende_id">
    <vt:lpwstr/>
  </property>
  <property fmtid="{D5CDD505-2E9C-101B-9397-08002B2CF9AE}" pid="22" name="mitarbeitende_ersteller_mitarbeitende_institut">
    <vt:lpwstr>Gesundheitswissenschaften</vt:lpwstr>
  </property>
  <property fmtid="{D5CDD505-2E9C-101B-9397-08002B2CF9AE}" pid="23" name="mitarbeitende_ersteller_mitarbeitende_institute">
    <vt:lpwstr>Health Sciences</vt:lpwstr>
  </property>
  <property fmtid="{D5CDD505-2E9C-101B-9397-08002B2CF9AE}" pid="24" name="mitarbeitende_ersteller_mitarbeitende_kostenstelle">
    <vt:lpwstr>6200</vt:lpwstr>
  </property>
  <property fmtid="{D5CDD505-2E9C-101B-9397-08002B2CF9AE}" pid="25" name="mitarbeitende_ersteller_mitarbeitende_kurzzeichen">
    <vt:lpwstr>WeDa</vt:lpwstr>
  </property>
  <property fmtid="{D5CDD505-2E9C-101B-9397-08002B2CF9AE}" pid="26" name="mitarbeitende_ersteller_mitarbeitende_land">
    <vt:lpwstr>Schweiz</vt:lpwstr>
  </property>
  <property fmtid="{D5CDD505-2E9C-101B-9397-08002B2CF9AE}" pid="27" name="mitarbeitende_ersteller_mitarbeitende_logoname">
    <vt:lpwstr/>
  </property>
  <property fmtid="{D5CDD505-2E9C-101B-9397-08002B2CF9AE}" pid="28" name="mitarbeitende_ersteller_mitarbeitende_ort">
    <vt:lpwstr>Luzern</vt:lpwstr>
  </property>
  <property fmtid="{D5CDD505-2E9C-101B-9397-08002B2CF9AE}" pid="29" name="mitarbeitende_ersteller_mitarbeitende_pensum">
    <vt:lpwstr>100</vt:lpwstr>
  </property>
  <property fmtid="{D5CDD505-2E9C-101B-9397-08002B2CF9AE}" pid="30" name="mitarbeitende_ersteller_mitarbeitende_plz">
    <vt:lpwstr>6005</vt:lpwstr>
  </property>
  <property fmtid="{D5CDD505-2E9C-101B-9397-08002B2CF9AE}" pid="31" name="mitarbeitende_ersteller_mitarbeitende_professurabteilungprojekt">
    <vt:lpwstr/>
  </property>
  <property fmtid="{D5CDD505-2E9C-101B-9397-08002B2CF9AE}" pid="32" name="mitarbeitende_ersteller_mitarbeitende_seminarinstitutfachbereich">
    <vt:lpwstr>Gesundheitswissenschaften</vt:lpwstr>
  </property>
  <property fmtid="{D5CDD505-2E9C-101B-9397-08002B2CF9AE}" pid="33" name="mitarbeitende_ersteller_mitarbeitende_strasse">
    <vt:lpwstr>Alpenquai 4</vt:lpwstr>
  </property>
  <property fmtid="{D5CDD505-2E9C-101B-9397-08002B2CF9AE}" pid="34" name="mitarbeitende_ersteller_mitarbeitende_svnummer">
    <vt:lpwstr>756.3354.3021.43</vt:lpwstr>
  </property>
  <property fmtid="{D5CDD505-2E9C-101B-9397-08002B2CF9AE}" pid="35" name="mitarbeitende_ersteller_mitarbeitende_teldirekt">
    <vt:lpwstr>+41 41 229 57 40</vt:lpwstr>
  </property>
  <property fmtid="{D5CDD505-2E9C-101B-9397-08002B2CF9AE}" pid="36" name="mitarbeitende_ersteller_mitarbeitende_titelhinten">
    <vt:lpwstr/>
  </property>
  <property fmtid="{D5CDD505-2E9C-101B-9397-08002B2CF9AE}" pid="37" name="mitarbeitende_ersteller_mitarbeitende_titelmitname">
    <vt:lpwstr>Ass.-Prof. David Weisstanner</vt:lpwstr>
  </property>
  <property fmtid="{D5CDD505-2E9C-101B-9397-08002B2CF9AE}" pid="38" name="mitarbeitende_ersteller_mitarbeitende_titelvor">
    <vt:lpwstr>Ass.-Prof.</vt:lpwstr>
  </property>
  <property fmtid="{D5CDD505-2E9C-101B-9397-08002B2CF9AE}" pid="39" name="mitarbeitende_ersteller_mitarbeitende_url">
    <vt:lpwstr>www.unilu.ch</vt:lpwstr>
  </property>
  <property fmtid="{D5CDD505-2E9C-101B-9397-08002B2CF9AE}" pid="40" name="mitarbeitende_ersteller_mitarbeitende_vorname">
    <vt:lpwstr>David</vt:lpwstr>
  </property>
  <property fmtid="{D5CDD505-2E9C-101B-9397-08002B2CF9AE}" pid="41" name="mitarbeitende_ersteller_mitarbeitende_name">
    <vt:lpwstr>Weisstanner</vt:lpwstr>
  </property>
  <property fmtid="{D5CDD505-2E9C-101B-9397-08002B2CF9AE}" pid="42" name="mitarbeitende_ersteller_mitarbeitende_personalnummer">
    <vt:lpwstr>419501</vt:lpwstr>
  </property>
  <property fmtid="{D5CDD505-2E9C-101B-9397-08002B2CF9AE}" pid="43" name="mitarbeitende_ersteller_mitarbeitende_nationalitaet">
    <vt:lpwstr>Schweiz</vt:lpwstr>
  </property>
  <property fmtid="{D5CDD505-2E9C-101B-9397-08002B2CF9AE}" pid="44" name="mitarbeitende_ersteller_mitarbeitende_nationalitaete">
    <vt:lpwstr>Switzerland</vt:lpwstr>
  </property>
  <property fmtid="{D5CDD505-2E9C-101B-9397-08002B2CF9AE}" pid="45" name="mitarbeitende_ersteller_sourceid">
    <vt:lpwstr>59360b04-643b-4c9b-ada7-4d540978b1e5</vt:lpwstr>
  </property>
  <property fmtid="{D5CDD505-2E9C-101B-9397-08002B2CF9AE}" pid="46" name="mitarbeitende_spesenfür_mitarbeitende_anrede">
    <vt:lpwstr>Herr</vt:lpwstr>
  </property>
  <property fmtid="{D5CDD505-2E9C-101B-9397-08002B2CF9AE}" pid="47" name="mitarbeitende_spesenfür_mitarbeitende_anredee">
    <vt:lpwstr>Mr</vt:lpwstr>
  </property>
  <property fmtid="{D5CDD505-2E9C-101B-9397-08002B2CF9AE}" pid="48" name="mitarbeitende_spesenfür_mitarbeitende_anstellungbis">
    <vt:lpwstr>31.12.2027</vt:lpwstr>
  </property>
  <property fmtid="{D5CDD505-2E9C-101B-9397-08002B2CF9AE}" pid="49" name="mitarbeitende_spesenfür_mitarbeitende_anstellungvon">
    <vt:lpwstr>01.01.2023</vt:lpwstr>
  </property>
  <property fmtid="{D5CDD505-2E9C-101B-9397-08002B2CF9AE}" pid="50" name="mitarbeitende_spesenfür_mitarbeitende_email">
    <vt:lpwstr>david.weisstanner@unilu.ch</vt:lpwstr>
  </property>
  <property fmtid="{D5CDD505-2E9C-101B-9397-08002B2CF9AE}" pid="51" name="mitarbeitende_spesenfür_mitarbeitende_fakultaetsumbruch">
    <vt:lpwstr>Gesundheitswissenschaften und Medizin</vt:lpwstr>
  </property>
  <property fmtid="{D5CDD505-2E9C-101B-9397-08002B2CF9AE}" pid="52" name="mitarbeitende_spesenfür_mitarbeitende_fakultaet">
    <vt:lpwstr>Gesundheitswissenschaften und Medizin</vt:lpwstr>
  </property>
  <property fmtid="{D5CDD505-2E9C-101B-9397-08002B2CF9AE}" pid="53" name="mitarbeitende_spesenfür_mitarbeitende_fakultaete">
    <vt:lpwstr>Department of Health Sciences and Medicine</vt:lpwstr>
  </property>
  <property fmtid="{D5CDD505-2E9C-101B-9397-08002B2CF9AE}" pid="54" name="mitarbeitende_spesenfür_mitarbeitende_fakultaetkurzzeichen">
    <vt:lpwstr>GWM</vt:lpwstr>
  </property>
  <property fmtid="{D5CDD505-2E9C-101B-9397-08002B2CF9AE}" pid="55" name="mitarbeitende_spesenfür_mitarbeitende_finanzquelle">
    <vt:lpwstr>Budget der Hochschule</vt:lpwstr>
  </property>
  <property fmtid="{D5CDD505-2E9C-101B-9397-08002B2CF9AE}" pid="56" name="mitarbeitende_spesenfür_mitarbeitende_funktion">
    <vt:lpwstr>Assistenzprofessor</vt:lpwstr>
  </property>
  <property fmtid="{D5CDD505-2E9C-101B-9397-08002B2CF9AE}" pid="57" name="mitarbeitende_spesenfür_mitarbeitende_funktione">
    <vt:lpwstr>Assistant Professor</vt:lpwstr>
  </property>
  <property fmtid="{D5CDD505-2E9C-101B-9397-08002B2CF9AE}" pid="58" name="mitarbeitende_spesenfür_mitarbeitende_geburtstag">
    <vt:lpwstr>10.05.1989</vt:lpwstr>
  </property>
  <property fmtid="{D5CDD505-2E9C-101B-9397-08002B2CF9AE}" pid="59" name="mitarbeitende_spesenfür_mitarbeitende_geschlecht">
    <vt:lpwstr>m</vt:lpwstr>
  </property>
  <property fmtid="{D5CDD505-2E9C-101B-9397-08002B2CF9AE}" pid="60" name="mitarbeitende_spesenfür_mitarbeitende_id">
    <vt:lpwstr/>
  </property>
  <property fmtid="{D5CDD505-2E9C-101B-9397-08002B2CF9AE}" pid="61" name="mitarbeitende_spesenfür_mitarbeitende_institut">
    <vt:lpwstr>Gesundheitswissenschaften</vt:lpwstr>
  </property>
  <property fmtid="{D5CDD505-2E9C-101B-9397-08002B2CF9AE}" pid="62" name="mitarbeitende_spesenfür_mitarbeitende_institute">
    <vt:lpwstr>Health Sciences</vt:lpwstr>
  </property>
  <property fmtid="{D5CDD505-2E9C-101B-9397-08002B2CF9AE}" pid="63" name="mitarbeitende_spesenfür_mitarbeitende_kostenstelle">
    <vt:lpwstr>6200</vt:lpwstr>
  </property>
  <property fmtid="{D5CDD505-2E9C-101B-9397-08002B2CF9AE}" pid="64" name="mitarbeitende_spesenfür_mitarbeitende_kurzzeichen">
    <vt:lpwstr>WeDa</vt:lpwstr>
  </property>
  <property fmtid="{D5CDD505-2E9C-101B-9397-08002B2CF9AE}" pid="65" name="mitarbeitende_spesenfür_mitarbeitende_land">
    <vt:lpwstr>Schweiz</vt:lpwstr>
  </property>
  <property fmtid="{D5CDD505-2E9C-101B-9397-08002B2CF9AE}" pid="66" name="mitarbeitende_spesenfür_mitarbeitende_logoname">
    <vt:lpwstr/>
  </property>
  <property fmtid="{D5CDD505-2E9C-101B-9397-08002B2CF9AE}" pid="67" name="mitarbeitende_spesenfür_mitarbeitende_ort">
    <vt:lpwstr>Luzern</vt:lpwstr>
  </property>
  <property fmtid="{D5CDD505-2E9C-101B-9397-08002B2CF9AE}" pid="68" name="mitarbeitende_spesenfür_mitarbeitende_pensum">
    <vt:lpwstr>100</vt:lpwstr>
  </property>
  <property fmtid="{D5CDD505-2E9C-101B-9397-08002B2CF9AE}" pid="69" name="mitarbeitende_spesenfür_mitarbeitende_plz">
    <vt:lpwstr>6002</vt:lpwstr>
  </property>
  <property fmtid="{D5CDD505-2E9C-101B-9397-08002B2CF9AE}" pid="70" name="mitarbeitende_spesenfür_mitarbeitende_professurabteilungprojekt">
    <vt:lpwstr/>
  </property>
  <property fmtid="{D5CDD505-2E9C-101B-9397-08002B2CF9AE}" pid="71" name="mitarbeitende_spesenfür_mitarbeitende_seminarinstitutfachbereich">
    <vt:lpwstr>Gesundheitswissenschaften</vt:lpwstr>
  </property>
  <property fmtid="{D5CDD505-2E9C-101B-9397-08002B2CF9AE}" pid="72" name="mitarbeitende_spesenfür_mitarbeitende_strasse">
    <vt:lpwstr>Inseliquai 10</vt:lpwstr>
  </property>
  <property fmtid="{D5CDD505-2E9C-101B-9397-08002B2CF9AE}" pid="73" name="mitarbeitende_spesenfür_mitarbeitende_svnummer">
    <vt:lpwstr>756.3354.3021.43</vt:lpwstr>
  </property>
  <property fmtid="{D5CDD505-2E9C-101B-9397-08002B2CF9AE}" pid="74" name="mitarbeitende_spesenfür_mitarbeitende_teldirekt">
    <vt:lpwstr>+41 41 229 57 40</vt:lpwstr>
  </property>
  <property fmtid="{D5CDD505-2E9C-101B-9397-08002B2CF9AE}" pid="75" name="mitarbeitende_spesenfür_mitarbeitende_titelhinten">
    <vt:lpwstr/>
  </property>
  <property fmtid="{D5CDD505-2E9C-101B-9397-08002B2CF9AE}" pid="76" name="mitarbeitende_spesenfür_mitarbeitende_titelmitname">
    <vt:lpwstr>Ass.-Prof. David Weisstanner</vt:lpwstr>
  </property>
  <property fmtid="{D5CDD505-2E9C-101B-9397-08002B2CF9AE}" pid="77" name="mitarbeitende_spesenfür_mitarbeitende_titelvor">
    <vt:lpwstr>Ass.-Prof.</vt:lpwstr>
  </property>
  <property fmtid="{D5CDD505-2E9C-101B-9397-08002B2CF9AE}" pid="78" name="mitarbeitende_spesenfür_mitarbeitende_url">
    <vt:lpwstr>www.unilu.ch</vt:lpwstr>
  </property>
  <property fmtid="{D5CDD505-2E9C-101B-9397-08002B2CF9AE}" pid="79" name="mitarbeitende_spesenfür_mitarbeitende_vorname">
    <vt:lpwstr>David</vt:lpwstr>
  </property>
  <property fmtid="{D5CDD505-2E9C-101B-9397-08002B2CF9AE}" pid="80" name="mitarbeitende_spesenfür_mitarbeitende_name">
    <vt:lpwstr>Weisstanner</vt:lpwstr>
  </property>
  <property fmtid="{D5CDD505-2E9C-101B-9397-08002B2CF9AE}" pid="81" name="mitarbeitende_spesenfür_mitarbeitende_personalnummer">
    <vt:lpwstr>419501</vt:lpwstr>
  </property>
  <property fmtid="{D5CDD505-2E9C-101B-9397-08002B2CF9AE}" pid="82" name="mitarbeitende_spesenfür_sourceid">
    <vt:lpwstr>59360b04-643b-4c9b-ada7-4d540978b1e5</vt:lpwstr>
  </property>
  <property fmtid="{D5CDD505-2E9C-101B-9397-08002B2CF9AE}" pid="83" name="standorte_firmaname_standorte_kennung">
    <vt:lpwstr/>
  </property>
  <property fmtid="{D5CDD505-2E9C-101B-9397-08002B2CF9AE}" pid="84" name="standorte_firmaname_standorte_firmaname">
    <vt:lpwstr/>
  </property>
  <property fmtid="{D5CDD505-2E9C-101B-9397-08002B2CF9AE}" pid="85" name="standorte_firmaname_standorte_firmastrasse">
    <vt:lpwstr/>
  </property>
  <property fmtid="{D5CDD505-2E9C-101B-9397-08002B2CF9AE}" pid="86" name="standorte_firmaname_standorte_firmapostfach">
    <vt:lpwstr/>
  </property>
  <property fmtid="{D5CDD505-2E9C-101B-9397-08002B2CF9AE}" pid="87" name="standorte_firmaname_standorte_firmaplz">
    <vt:lpwstr/>
  </property>
  <property fmtid="{D5CDD505-2E9C-101B-9397-08002B2CF9AE}" pid="88" name="standorte_firmaname_standorte_firmaort">
    <vt:lpwstr/>
  </property>
  <property fmtid="{D5CDD505-2E9C-101B-9397-08002B2CF9AE}" pid="89" name="standorte_firmaname_standorte_firmatelefon">
    <vt:lpwstr/>
  </property>
  <property fmtid="{D5CDD505-2E9C-101B-9397-08002B2CF9AE}" pid="90" name="standorte_firmaname_standorte_firmanamekurz">
    <vt:lpwstr/>
  </property>
  <property fmtid="{D5CDD505-2E9C-101B-9397-08002B2CF9AE}" pid="91" name="standorte_firmaname_standorte_firmaemail">
    <vt:lpwstr/>
  </property>
  <property fmtid="{D5CDD505-2E9C-101B-9397-08002B2CF9AE}" pid="92" name="standorte_firmaname_sourceid">
    <vt:lpwstr/>
  </property>
  <property fmtid="{D5CDD505-2E9C-101B-9397-08002B2CF9AE}" pid="93" name="templateid">
    <vt:lpwstr>c1a995e4-a046-4211-87fd-9b9e7f36f049</vt:lpwstr>
  </property>
  <property fmtid="{D5CDD505-2E9C-101B-9397-08002B2CF9AE}" pid="94" name="templateexternalid">
    <vt:lpwstr>5abd61b7-c2b8-4940-868a-27f65fb7181e</vt:lpwstr>
  </property>
  <property fmtid="{D5CDD505-2E9C-101B-9397-08002B2CF9AE}" pid="95" name="languagekey">
    <vt:lpwstr>EN</vt:lpwstr>
  </property>
  <property fmtid="{D5CDD505-2E9C-101B-9397-08002B2CF9AE}" pid="96" name="taskpaneguid">
    <vt:lpwstr>a936a9e2-b66a-46b1-823b-edcdaefdb47a</vt:lpwstr>
  </property>
  <property fmtid="{D5CDD505-2E9C-101B-9397-08002B2CF9AE}" pid="97" name="taskpaneenablemanually">
    <vt:lpwstr>Manually</vt:lpwstr>
  </property>
  <property fmtid="{D5CDD505-2E9C-101B-9397-08002B2CF9AE}" pid="98" name="templatename">
    <vt:lpwstr>PowerPoint Standard: Weitere Stichworte: Präsentation Vortrag Darbietung Referat Vorlesung Erklärung Rede_x000d_
</vt:lpwstr>
  </property>
  <property fmtid="{D5CDD505-2E9C-101B-9397-08002B2CF9AE}" pid="99" name="docugatedocumenthasdatastore">
    <vt:lpwstr>True</vt:lpwstr>
  </property>
  <property fmtid="{D5CDD505-2E9C-101B-9397-08002B2CF9AE}" pid="100" name="templatedisplayname">
    <vt:lpwstr>PowerPoint Standard</vt:lpwstr>
  </property>
  <property fmtid="{D5CDD505-2E9C-101B-9397-08002B2CF9AE}" pid="101" name="dgworkflowid">
    <vt:lpwstr>ea57d6bd-e793-44e8-a151-77696c4c27dd</vt:lpwstr>
  </property>
  <property fmtid="{D5CDD505-2E9C-101B-9397-08002B2CF9AE}" pid="102" name="docugatedocumentversion">
    <vt:lpwstr>5.17.8.0</vt:lpwstr>
  </property>
  <property fmtid="{D5CDD505-2E9C-101B-9397-08002B2CF9AE}" pid="103" name="docugatedocumentcreationpath">
    <vt:lpwstr>C:\Users\WeisstaD\AppData\Local\Temp\Docugate\Documents\m1v5adcw.pptx</vt:lpwstr>
  </property>
</Properties>
</file>